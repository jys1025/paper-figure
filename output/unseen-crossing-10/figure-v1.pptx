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2d01a6c91504a77" /><Relationship Type="http://schemas.openxmlformats.org/officeDocument/2006/relationships/extended-properties" Target="/docProps/app.xml" Id="R9876cccab1b54e88" /><Relationship Type="http://schemas.openxmlformats.org/officeDocument/2006/relationships/officeDocument" Target="/ppt/presentation.xml" Id="Ra84b4cbd81c04bff" /></Relationships>
</file>

<file path=ppt/presentation.xml><?xml version="1.0" encoding="utf-8"?>
<p:presentation xmlns:p="http://schemas.openxmlformats.org/presentationml/2006/main">
  <p:sldMasterIdLst>
    <p:sldMasterId xmlns:r="http://schemas.openxmlformats.org/officeDocument/2006/relationships" id="2147483648" r:id="R64ad8712a1434a9c"/>
  </p:sldMasterIdLst>
  <p:notesMasterIdLst>
    <p:notesMasterId xmlns:r="http://schemas.openxmlformats.org/officeDocument/2006/relationships" r:id="Rf7ee35f1d65c41c6"/>
  </p:notesMasterIdLst>
  <p:sldIdLst>
    <p:sldId xmlns:r="http://schemas.openxmlformats.org/officeDocument/2006/relationships" id="256" r:id="R9056f363e6834572"/>
  </p:sldIdLst>
  <p:sldSz cx="6400800" cy="42862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7acb5f96732419f" /><Relationship Type="http://schemas.openxmlformats.org/officeDocument/2006/relationships/slideMaster" Target="/ppt/slideMasters/slideMaster1.xml" Id="R64ad8712a1434a9c" /><Relationship Type="http://schemas.openxmlformats.org/officeDocument/2006/relationships/notesMaster" Target="/ppt/notesMasters/notesMaster1.xml" Id="Rf7ee35f1d65c41c6" /><Relationship Type="http://schemas.openxmlformats.org/officeDocument/2006/relationships/presProps" Target="/ppt/presProps.xml" Id="R7c7e2fa040ef4e36" /><Relationship Type="http://schemas.openxmlformats.org/officeDocument/2006/relationships/tableStyles" Target="/ppt/tableStyles.xml" Id="Rb9911cdfb8874729" /><Relationship Type="http://schemas.openxmlformats.org/officeDocument/2006/relationships/slide" Target="/ppt/slides/slide1.xml" Id="R9056f363e68345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a8f86e3e5bb4c6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6b4600d92894166" /><Relationship Type="http://schemas.openxmlformats.org/officeDocument/2006/relationships/notesMaster" Target="/ppt/notesMasters/notesMaster1.xml" Id="R250852e1046842f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Shared-cell reservation for two robot agents</a:t>
            </a:r>
          </a:p>
          <a:p xmlns:a="http://schemas.openxmlformats.org/drawingml/2006/main">
            <a:r>
              <a:t>New illustrative task for the updated paper-figure skill. Toy directed crossing graph, schematic discrete time. A is assigned the first crossing slot; B waits once. No learned policy, continuous-motion safety or measured performance is claimed. The schedule is checked for shared vertices and edge swaps. Native map, paths, cells, state markers, labels and mathematical text. Robot pictograms generated as a separate raster asset. Math consists of grouped native text, not OMML. Reference visually inspected: CLIP https://arxiv.org/html/2103.00020v1/main-diagrams.png for item identity and row/column correspondence. New composition; no source artwork embedded. Intended width: 177.8 mm.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4085561eec45a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5d3b646fd54987" /><Relationship Type="http://schemas.openxmlformats.org/officeDocument/2006/relationships/slideLayout" Target="/ppt/slideLayouts/slideLayout1.xml" Id="Rcdc80673ef07410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dc80673ef0741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54cdff36e964750" /><Relationship Type="http://schemas.openxmlformats.org/officeDocument/2006/relationships/image" Target="/ppt/media/image.png" Id="R929f58d11151436a" /><Relationship Type="http://schemas.openxmlformats.org/officeDocument/2006/relationships/image" Target="/ppt/media/image2.png" Id="R6b4a402e4ed347f1" /><Relationship Type="http://schemas.openxmlformats.org/officeDocument/2006/relationships/notesSlide" Target="/ppt/notesSlides/notesSlide1.xml" Id="R867c654055d84a7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6" name="panel-a">
            <a:extLst xmlns:a="http://schemas.openxmlformats.org/drawingml/2006/main">
              <a:ext uri="{FF2B5EF4-FFF2-40B4-BE49-F238E27FC236}">
                <a16:creationId xmlns:a16="http://schemas.microsoft.com/office/drawing/2014/main" id="{37CCED7A-044A-41B1-BC3F-3F0025D2FFF9}"/>
              </a:ext>
            </a:extLst>
          </p:cNvPr>
          <p:cNvSpPr>
            <a:spLocks xmlns:a="http://schemas.openxmlformats.org/drawingml/2006/main"/>
          </p:cNvSpPr>
          <p:nvPr/>
        </p:nvSpPr>
        <p:spPr>
          <a:xfrm xmlns:a="http://schemas.openxmlformats.org/drawingml/2006/main">
            <a:off x="152400" y="85725"/>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25282D"/>
                </a:solidFill>
                <a:latin typeface="Arial"/>
                <a:ea typeface="Arial"/>
                <a:cs typeface="Arial"/>
              </a:defRPr>
            </a:pPr>
            <a:r>
              <a:rPr sz="1050" b="1">
                <a:solidFill>
                  <a:srgbClr val="25282D"/>
                </a:solidFill>
                <a:latin typeface="Arial"/>
                <a:ea typeface="Arial"/>
                <a:cs typeface="Arial"/>
              </a:rPr>
              <a:t>(a)  Shared crossing</a:t>
            </a:r>
          </a:p>
        </p:txBody>
      </p:sp>
      <p:sp>
        <p:nvSpPr>
          <p:cNvPr id="2" name="map-cell-0-0">
            <a:extLst xmlns:a="http://schemas.openxmlformats.org/drawingml/2006/main">
              <a:ext uri="{FF2B5EF4-FFF2-40B4-BE49-F238E27FC236}">
                <a16:creationId xmlns:a16="http://schemas.microsoft.com/office/drawing/2014/main" id="{4ABC949E-604B-4804-AB6D-E18801688267}"/>
              </a:ext>
            </a:extLst>
          </p:cNvPr>
          <p:cNvSpPr>
            <a:spLocks xmlns:a="http://schemas.openxmlformats.org/drawingml/2006/main"/>
          </p:cNvSpPr>
          <p:nvPr/>
        </p:nvSpPr>
        <p:spPr>
          <a:xfrm xmlns:a="http://schemas.openxmlformats.org/drawingml/2006/main">
            <a:off x="228600" y="409575"/>
            <a:ext cx="628650" cy="628650"/>
          </a:xfrm>
          <a:prstGeom xmlns:a="http://schemas.openxmlformats.org/drawingml/2006/main" prst="rect">
            <a:avLst/>
          </a:prstGeom>
          <a:solidFill xmlns:a="http://schemas.openxmlformats.org/drawingml/2006/main">
            <a:srgbClr val="EFF1F3"/>
          </a:solidFill>
          <a:ln xmlns:a="http://schemas.openxmlformats.org/drawingml/2006/main" w="5715">
            <a:solidFill>
              <a:srgbClr val="D3D8DD"/>
            </a:solidFill>
            <a:prstDash val="solid"/>
          </a:ln>
        </p:spPr>
      </p:sp>
      <p:sp>
        <p:nvSpPr>
          <p:cNvPr id="3" name="map-cell-0-1">
            <a:extLst xmlns:a="http://schemas.openxmlformats.org/drawingml/2006/main">
              <a:ext uri="{FF2B5EF4-FFF2-40B4-BE49-F238E27FC236}">
                <a16:creationId xmlns:a16="http://schemas.microsoft.com/office/drawing/2014/main" id="{B008AAE2-5EBE-47B2-B88D-087DF7C31799}"/>
              </a:ext>
            </a:extLst>
          </p:cNvPr>
          <p:cNvSpPr>
            <a:spLocks xmlns:a="http://schemas.openxmlformats.org/drawingml/2006/main"/>
          </p:cNvSpPr>
          <p:nvPr/>
        </p:nvSpPr>
        <p:spPr>
          <a:xfrm xmlns:a="http://schemas.openxmlformats.org/drawingml/2006/main">
            <a:off x="857250" y="409575"/>
            <a:ext cx="628650" cy="628650"/>
          </a:xfrm>
          <a:prstGeom xmlns:a="http://schemas.openxmlformats.org/drawingml/2006/main" prst="rect">
            <a:avLst/>
          </a:prstGeom>
          <a:solidFill xmlns:a="http://schemas.openxmlformats.org/drawingml/2006/main">
            <a:srgbClr val="FFFFFF"/>
          </a:solidFill>
          <a:ln xmlns:a="http://schemas.openxmlformats.org/drawingml/2006/main" w="5715">
            <a:solidFill>
              <a:srgbClr val="D3D8DD"/>
            </a:solidFill>
            <a:prstDash val="solid"/>
          </a:ln>
        </p:spPr>
      </p:sp>
      <p:sp>
        <p:nvSpPr>
          <p:cNvPr id="4" name="map-cell-0-2">
            <a:extLst xmlns:a="http://schemas.openxmlformats.org/drawingml/2006/main">
              <a:ext uri="{FF2B5EF4-FFF2-40B4-BE49-F238E27FC236}">
                <a16:creationId xmlns:a16="http://schemas.microsoft.com/office/drawing/2014/main" id="{5EE845CE-332B-4C9E-8B3F-6E9F176E4746}"/>
              </a:ext>
            </a:extLst>
          </p:cNvPr>
          <p:cNvSpPr>
            <a:spLocks xmlns:a="http://schemas.openxmlformats.org/drawingml/2006/main"/>
          </p:cNvSpPr>
          <p:nvPr/>
        </p:nvSpPr>
        <p:spPr>
          <a:xfrm xmlns:a="http://schemas.openxmlformats.org/drawingml/2006/main">
            <a:off x="1485900" y="409575"/>
            <a:ext cx="628650" cy="628650"/>
          </a:xfrm>
          <a:prstGeom xmlns:a="http://schemas.openxmlformats.org/drawingml/2006/main" prst="rect">
            <a:avLst/>
          </a:prstGeom>
          <a:solidFill xmlns:a="http://schemas.openxmlformats.org/drawingml/2006/main">
            <a:srgbClr val="EFF1F3"/>
          </a:solidFill>
          <a:ln xmlns:a="http://schemas.openxmlformats.org/drawingml/2006/main" w="5715">
            <a:solidFill>
              <a:srgbClr val="D3D8DD"/>
            </a:solidFill>
            <a:prstDash val="solid"/>
          </a:ln>
        </p:spPr>
      </p:sp>
      <p:sp>
        <p:nvSpPr>
          <p:cNvPr id="5" name="map-cell-1-0">
            <a:extLst xmlns:a="http://schemas.openxmlformats.org/drawingml/2006/main">
              <a:ext uri="{FF2B5EF4-FFF2-40B4-BE49-F238E27FC236}">
                <a16:creationId xmlns:a16="http://schemas.microsoft.com/office/drawing/2014/main" id="{447E85C6-C4ED-4DC8-AC9D-2A10AE6ADE27}"/>
              </a:ext>
            </a:extLst>
          </p:cNvPr>
          <p:cNvSpPr>
            <a:spLocks xmlns:a="http://schemas.openxmlformats.org/drawingml/2006/main"/>
          </p:cNvSpPr>
          <p:nvPr/>
        </p:nvSpPr>
        <p:spPr>
          <a:xfrm xmlns:a="http://schemas.openxmlformats.org/drawingml/2006/main">
            <a:off x="228600" y="1038225"/>
            <a:ext cx="628650" cy="628650"/>
          </a:xfrm>
          <a:prstGeom xmlns:a="http://schemas.openxmlformats.org/drawingml/2006/main" prst="rect">
            <a:avLst/>
          </a:prstGeom>
          <a:solidFill xmlns:a="http://schemas.openxmlformats.org/drawingml/2006/main">
            <a:srgbClr val="FFFFFF"/>
          </a:solidFill>
          <a:ln xmlns:a="http://schemas.openxmlformats.org/drawingml/2006/main" w="5715">
            <a:solidFill>
              <a:srgbClr val="D3D8DD"/>
            </a:solidFill>
            <a:prstDash val="solid"/>
          </a:ln>
        </p:spPr>
      </p:sp>
      <p:sp>
        <p:nvSpPr>
          <p:cNvPr id="6" name="map-cell-1-1">
            <a:extLst xmlns:a="http://schemas.openxmlformats.org/drawingml/2006/main">
              <a:ext uri="{FF2B5EF4-FFF2-40B4-BE49-F238E27FC236}">
                <a16:creationId xmlns:a16="http://schemas.microsoft.com/office/drawing/2014/main" id="{3DA16C12-9D6D-4492-9AA0-D878ECBF755F}"/>
              </a:ext>
            </a:extLst>
          </p:cNvPr>
          <p:cNvSpPr>
            <a:spLocks xmlns:a="http://schemas.openxmlformats.org/drawingml/2006/main"/>
          </p:cNvSpPr>
          <p:nvPr/>
        </p:nvSpPr>
        <p:spPr>
          <a:xfrm xmlns:a="http://schemas.openxmlformats.org/drawingml/2006/main">
            <a:off x="857250" y="1038225"/>
            <a:ext cx="628650" cy="628650"/>
          </a:xfrm>
          <a:prstGeom xmlns:a="http://schemas.openxmlformats.org/drawingml/2006/main" prst="rect">
            <a:avLst/>
          </a:prstGeom>
          <a:solidFill xmlns:a="http://schemas.openxmlformats.org/drawingml/2006/main">
            <a:srgbClr val="FFFFFF"/>
          </a:solidFill>
          <a:ln xmlns:a="http://schemas.openxmlformats.org/drawingml/2006/main" w="5715">
            <a:solidFill>
              <a:srgbClr val="D3D8DD"/>
            </a:solidFill>
            <a:prstDash val="solid"/>
          </a:ln>
        </p:spPr>
      </p:sp>
      <p:sp>
        <p:nvSpPr>
          <p:cNvPr id="7" name="map-cell-1-2">
            <a:extLst xmlns:a="http://schemas.openxmlformats.org/drawingml/2006/main">
              <a:ext uri="{FF2B5EF4-FFF2-40B4-BE49-F238E27FC236}">
                <a16:creationId xmlns:a16="http://schemas.microsoft.com/office/drawing/2014/main" id="{755A9BE0-374D-4006-9700-A012E5398476}"/>
              </a:ext>
            </a:extLst>
          </p:cNvPr>
          <p:cNvSpPr>
            <a:spLocks xmlns:a="http://schemas.openxmlformats.org/drawingml/2006/main"/>
          </p:cNvSpPr>
          <p:nvPr/>
        </p:nvSpPr>
        <p:spPr>
          <a:xfrm xmlns:a="http://schemas.openxmlformats.org/drawingml/2006/main">
            <a:off x="1485900" y="1038225"/>
            <a:ext cx="628650" cy="628650"/>
          </a:xfrm>
          <a:prstGeom xmlns:a="http://schemas.openxmlformats.org/drawingml/2006/main" prst="rect">
            <a:avLst/>
          </a:prstGeom>
          <a:solidFill xmlns:a="http://schemas.openxmlformats.org/drawingml/2006/main">
            <a:srgbClr val="FFFFFF"/>
          </a:solidFill>
          <a:ln xmlns:a="http://schemas.openxmlformats.org/drawingml/2006/main" w="5715">
            <a:solidFill>
              <a:srgbClr val="D3D8DD"/>
            </a:solidFill>
            <a:prstDash val="solid"/>
          </a:ln>
        </p:spPr>
      </p:sp>
      <p:sp>
        <p:nvSpPr>
          <p:cNvPr id="8" name="map-cell-2-0">
            <a:extLst xmlns:a="http://schemas.openxmlformats.org/drawingml/2006/main">
              <a:ext uri="{FF2B5EF4-FFF2-40B4-BE49-F238E27FC236}">
                <a16:creationId xmlns:a16="http://schemas.microsoft.com/office/drawing/2014/main" id="{52079B50-775E-45C6-B6E8-FE9E5EE95AD8}"/>
              </a:ext>
            </a:extLst>
          </p:cNvPr>
          <p:cNvSpPr>
            <a:spLocks xmlns:a="http://schemas.openxmlformats.org/drawingml/2006/main"/>
          </p:cNvSpPr>
          <p:nvPr/>
        </p:nvSpPr>
        <p:spPr>
          <a:xfrm xmlns:a="http://schemas.openxmlformats.org/drawingml/2006/main">
            <a:off x="228600" y="1666875"/>
            <a:ext cx="628650" cy="628650"/>
          </a:xfrm>
          <a:prstGeom xmlns:a="http://schemas.openxmlformats.org/drawingml/2006/main" prst="rect">
            <a:avLst/>
          </a:prstGeom>
          <a:solidFill xmlns:a="http://schemas.openxmlformats.org/drawingml/2006/main">
            <a:srgbClr val="EFF1F3"/>
          </a:solidFill>
          <a:ln xmlns:a="http://schemas.openxmlformats.org/drawingml/2006/main" w="5715">
            <a:solidFill>
              <a:srgbClr val="D3D8DD"/>
            </a:solidFill>
            <a:prstDash val="solid"/>
          </a:ln>
        </p:spPr>
      </p:sp>
      <p:sp>
        <p:nvSpPr>
          <p:cNvPr id="9" name="map-cell-2-1">
            <a:extLst xmlns:a="http://schemas.openxmlformats.org/drawingml/2006/main">
              <a:ext uri="{FF2B5EF4-FFF2-40B4-BE49-F238E27FC236}">
                <a16:creationId xmlns:a16="http://schemas.microsoft.com/office/drawing/2014/main" id="{BF9D63DC-6AF0-4482-B684-122369E55FEB}"/>
              </a:ext>
            </a:extLst>
          </p:cNvPr>
          <p:cNvSpPr>
            <a:spLocks xmlns:a="http://schemas.openxmlformats.org/drawingml/2006/main"/>
          </p:cNvSpPr>
          <p:nvPr/>
        </p:nvSpPr>
        <p:spPr>
          <a:xfrm xmlns:a="http://schemas.openxmlformats.org/drawingml/2006/main">
            <a:off x="857250" y="1666875"/>
            <a:ext cx="628650" cy="628650"/>
          </a:xfrm>
          <a:prstGeom xmlns:a="http://schemas.openxmlformats.org/drawingml/2006/main" prst="rect">
            <a:avLst/>
          </a:prstGeom>
          <a:solidFill xmlns:a="http://schemas.openxmlformats.org/drawingml/2006/main">
            <a:srgbClr val="FFFFFF"/>
          </a:solidFill>
          <a:ln xmlns:a="http://schemas.openxmlformats.org/drawingml/2006/main" w="5715">
            <a:solidFill>
              <a:srgbClr val="D3D8DD"/>
            </a:solidFill>
            <a:prstDash val="solid"/>
          </a:ln>
        </p:spPr>
      </p:sp>
      <p:sp>
        <p:nvSpPr>
          <p:cNvPr id="10" name="map-cell-2-2">
            <a:extLst xmlns:a="http://schemas.openxmlformats.org/drawingml/2006/main">
              <a:ext uri="{FF2B5EF4-FFF2-40B4-BE49-F238E27FC236}">
                <a16:creationId xmlns:a16="http://schemas.microsoft.com/office/drawing/2014/main" id="{DE1495DB-12DA-43C9-A2B0-5B3063BBFD88}"/>
              </a:ext>
            </a:extLst>
          </p:cNvPr>
          <p:cNvSpPr>
            <a:spLocks xmlns:a="http://schemas.openxmlformats.org/drawingml/2006/main"/>
          </p:cNvSpPr>
          <p:nvPr/>
        </p:nvSpPr>
        <p:spPr>
          <a:xfrm xmlns:a="http://schemas.openxmlformats.org/drawingml/2006/main">
            <a:off x="1485900" y="1666875"/>
            <a:ext cx="628650" cy="628650"/>
          </a:xfrm>
          <a:prstGeom xmlns:a="http://schemas.openxmlformats.org/drawingml/2006/main" prst="rect">
            <a:avLst/>
          </a:prstGeom>
          <a:solidFill xmlns:a="http://schemas.openxmlformats.org/drawingml/2006/main">
            <a:srgbClr val="EFF1F3"/>
          </a:solidFill>
          <a:ln xmlns:a="http://schemas.openxmlformats.org/drawingml/2006/main" w="5715">
            <a:solidFill>
              <a:srgbClr val="D3D8DD"/>
            </a:solidFill>
            <a:prstDash val="solid"/>
          </a:ln>
        </p:spPr>
      </p:sp>
      <p:sp>
        <p:nvSpPr>
          <p:cNvPr id="11" name="A0">
            <a:extLst xmlns:a="http://schemas.openxmlformats.org/drawingml/2006/main">
              <a:ext uri="{FF2B5EF4-FFF2-40B4-BE49-F238E27FC236}">
                <a16:creationId xmlns:a16="http://schemas.microsoft.com/office/drawing/2014/main" id="{9F68C537-0851-405F-ACEE-8EB362CE1FB2}"/>
              </a:ext>
            </a:extLst>
          </p:cNvPr>
          <p:cNvSpPr>
            <a:spLocks xmlns:a="http://schemas.openxmlformats.org/drawingml/2006/main"/>
          </p:cNvSpPr>
          <p:nvPr/>
        </p:nvSpPr>
        <p:spPr>
          <a:xfrm xmlns:a="http://schemas.openxmlformats.org/drawingml/2006/main">
            <a:off x="295275" y="1162050"/>
            <a:ext cx="495300" cy="381000"/>
          </a:xfrm>
          <a:prstGeom xmlns:a="http://schemas.openxmlformats.org/drawingml/2006/main" prst="rect">
            <a:avLst/>
          </a:prstGeom>
          <a:solidFill xmlns:a="http://schemas.openxmlformats.org/drawingml/2006/main">
            <a:srgbClr val="E1EBF6"/>
          </a:solidFill>
          <a:ln xmlns:a="http://schemas.openxmlformats.org/drawingml/2006/main" w="10954">
            <a:solidFill>
              <a:srgbClr val="577FA9"/>
            </a:solidFill>
            <a:prstDash val="solid"/>
          </a:ln>
        </p:spPr>
      </p:sp>
      <p:sp>
        <p:nvSpPr>
          <p:cNvPr id="12" name="B0">
            <a:extLst xmlns:a="http://schemas.openxmlformats.org/drawingml/2006/main">
              <a:ext uri="{FF2B5EF4-FFF2-40B4-BE49-F238E27FC236}">
                <a16:creationId xmlns:a16="http://schemas.microsoft.com/office/drawing/2014/main" id="{B3903A12-4C2C-47CB-A348-B2FD8FF268DE}"/>
              </a:ext>
            </a:extLst>
          </p:cNvPr>
          <p:cNvSpPr>
            <a:spLocks xmlns:a="http://schemas.openxmlformats.org/drawingml/2006/main"/>
          </p:cNvSpPr>
          <p:nvPr/>
        </p:nvSpPr>
        <p:spPr>
          <a:xfrm xmlns:a="http://schemas.openxmlformats.org/drawingml/2006/main">
            <a:off x="923925" y="1790700"/>
            <a:ext cx="495300" cy="381000"/>
          </a:xfrm>
          <a:prstGeom xmlns:a="http://schemas.openxmlformats.org/drawingml/2006/main" prst="rect">
            <a:avLst/>
          </a:prstGeom>
          <a:solidFill xmlns:a="http://schemas.openxmlformats.org/drawingml/2006/main">
            <a:srgbClr val="F8E5D2"/>
          </a:solidFill>
          <a:ln xmlns:a="http://schemas.openxmlformats.org/drawingml/2006/main" w="10954">
            <a:solidFill>
              <a:srgbClr val="A27343"/>
            </a:solidFill>
            <a:prstDash val="solid"/>
          </a:ln>
        </p:spPr>
      </p:sp>
      <p:sp>
        <p:nvSpPr>
          <p:cNvPr id="13" name="c">
            <a:extLst xmlns:a="http://schemas.openxmlformats.org/drawingml/2006/main">
              <a:ext uri="{FF2B5EF4-FFF2-40B4-BE49-F238E27FC236}">
                <a16:creationId xmlns:a16="http://schemas.microsoft.com/office/drawing/2014/main" id="{A44FF5FA-FA42-4F8F-8869-62A2EB9AE1C0}"/>
              </a:ext>
            </a:extLst>
          </p:cNvPr>
          <p:cNvSpPr>
            <a:spLocks xmlns:a="http://schemas.openxmlformats.org/drawingml/2006/main"/>
          </p:cNvSpPr>
          <p:nvPr/>
        </p:nvSpPr>
        <p:spPr>
          <a:xfrm xmlns:a="http://schemas.openxmlformats.org/drawingml/2006/main">
            <a:off x="1028700" y="1209675"/>
            <a:ext cx="285750" cy="285750"/>
          </a:xfrm>
          <a:prstGeom xmlns:a="http://schemas.openxmlformats.org/drawingml/2006/main" prst="rect">
            <a:avLst/>
          </a:prstGeom>
          <a:solidFill xmlns:a="http://schemas.openxmlformats.org/drawingml/2006/main">
            <a:srgbClr val="F2F3F5"/>
          </a:solidFill>
          <a:ln xmlns:a="http://schemas.openxmlformats.org/drawingml/2006/main" w="13335">
            <a:solidFill>
              <a:srgbClr val="727A84"/>
            </a:solidFill>
            <a:prstDash val="solid"/>
          </a:ln>
        </p:spPr>
      </p:sp>
      <p:sp>
        <p:nvSpPr>
          <p:cNvPr id="14" name="shared-node.0">
            <a:extLst xmlns:a="http://schemas.openxmlformats.org/drawingml/2006/main">
              <a:ext uri="{FF2B5EF4-FFF2-40B4-BE49-F238E27FC236}">
                <a16:creationId xmlns:a16="http://schemas.microsoft.com/office/drawing/2014/main" id="{B6C27A3C-2D3E-4377-8AF1-B866B0C158EE}"/>
              </a:ext>
            </a:extLst>
          </p:cNvPr>
          <p:cNvSpPr>
            <a:spLocks xmlns:a="http://schemas.openxmlformats.org/drawingml/2006/main"/>
          </p:cNvSpPr>
          <p:nvPr/>
        </p:nvSpPr>
        <p:spPr>
          <a:xfrm xmlns:a="http://schemas.openxmlformats.org/drawingml/2006/main">
            <a:off x="1127760" y="1238250"/>
            <a:ext cx="12573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i="1">
                <a:solidFill>
                  <a:srgbClr val="25282D"/>
                </a:solidFill>
                <a:latin typeface="Times New Roman"/>
                <a:ea typeface="Times New Roman"/>
                <a:cs typeface="Times New Roman"/>
              </a:defRPr>
            </a:pPr>
            <a:r>
              <a:rPr sz="1500" b="0" i="1">
                <a:solidFill>
                  <a:srgbClr val="25282D"/>
                </a:solidFill>
                <a:latin typeface="Times New Roman"/>
                <a:ea typeface="Times New Roman"/>
                <a:cs typeface="Times New Roman"/>
              </a:rPr>
              <a:t>c</a:t>
            </a:r>
          </a:p>
        </p:txBody>
      </p:sp>
      <p:sp>
        <p:nvSpPr>
          <p:cNvPr id="15" name="Ag">
            <a:extLst xmlns:a="http://schemas.openxmlformats.org/drawingml/2006/main">
              <a:ext uri="{FF2B5EF4-FFF2-40B4-BE49-F238E27FC236}">
                <a16:creationId xmlns:a16="http://schemas.microsoft.com/office/drawing/2014/main" id="{3C419EC2-6F9E-4660-A518-611FEF6870AB}"/>
              </a:ext>
            </a:extLst>
          </p:cNvPr>
          <p:cNvSpPr>
            <a:spLocks xmlns:a="http://schemas.openxmlformats.org/drawingml/2006/main"/>
          </p:cNvSpPr>
          <p:nvPr/>
        </p:nvSpPr>
        <p:spPr>
          <a:xfrm xmlns:a="http://schemas.openxmlformats.org/drawingml/2006/main">
            <a:off x="1647825" y="1200150"/>
            <a:ext cx="304800" cy="304800"/>
          </a:xfrm>
          <a:prstGeom xmlns:a="http://schemas.openxmlformats.org/drawingml/2006/main" prst="rect">
            <a:avLst/>
          </a:prstGeom>
          <a:solidFill xmlns:a="http://schemas.openxmlformats.org/drawingml/2006/main">
            <a:srgbClr val="FFFFFF"/>
          </a:solidFill>
          <a:ln xmlns:a="http://schemas.openxmlformats.org/drawingml/2006/main" w="13335">
            <a:solidFill>
              <a:srgbClr val="30649B"/>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50" b="1">
                <a:solidFill>
                  <a:srgbClr val="30649B"/>
                </a:solidFill>
                <a:latin typeface="Arial"/>
                <a:ea typeface="Arial"/>
                <a:cs typeface="Arial"/>
              </a:defRPr>
            </a:pPr>
            <a:r>
              <a:rPr sz="1050" b="1">
                <a:solidFill>
                  <a:srgbClr val="30649B"/>
                </a:solidFill>
                <a:latin typeface="Arial"/>
                <a:ea typeface="Arial"/>
                <a:cs typeface="Arial"/>
              </a:rPr>
              <a:t>A</a:t>
            </a:r>
          </a:p>
        </p:txBody>
      </p:sp>
      <p:sp>
        <p:nvSpPr>
          <p:cNvPr id="16" name="Bg">
            <a:extLst xmlns:a="http://schemas.openxmlformats.org/drawingml/2006/main">
              <a:ext uri="{FF2B5EF4-FFF2-40B4-BE49-F238E27FC236}">
                <a16:creationId xmlns:a16="http://schemas.microsoft.com/office/drawing/2014/main" id="{7B11CAE4-4AC5-41D4-A11A-2C6C22125C2E}"/>
              </a:ext>
            </a:extLst>
          </p:cNvPr>
          <p:cNvSpPr>
            <a:spLocks xmlns:a="http://schemas.openxmlformats.org/drawingml/2006/main"/>
          </p:cNvSpPr>
          <p:nvPr/>
        </p:nvSpPr>
        <p:spPr>
          <a:xfrm xmlns:a="http://schemas.openxmlformats.org/drawingml/2006/main">
            <a:off x="1019175" y="571500"/>
            <a:ext cx="304800" cy="304800"/>
          </a:xfrm>
          <a:prstGeom xmlns:a="http://schemas.openxmlformats.org/drawingml/2006/main" prst="rect">
            <a:avLst/>
          </a:prstGeom>
          <a:solidFill xmlns:a="http://schemas.openxmlformats.org/drawingml/2006/main">
            <a:srgbClr val="FFFFFF"/>
          </a:solidFill>
          <a:ln xmlns:a="http://schemas.openxmlformats.org/drawingml/2006/main" w="13335">
            <a:solidFill>
              <a:srgbClr val="AB632C"/>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50" b="1">
                <a:solidFill>
                  <a:srgbClr val="AB632C"/>
                </a:solidFill>
                <a:latin typeface="Arial"/>
                <a:ea typeface="Arial"/>
                <a:cs typeface="Arial"/>
              </a:defRPr>
            </a:pPr>
            <a:r>
              <a:rPr sz="1050" b="1">
                <a:solidFill>
                  <a:srgbClr val="AB632C"/>
                </a:solidFill>
                <a:latin typeface="Arial"/>
                <a:ea typeface="Arial"/>
                <a:cs typeface="Arial"/>
              </a:rPr>
              <a:t>B</a:t>
            </a:r>
          </a:p>
        </p:txBody>
      </p:sp>
      <p:sp>
        <p:nvSpPr>
          <p:cNvPr id="17" name="goal-a-caption">
            <a:extLst xmlns:a="http://schemas.openxmlformats.org/drawingml/2006/main">
              <a:ext uri="{FF2B5EF4-FFF2-40B4-BE49-F238E27FC236}">
                <a16:creationId xmlns:a16="http://schemas.microsoft.com/office/drawing/2014/main" id="{D2B59566-E837-44FC-9918-87F7E563BB3D}"/>
              </a:ext>
            </a:extLst>
          </p:cNvPr>
          <p:cNvSpPr>
            <a:spLocks xmlns:a="http://schemas.openxmlformats.org/drawingml/2006/main"/>
          </p:cNvSpPr>
          <p:nvPr/>
        </p:nvSpPr>
        <p:spPr>
          <a:xfrm xmlns:a="http://schemas.openxmlformats.org/drawingml/2006/main">
            <a:off x="1628775" y="1533525"/>
            <a:ext cx="3429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750" b="0">
                <a:solidFill>
                  <a:srgbClr val="52575F"/>
                </a:solidFill>
                <a:latin typeface="Arial"/>
                <a:ea typeface="Arial"/>
                <a:cs typeface="Arial"/>
              </a:defRPr>
            </a:pPr>
            <a:r>
              <a:rPr sz="750" b="0">
                <a:solidFill>
                  <a:srgbClr val="52575F"/>
                </a:solidFill>
                <a:latin typeface="Arial"/>
                <a:ea typeface="Arial"/>
                <a:cs typeface="Arial"/>
              </a:rPr>
              <a:t>goal</a:t>
            </a:r>
          </a:p>
        </p:txBody>
      </p:sp>
      <p:sp>
        <p:nvSpPr>
          <p:cNvPr id="18" name="goal-b-caption">
            <a:extLst xmlns:a="http://schemas.openxmlformats.org/drawingml/2006/main">
              <a:ext uri="{FF2B5EF4-FFF2-40B4-BE49-F238E27FC236}">
                <a16:creationId xmlns:a16="http://schemas.microsoft.com/office/drawing/2014/main" id="{734059A7-C231-4EE2-84D0-55C7F08C7A86}"/>
              </a:ext>
            </a:extLst>
          </p:cNvPr>
          <p:cNvSpPr>
            <a:spLocks xmlns:a="http://schemas.openxmlformats.org/drawingml/2006/main"/>
          </p:cNvSpPr>
          <p:nvPr/>
        </p:nvSpPr>
        <p:spPr>
          <a:xfrm xmlns:a="http://schemas.openxmlformats.org/drawingml/2006/main">
            <a:off x="1000125" y="419100"/>
            <a:ext cx="3429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750" b="0">
                <a:solidFill>
                  <a:srgbClr val="52575F"/>
                </a:solidFill>
                <a:latin typeface="Arial"/>
                <a:ea typeface="Arial"/>
                <a:cs typeface="Arial"/>
              </a:defRPr>
            </a:pPr>
            <a:r>
              <a:rPr sz="750" b="0">
                <a:solidFill>
                  <a:srgbClr val="52575F"/>
                </a:solidFill>
                <a:latin typeface="Arial"/>
                <a:ea typeface="Arial"/>
                <a:cs typeface="Arial"/>
              </a:rPr>
              <a:t>goal</a:t>
            </a:r>
          </a:p>
        </p:txBody>
      </p:sp>
      <p:pic>
        <p:nvPicPr>
          <p:cNvPr id="164" name="robot-A-picture" descr="Generated flat mobile-robot pictogram for robot A."/>
          <p:cNvPicPr>
            <a:picLocks xmlns:a="http://schemas.openxmlformats.org/drawingml/2006/main" noChangeAspect="1"/>
          </p:cNvPicPr>
          <p:nvPr/>
        </p:nvPicPr>
        <p:blipFill>
          <a:blip xmlns:r="http://schemas.openxmlformats.org/officeDocument/2006/relationships" xmlns:a="http://schemas.openxmlformats.org/drawingml/2006/main" r:embed="R929f58d11151436a"/>
          <ns0:srcRect xmlns:ns0="http://schemas.openxmlformats.org/drawingml/2006/main" l="28230" t="28150" r="28150" b="28230"/>
          <a:stretch xmlns:a="http://schemas.openxmlformats.org/drawingml/2006/main"/>
        </p:blipFill>
        <p:spPr>
          <a:xfrm xmlns:a="http://schemas.openxmlformats.org/drawingml/2006/main">
            <a:off x="342900" y="1228725"/>
            <a:ext cx="247650" cy="247650"/>
          </a:xfrm>
          <a:prstGeom xmlns:a="http://schemas.openxmlformats.org/drawingml/2006/main" prst="rect">
            <a:avLst/>
          </a:prstGeom>
        </p:spPr>
      </p:pic>
      <p:pic>
        <p:nvPicPr>
          <p:cNvPr id="165" name="robot-B-picture" descr="Generated flat mobile-robot pictogram for robot B."/>
          <p:cNvPicPr>
            <a:picLocks xmlns:a="http://schemas.openxmlformats.org/drawingml/2006/main" noChangeAspect="1"/>
          </p:cNvPicPr>
          <p:nvPr/>
        </p:nvPicPr>
        <p:blipFill>
          <a:blip xmlns:r="http://schemas.openxmlformats.org/officeDocument/2006/relationships" xmlns:a="http://schemas.openxmlformats.org/drawingml/2006/main" r:embed="R6b4a402e4ed347f1"/>
          <ns0:srcRect xmlns:ns0="http://schemas.openxmlformats.org/drawingml/2006/main" l="28230" t="28150" r="28150" b="28230"/>
          <a:stretch xmlns:a="http://schemas.openxmlformats.org/drawingml/2006/main"/>
        </p:blipFill>
        <p:spPr>
          <a:xfrm xmlns:a="http://schemas.openxmlformats.org/drawingml/2006/main">
            <a:off x="971550" y="1857375"/>
            <a:ext cx="247650" cy="247650"/>
          </a:xfrm>
          <a:prstGeom xmlns:a="http://schemas.openxmlformats.org/drawingml/2006/main" prst="rect">
            <a:avLst/>
          </a:prstGeom>
        </p:spPr>
      </p:pic>
      <p:sp>
        <p:nvSpPr>
          <p:cNvPr id="21" name="start-A-label">
            <a:extLst xmlns:a="http://schemas.openxmlformats.org/drawingml/2006/main">
              <a:ext uri="{FF2B5EF4-FFF2-40B4-BE49-F238E27FC236}">
                <a16:creationId xmlns:a16="http://schemas.microsoft.com/office/drawing/2014/main" id="{3CF7925B-6F31-4235-ADB5-D6128189E3B9}"/>
              </a:ext>
            </a:extLst>
          </p:cNvPr>
          <p:cNvSpPr>
            <a:spLocks xmlns:a="http://schemas.openxmlformats.org/drawingml/2006/main"/>
          </p:cNvSpPr>
          <p:nvPr/>
        </p:nvSpPr>
        <p:spPr>
          <a:xfrm xmlns:a="http://schemas.openxmlformats.org/drawingml/2006/main">
            <a:off x="609600" y="1228725"/>
            <a:ext cx="152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50" b="1">
                <a:solidFill>
                  <a:srgbClr val="30649B"/>
                </a:solidFill>
                <a:latin typeface="Arial"/>
                <a:ea typeface="Arial"/>
                <a:cs typeface="Arial"/>
              </a:defRPr>
            </a:pPr>
            <a:r>
              <a:rPr sz="1050" b="1">
                <a:solidFill>
                  <a:srgbClr val="30649B"/>
                </a:solidFill>
                <a:latin typeface="Arial"/>
                <a:ea typeface="Arial"/>
                <a:cs typeface="Arial"/>
              </a:rPr>
              <a:t>A</a:t>
            </a:r>
          </a:p>
        </p:txBody>
      </p:sp>
      <p:sp>
        <p:nvSpPr>
          <p:cNvPr id="22" name="start-B-label">
            <a:extLst xmlns:a="http://schemas.openxmlformats.org/drawingml/2006/main">
              <a:ext uri="{FF2B5EF4-FFF2-40B4-BE49-F238E27FC236}">
                <a16:creationId xmlns:a16="http://schemas.microsoft.com/office/drawing/2014/main" id="{50B27990-D84E-4242-86F6-C8326AE210B4}"/>
              </a:ext>
            </a:extLst>
          </p:cNvPr>
          <p:cNvSpPr>
            <a:spLocks xmlns:a="http://schemas.openxmlformats.org/drawingml/2006/main"/>
          </p:cNvSpPr>
          <p:nvPr/>
        </p:nvSpPr>
        <p:spPr>
          <a:xfrm xmlns:a="http://schemas.openxmlformats.org/drawingml/2006/main">
            <a:off x="1238250" y="1857375"/>
            <a:ext cx="152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50" b="1">
                <a:solidFill>
                  <a:srgbClr val="AB632C"/>
                </a:solidFill>
                <a:latin typeface="Arial"/>
                <a:ea typeface="Arial"/>
                <a:cs typeface="Arial"/>
              </a:defRPr>
            </a:pPr>
            <a:r>
              <a:rPr sz="1050" b="1">
                <a:solidFill>
                  <a:srgbClr val="AB632C"/>
                </a:solidFill>
                <a:latin typeface="Arial"/>
                <a:ea typeface="Arial"/>
                <a:cs typeface="Arial"/>
              </a:rPr>
              <a:t>B</a:t>
            </a:r>
          </a:p>
        </p:txBody>
      </p:sp>
      <p:cxnSp>
        <p:nvCxnSpPr>
          <p:cNvPr id="168" name="A-enters"/>
          <p:cNvCxnSpPr>
            <a:stCxn xmlns:a="http://schemas.openxmlformats.org/drawingml/2006/main" id="11" idx="3"/>
            <a:endCxn xmlns:a="http://schemas.openxmlformats.org/drawingml/2006/main" id="13" idx="1"/>
          </p:cNvCxnSpPr>
          <p:nvPr/>
        </p:nvCxnSpPr>
        <p:spPr>
          <a:xfrm xmlns:a="http://schemas.openxmlformats.org/drawingml/2006/main">
            <a:off x="790575" y="1352550"/>
            <a:ext cx="238125" cy="0"/>
          </a:xfrm>
          <a:prstGeom xmlns:a="http://schemas.openxmlformats.org/drawingml/2006/main" prst="straightConnector1">
            <a:avLst/>
          </a:prstGeom>
          <a:ln xmlns:a="http://schemas.openxmlformats.org/drawingml/2006/main" w="24765" cap="rnd">
            <a:solidFill>
              <a:srgbClr val="30649B"/>
            </a:solidFill>
            <a:prstDash val="solid"/>
            <a:round/>
            <a:tailEnd type="triangle" w="med" len="med"/>
          </a:ln>
        </p:spPr>
      </p:cxnSp>
      <p:cxnSp>
        <p:nvCxnSpPr>
          <p:cNvPr id="169" name="A-leaves"/>
          <p:cNvCxnSpPr>
            <a:stCxn xmlns:a="http://schemas.openxmlformats.org/drawingml/2006/main" id="13" idx="3"/>
            <a:endCxn xmlns:a="http://schemas.openxmlformats.org/drawingml/2006/main" id="15" idx="1"/>
          </p:cNvCxnSpPr>
          <p:nvPr/>
        </p:nvCxnSpPr>
        <p:spPr>
          <a:xfrm xmlns:a="http://schemas.openxmlformats.org/drawingml/2006/main">
            <a:off x="1314450" y="1352550"/>
            <a:ext cx="333375" cy="0"/>
          </a:xfrm>
          <a:prstGeom xmlns:a="http://schemas.openxmlformats.org/drawingml/2006/main" prst="straightConnector1">
            <a:avLst/>
          </a:prstGeom>
          <a:ln xmlns:a="http://schemas.openxmlformats.org/drawingml/2006/main" w="24765" cap="rnd">
            <a:solidFill>
              <a:srgbClr val="30649B"/>
            </a:solidFill>
            <a:prstDash val="solid"/>
            <a:round/>
            <a:tailEnd type="triangle" w="med" len="med"/>
          </a:ln>
        </p:spPr>
      </p:cxnSp>
      <p:cxnSp>
        <p:nvCxnSpPr>
          <p:cNvPr id="170" name="B-enters"/>
          <p:cNvCxnSpPr>
            <a:stCxn xmlns:a="http://schemas.openxmlformats.org/drawingml/2006/main" id="12" idx="0"/>
            <a:endCxn xmlns:a="http://schemas.openxmlformats.org/drawingml/2006/main" id="13" idx="2"/>
          </p:cNvCxnSpPr>
          <p:nvPr/>
        </p:nvCxnSpPr>
        <p:spPr>
          <a:xfrm xmlns:a="http://schemas.openxmlformats.org/drawingml/2006/main" flipV="1">
            <a:off x="1171575" y="1495425"/>
            <a:ext cx="0" cy="295275"/>
          </a:xfrm>
          <a:prstGeom xmlns:a="http://schemas.openxmlformats.org/drawingml/2006/main" prst="straightConnector1">
            <a:avLst/>
          </a:prstGeom>
          <a:ln xmlns:a="http://schemas.openxmlformats.org/drawingml/2006/main" w="24765" cap="rnd">
            <a:solidFill>
              <a:srgbClr val="AB632C"/>
            </a:solidFill>
            <a:prstDash val="solid"/>
            <a:round/>
            <a:tailEnd type="triangle" w="med" len="med"/>
          </a:ln>
        </p:spPr>
      </p:cxnSp>
      <p:cxnSp>
        <p:nvCxnSpPr>
          <p:cNvPr id="171" name="B-leaves"/>
          <p:cNvCxnSpPr>
            <a:stCxn xmlns:a="http://schemas.openxmlformats.org/drawingml/2006/main" id="13" idx="0"/>
            <a:endCxn xmlns:a="http://schemas.openxmlformats.org/drawingml/2006/main" id="16" idx="2"/>
          </p:cNvCxnSpPr>
          <p:nvPr/>
        </p:nvCxnSpPr>
        <p:spPr>
          <a:xfrm xmlns:a="http://schemas.openxmlformats.org/drawingml/2006/main" flipV="1">
            <a:off x="1171575" y="876300"/>
            <a:ext cx="0" cy="333375"/>
          </a:xfrm>
          <a:prstGeom xmlns:a="http://schemas.openxmlformats.org/drawingml/2006/main" prst="straightConnector1">
            <a:avLst/>
          </a:prstGeom>
          <a:ln xmlns:a="http://schemas.openxmlformats.org/drawingml/2006/main" w="24765" cap="rnd">
            <a:solidFill>
              <a:srgbClr val="AB632C"/>
            </a:solidFill>
            <a:prstDash val="solid"/>
            <a:round/>
            <a:tailEnd type="triangle" w="med" len="med"/>
          </a:ln>
        </p:spPr>
      </p:cxnSp>
      <p:sp>
        <p:nvSpPr>
          <p:cNvPr id="27" name="map-caption">
            <a:extLst xmlns:a="http://schemas.openxmlformats.org/drawingml/2006/main">
              <a:ext uri="{FF2B5EF4-FFF2-40B4-BE49-F238E27FC236}">
                <a16:creationId xmlns:a16="http://schemas.microsoft.com/office/drawing/2014/main" id="{BFC47A6C-C820-4CB0-8F64-F28B014F0FF2}"/>
              </a:ext>
            </a:extLst>
          </p:cNvPr>
          <p:cNvSpPr>
            <a:spLocks xmlns:a="http://schemas.openxmlformats.org/drawingml/2006/main"/>
          </p:cNvSpPr>
          <p:nvPr/>
        </p:nvSpPr>
        <p:spPr>
          <a:xfrm xmlns:a="http://schemas.openxmlformats.org/drawingml/2006/main">
            <a:off x="228600" y="2362200"/>
            <a:ext cx="2324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825" b="0">
                <a:solidFill>
                  <a:srgbClr val="52575F"/>
                </a:solidFill>
                <a:latin typeface="Arial"/>
                <a:ea typeface="Arial"/>
                <a:cs typeface="Arial"/>
              </a:defRPr>
            </a:pPr>
            <a:r>
              <a:rPr sz="825" b="0">
                <a:solidFill>
                  <a:srgbClr val="52575F"/>
                </a:solidFill>
                <a:latin typeface="Arial"/>
                <a:ea typeface="Arial"/>
                <a:cs typeface="Arial"/>
              </a:rPr>
              <a:t>Fixed paths share one cell.</a:t>
            </a:r>
          </a:p>
        </p:txBody>
      </p:sp>
      <p:sp>
        <p:nvSpPr>
          <p:cNvPr id="28" name="panel-b">
            <a:extLst xmlns:a="http://schemas.openxmlformats.org/drawingml/2006/main">
              <a:ext uri="{FF2B5EF4-FFF2-40B4-BE49-F238E27FC236}">
                <a16:creationId xmlns:a16="http://schemas.microsoft.com/office/drawing/2014/main" id="{B3D53CBC-B0E8-4A09-8992-1946B2069644}"/>
              </a:ext>
            </a:extLst>
          </p:cNvPr>
          <p:cNvSpPr>
            <a:spLocks xmlns:a="http://schemas.openxmlformats.org/drawingml/2006/main"/>
          </p:cNvSpPr>
          <p:nvPr/>
        </p:nvSpPr>
        <p:spPr>
          <a:xfrm xmlns:a="http://schemas.openxmlformats.org/drawingml/2006/main">
            <a:off x="3067050" y="85725"/>
            <a:ext cx="3181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25282D"/>
                </a:solidFill>
                <a:latin typeface="Arial"/>
                <a:ea typeface="Arial"/>
                <a:cs typeface="Arial"/>
              </a:defRPr>
            </a:pPr>
            <a:r>
              <a:rPr sz="1050" b="1">
                <a:solidFill>
                  <a:srgbClr val="25282D"/>
                </a:solidFill>
                <a:latin typeface="Arial"/>
                <a:ea typeface="Arial"/>
                <a:cs typeface="Arial"/>
              </a:rPr>
              <a:t>(b)  Reserve the shared cell</a:t>
            </a:r>
          </a:p>
        </p:txBody>
      </p:sp>
      <p:sp>
        <p:nvSpPr>
          <p:cNvPr id="29" name="table-caption">
            <a:extLst xmlns:a="http://schemas.openxmlformats.org/drawingml/2006/main">
              <a:ext uri="{FF2B5EF4-FFF2-40B4-BE49-F238E27FC236}">
                <a16:creationId xmlns:a16="http://schemas.microsoft.com/office/drawing/2014/main" id="{5A73916B-87D1-4EB8-885B-527BCCC354FA}"/>
              </a:ext>
            </a:extLst>
          </p:cNvPr>
          <p:cNvSpPr>
            <a:spLocks xmlns:a="http://schemas.openxmlformats.org/drawingml/2006/main"/>
          </p:cNvSpPr>
          <p:nvPr/>
        </p:nvSpPr>
        <p:spPr>
          <a:xfrm xmlns:a="http://schemas.openxmlformats.org/drawingml/2006/main">
            <a:off x="3067050" y="333375"/>
            <a:ext cx="3181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25" b="0">
                <a:solidFill>
                  <a:srgbClr val="52575F"/>
                </a:solidFill>
                <a:latin typeface="Arial"/>
                <a:ea typeface="Arial"/>
                <a:cs typeface="Arial"/>
              </a:defRPr>
            </a:pPr>
            <a:r>
              <a:rPr sz="825" b="0">
                <a:solidFill>
                  <a:srgbClr val="52575F"/>
                </a:solidFill>
                <a:latin typeface="Arial"/>
                <a:ea typeface="Arial"/>
                <a:cs typeface="Arial"/>
              </a:rPr>
              <a:t>Binary occupancy of the crossing</a:t>
            </a:r>
          </a:p>
        </p:txBody>
      </p:sp>
      <p:grpSp>
        <p:nvGrpSpPr>
          <p:cNvPr id="290" name="table-time-0"/>
          <p:cNvGrpSpPr/>
          <p:nvPr/>
        </p:nvGrpSpPr>
        <p:grpSpPr>
          <ns1:xfrm xmlns:ns1="http://schemas.openxmlformats.org/drawingml/2006/main">
            <ns1:off x="4084701" y="561975"/>
            <ns1:ext cx="345948" cy="259080"/>
            <ns1:chOff x="4084701" y="561975"/>
            <ns1:chExt cx="345948" cy="259080"/>
          </ns1:xfrm>
        </p:grpSpPr>
        <p:sp>
          <p:nvSpPr>
            <p:cNvPr id="30" name="table-time-0.0">
              <a:extLst xmlns:a="http://schemas.openxmlformats.org/drawingml/2006/main">
                <a:ext uri="{FF2B5EF4-FFF2-40B4-BE49-F238E27FC236}">
                  <a16:creationId xmlns:a16="http://schemas.microsoft.com/office/drawing/2014/main" id="{092E2C67-D298-4387-B4CA-9863EDFA9DD9}"/>
                </a:ext>
              </a:extLst>
            </p:cNvPr>
            <p:cNvSpPr>
              <a:spLocks xmlns:a="http://schemas.openxmlformats.org/drawingml/2006/main"/>
            </p:cNvSpPr>
            <p:nvPr/>
          </p:nvSpPr>
          <p:spPr>
            <a:xfrm xmlns:a="http://schemas.openxmlformats.org/drawingml/2006/main">
              <a:off x="4084701" y="561975"/>
              <a:ext cx="99060" cy="259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i="1">
                  <a:solidFill>
                    <a:srgbClr val="25282D"/>
                  </a:solidFill>
                  <a:latin typeface="Times New Roman"/>
                  <a:ea typeface="Times New Roman"/>
                  <a:cs typeface="Times New Roman"/>
                </a:defRPr>
              </a:pPr>
              <a:r>
                <a:rPr sz="1200" b="0" i="1">
                  <a:solidFill>
                    <a:srgbClr val="25282D"/>
                  </a:solidFill>
                  <a:latin typeface="Times New Roman"/>
                  <a:ea typeface="Times New Roman"/>
                  <a:cs typeface="Times New Roman"/>
                </a:rPr>
                <a:t>t</a:t>
              </a:r>
            </a:p>
          </p:txBody>
        </p:sp>
        <p:sp>
          <p:nvSpPr>
            <p:cNvPr id="31" name="table-time-0.1">
              <a:extLst xmlns:a="http://schemas.openxmlformats.org/drawingml/2006/main">
                <a:ext uri="{FF2B5EF4-FFF2-40B4-BE49-F238E27FC236}">
                  <a16:creationId xmlns:a16="http://schemas.microsoft.com/office/drawing/2014/main" id="{46D81760-F5DA-4471-8AFF-F8264D1EE4A3}"/>
                </a:ext>
              </a:extLst>
            </p:cNvPr>
            <p:cNvSpPr>
              <a:spLocks xmlns:a="http://schemas.openxmlformats.org/drawingml/2006/main"/>
            </p:cNvSpPr>
            <p:nvPr/>
          </p:nvSpPr>
          <p:spPr>
            <a:xfrm xmlns:a="http://schemas.openxmlformats.org/drawingml/2006/main">
              <a:off x="4128897" y="561975"/>
              <a:ext cx="220980" cy="259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i="0">
                  <a:solidFill>
                    <a:srgbClr val="25282D"/>
                  </a:solidFill>
                  <a:latin typeface="Times New Roman"/>
                  <a:ea typeface="Times New Roman"/>
                  <a:cs typeface="Times New Roman"/>
                </a:defRPr>
              </a:pPr>
              <a:r>
                <a:rPr sz="1200" b="0" i="0">
                  <a:solidFill>
                    <a:srgbClr val="25282D"/>
                  </a:solidFill>
                  <a:latin typeface="Times New Roman"/>
                  <a:ea typeface="Times New Roman"/>
                  <a:cs typeface="Times New Roman"/>
                </a:rPr>
                <a:t> = </a:t>
              </a:r>
            </a:p>
          </p:txBody>
        </p:sp>
        <p:sp>
          <p:nvSpPr>
            <p:cNvPr id="32" name="table-time-0.2">
              <a:extLst xmlns:a="http://schemas.openxmlformats.org/drawingml/2006/main">
                <a:ext uri="{FF2B5EF4-FFF2-40B4-BE49-F238E27FC236}">
                  <a16:creationId xmlns:a16="http://schemas.microsoft.com/office/drawing/2014/main" id="{C8128AAF-E03A-4AF5-9CD7-AEA7E86BEB94}"/>
                </a:ext>
              </a:extLst>
            </p:cNvPr>
            <p:cNvSpPr>
              <a:spLocks xmlns:a="http://schemas.openxmlformats.org/drawingml/2006/main"/>
            </p:cNvSpPr>
            <p:nvPr/>
          </p:nvSpPr>
          <p:spPr>
            <a:xfrm xmlns:a="http://schemas.openxmlformats.org/drawingml/2006/main">
              <a:off x="4311777" y="561975"/>
              <a:ext cx="118872" cy="259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i="0">
                  <a:solidFill>
                    <a:srgbClr val="25282D"/>
                  </a:solidFill>
                  <a:latin typeface="Times New Roman"/>
                  <a:ea typeface="Times New Roman"/>
                  <a:cs typeface="Times New Roman"/>
                </a:defRPr>
              </a:pPr>
              <a:r>
                <a:rPr sz="1200" b="0" i="0">
                  <a:solidFill>
                    <a:srgbClr val="25282D"/>
                  </a:solidFill>
                  <a:latin typeface="Times New Roman"/>
                  <a:ea typeface="Times New Roman"/>
                  <a:cs typeface="Times New Roman"/>
                </a:rPr>
                <a:t>0</a:t>
              </a:r>
            </a:p>
          </p:txBody>
        </p:sp>
      </p:grpSp>
      <p:grpSp>
        <p:nvGrpSpPr>
          <p:cNvPr id="291" name="table-time-1"/>
          <p:cNvGrpSpPr/>
          <p:nvPr/>
        </p:nvGrpSpPr>
        <p:grpSpPr>
          <ns1:xfrm xmlns:ns1="http://schemas.openxmlformats.org/drawingml/2006/main">
            <ns1:off x="4560951" y="561975"/>
            <ns1:ext cx="345948" cy="259080"/>
            <ns1:chOff x="4560951" y="561975"/>
            <ns1:chExt cx="345948" cy="259080"/>
          </ns1:xfrm>
        </p:grpSpPr>
        <p:sp>
          <p:nvSpPr>
            <p:cNvPr id="33" name="table-time-1.0">
              <a:extLst xmlns:a="http://schemas.openxmlformats.org/drawingml/2006/main">
                <a:ext uri="{FF2B5EF4-FFF2-40B4-BE49-F238E27FC236}">
                  <a16:creationId xmlns:a16="http://schemas.microsoft.com/office/drawing/2014/main" id="{8407E78E-5630-45B4-A907-6256F53FF804}"/>
                </a:ext>
              </a:extLst>
            </p:cNvPr>
            <p:cNvSpPr>
              <a:spLocks xmlns:a="http://schemas.openxmlformats.org/drawingml/2006/main"/>
            </p:cNvSpPr>
            <p:nvPr/>
          </p:nvSpPr>
          <p:spPr>
            <a:xfrm xmlns:a="http://schemas.openxmlformats.org/drawingml/2006/main">
              <a:off x="4560951" y="561975"/>
              <a:ext cx="99060" cy="259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i="1">
                  <a:solidFill>
                    <a:srgbClr val="25282D"/>
                  </a:solidFill>
                  <a:latin typeface="Times New Roman"/>
                  <a:ea typeface="Times New Roman"/>
                  <a:cs typeface="Times New Roman"/>
                </a:defRPr>
              </a:pPr>
              <a:r>
                <a:rPr sz="1200" b="0" i="1">
                  <a:solidFill>
                    <a:srgbClr val="25282D"/>
                  </a:solidFill>
                  <a:latin typeface="Times New Roman"/>
                  <a:ea typeface="Times New Roman"/>
                  <a:cs typeface="Times New Roman"/>
                </a:rPr>
                <a:t>t</a:t>
              </a:r>
            </a:p>
          </p:txBody>
        </p:sp>
        <p:sp>
          <p:nvSpPr>
            <p:cNvPr id="34" name="table-time-1.1">
              <a:extLst xmlns:a="http://schemas.openxmlformats.org/drawingml/2006/main">
                <a:ext uri="{FF2B5EF4-FFF2-40B4-BE49-F238E27FC236}">
                  <a16:creationId xmlns:a16="http://schemas.microsoft.com/office/drawing/2014/main" id="{A260320B-7AFC-445B-8283-E113FC7ED5AF}"/>
                </a:ext>
              </a:extLst>
            </p:cNvPr>
            <p:cNvSpPr>
              <a:spLocks xmlns:a="http://schemas.openxmlformats.org/drawingml/2006/main"/>
            </p:cNvSpPr>
            <p:nvPr/>
          </p:nvSpPr>
          <p:spPr>
            <a:xfrm xmlns:a="http://schemas.openxmlformats.org/drawingml/2006/main">
              <a:off x="4605147" y="561975"/>
              <a:ext cx="220980" cy="259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i="0">
                  <a:solidFill>
                    <a:srgbClr val="25282D"/>
                  </a:solidFill>
                  <a:latin typeface="Times New Roman"/>
                  <a:ea typeface="Times New Roman"/>
                  <a:cs typeface="Times New Roman"/>
                </a:defRPr>
              </a:pPr>
              <a:r>
                <a:rPr sz="1200" b="0" i="0">
                  <a:solidFill>
                    <a:srgbClr val="25282D"/>
                  </a:solidFill>
                  <a:latin typeface="Times New Roman"/>
                  <a:ea typeface="Times New Roman"/>
                  <a:cs typeface="Times New Roman"/>
                </a:rPr>
                <a:t> = </a:t>
              </a:r>
            </a:p>
          </p:txBody>
        </p:sp>
        <p:sp>
          <p:nvSpPr>
            <p:cNvPr id="35" name="table-time-1.2">
              <a:extLst xmlns:a="http://schemas.openxmlformats.org/drawingml/2006/main">
                <a:ext uri="{FF2B5EF4-FFF2-40B4-BE49-F238E27FC236}">
                  <a16:creationId xmlns:a16="http://schemas.microsoft.com/office/drawing/2014/main" id="{AB463816-54E9-4CF3-B99F-A6084C012A07}"/>
                </a:ext>
              </a:extLst>
            </p:cNvPr>
            <p:cNvSpPr>
              <a:spLocks xmlns:a="http://schemas.openxmlformats.org/drawingml/2006/main"/>
            </p:cNvSpPr>
            <p:nvPr/>
          </p:nvSpPr>
          <p:spPr>
            <a:xfrm xmlns:a="http://schemas.openxmlformats.org/drawingml/2006/main">
              <a:off x="4788027" y="561975"/>
              <a:ext cx="118872" cy="259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i="0">
                  <a:solidFill>
                    <a:srgbClr val="25282D"/>
                  </a:solidFill>
                  <a:latin typeface="Times New Roman"/>
                  <a:ea typeface="Times New Roman"/>
                  <a:cs typeface="Times New Roman"/>
                </a:defRPr>
              </a:pPr>
              <a:r>
                <a:rPr sz="1200" b="0" i="0">
                  <a:solidFill>
                    <a:srgbClr val="25282D"/>
                  </a:solidFill>
                  <a:latin typeface="Times New Roman"/>
                  <a:ea typeface="Times New Roman"/>
                  <a:cs typeface="Times New Roman"/>
                </a:rPr>
                <a:t>1</a:t>
              </a:r>
            </a:p>
          </p:txBody>
        </p:sp>
      </p:grpSp>
      <p:grpSp>
        <p:nvGrpSpPr>
          <p:cNvPr id="292" name="table-time-2"/>
          <p:cNvGrpSpPr/>
          <p:nvPr/>
        </p:nvGrpSpPr>
        <p:grpSpPr>
          <ns1:xfrm xmlns:ns1="http://schemas.openxmlformats.org/drawingml/2006/main">
            <ns1:off x="5037201" y="561975"/>
            <ns1:ext cx="345948" cy="259080"/>
            <ns1:chOff x="5037201" y="561975"/>
            <ns1:chExt cx="345948" cy="259080"/>
          </ns1:xfrm>
        </p:grpSpPr>
        <p:sp>
          <p:nvSpPr>
            <p:cNvPr id="36" name="table-time-2.0">
              <a:extLst xmlns:a="http://schemas.openxmlformats.org/drawingml/2006/main">
                <a:ext uri="{FF2B5EF4-FFF2-40B4-BE49-F238E27FC236}">
                  <a16:creationId xmlns:a16="http://schemas.microsoft.com/office/drawing/2014/main" id="{7B65A0C9-0C4B-46DB-B111-FDF41255B13F}"/>
                </a:ext>
              </a:extLst>
            </p:cNvPr>
            <p:cNvSpPr>
              <a:spLocks xmlns:a="http://schemas.openxmlformats.org/drawingml/2006/main"/>
            </p:cNvSpPr>
            <p:nvPr/>
          </p:nvSpPr>
          <p:spPr>
            <a:xfrm xmlns:a="http://schemas.openxmlformats.org/drawingml/2006/main">
              <a:off x="5037201" y="561975"/>
              <a:ext cx="99060" cy="259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i="1">
                  <a:solidFill>
                    <a:srgbClr val="25282D"/>
                  </a:solidFill>
                  <a:latin typeface="Times New Roman"/>
                  <a:ea typeface="Times New Roman"/>
                  <a:cs typeface="Times New Roman"/>
                </a:defRPr>
              </a:pPr>
              <a:r>
                <a:rPr sz="1200" b="0" i="1">
                  <a:solidFill>
                    <a:srgbClr val="25282D"/>
                  </a:solidFill>
                  <a:latin typeface="Times New Roman"/>
                  <a:ea typeface="Times New Roman"/>
                  <a:cs typeface="Times New Roman"/>
                </a:rPr>
                <a:t>t</a:t>
              </a:r>
            </a:p>
          </p:txBody>
        </p:sp>
        <p:sp>
          <p:nvSpPr>
            <p:cNvPr id="37" name="table-time-2.1">
              <a:extLst xmlns:a="http://schemas.openxmlformats.org/drawingml/2006/main">
                <a:ext uri="{FF2B5EF4-FFF2-40B4-BE49-F238E27FC236}">
                  <a16:creationId xmlns:a16="http://schemas.microsoft.com/office/drawing/2014/main" id="{88AD0116-66EE-423A-9B95-9B90253C1728}"/>
                </a:ext>
              </a:extLst>
            </p:cNvPr>
            <p:cNvSpPr>
              <a:spLocks xmlns:a="http://schemas.openxmlformats.org/drawingml/2006/main"/>
            </p:cNvSpPr>
            <p:nvPr/>
          </p:nvSpPr>
          <p:spPr>
            <a:xfrm xmlns:a="http://schemas.openxmlformats.org/drawingml/2006/main">
              <a:off x="5081397" y="561975"/>
              <a:ext cx="220980" cy="259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i="0">
                  <a:solidFill>
                    <a:srgbClr val="25282D"/>
                  </a:solidFill>
                  <a:latin typeface="Times New Roman"/>
                  <a:ea typeface="Times New Roman"/>
                  <a:cs typeface="Times New Roman"/>
                </a:defRPr>
              </a:pPr>
              <a:r>
                <a:rPr sz="1200" b="0" i="0">
                  <a:solidFill>
                    <a:srgbClr val="25282D"/>
                  </a:solidFill>
                  <a:latin typeface="Times New Roman"/>
                  <a:ea typeface="Times New Roman"/>
                  <a:cs typeface="Times New Roman"/>
                </a:rPr>
                <a:t> = </a:t>
              </a:r>
            </a:p>
          </p:txBody>
        </p:sp>
        <p:sp>
          <p:nvSpPr>
            <p:cNvPr id="38" name="table-time-2.2">
              <a:extLst xmlns:a="http://schemas.openxmlformats.org/drawingml/2006/main">
                <a:ext uri="{FF2B5EF4-FFF2-40B4-BE49-F238E27FC236}">
                  <a16:creationId xmlns:a16="http://schemas.microsoft.com/office/drawing/2014/main" id="{DE46D8C9-6C66-49B1-957F-1B7E5C07776B}"/>
                </a:ext>
              </a:extLst>
            </p:cNvPr>
            <p:cNvSpPr>
              <a:spLocks xmlns:a="http://schemas.openxmlformats.org/drawingml/2006/main"/>
            </p:cNvSpPr>
            <p:nvPr/>
          </p:nvSpPr>
          <p:spPr>
            <a:xfrm xmlns:a="http://schemas.openxmlformats.org/drawingml/2006/main">
              <a:off x="5264277" y="561975"/>
              <a:ext cx="118872" cy="259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i="0">
                  <a:solidFill>
                    <a:srgbClr val="25282D"/>
                  </a:solidFill>
                  <a:latin typeface="Times New Roman"/>
                  <a:ea typeface="Times New Roman"/>
                  <a:cs typeface="Times New Roman"/>
                </a:defRPr>
              </a:pPr>
              <a:r>
                <a:rPr sz="1200" b="0" i="0">
                  <a:solidFill>
                    <a:srgbClr val="25282D"/>
                  </a:solidFill>
                  <a:latin typeface="Times New Roman"/>
                  <a:ea typeface="Times New Roman"/>
                  <a:cs typeface="Times New Roman"/>
                </a:rPr>
                <a:t>2</a:t>
              </a:r>
            </a:p>
          </p:txBody>
        </p:sp>
      </p:grpSp>
      <p:grpSp>
        <p:nvGrpSpPr>
          <p:cNvPr id="293" name="table-time-3"/>
          <p:cNvGrpSpPr/>
          <p:nvPr/>
        </p:nvGrpSpPr>
        <p:grpSpPr>
          <ns1:xfrm xmlns:ns1="http://schemas.openxmlformats.org/drawingml/2006/main">
            <ns1:off x="5513451" y="561975"/>
            <ns1:ext cx="345948" cy="259080"/>
            <ns1:chOff x="5513451" y="561975"/>
            <ns1:chExt cx="345948" cy="259080"/>
          </ns1:xfrm>
        </p:grpSpPr>
        <p:sp>
          <p:nvSpPr>
            <p:cNvPr id="39" name="table-time-3.0">
              <a:extLst xmlns:a="http://schemas.openxmlformats.org/drawingml/2006/main">
                <a:ext uri="{FF2B5EF4-FFF2-40B4-BE49-F238E27FC236}">
                  <a16:creationId xmlns:a16="http://schemas.microsoft.com/office/drawing/2014/main" id="{B61F7F3C-1996-47A9-B2BC-9B1CDD3A96A9}"/>
                </a:ext>
              </a:extLst>
            </p:cNvPr>
            <p:cNvSpPr>
              <a:spLocks xmlns:a="http://schemas.openxmlformats.org/drawingml/2006/main"/>
            </p:cNvSpPr>
            <p:nvPr/>
          </p:nvSpPr>
          <p:spPr>
            <a:xfrm xmlns:a="http://schemas.openxmlformats.org/drawingml/2006/main">
              <a:off x="5513451" y="561975"/>
              <a:ext cx="99060" cy="259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i="1">
                  <a:solidFill>
                    <a:srgbClr val="25282D"/>
                  </a:solidFill>
                  <a:latin typeface="Times New Roman"/>
                  <a:ea typeface="Times New Roman"/>
                  <a:cs typeface="Times New Roman"/>
                </a:defRPr>
              </a:pPr>
              <a:r>
                <a:rPr sz="1200" b="0" i="1">
                  <a:solidFill>
                    <a:srgbClr val="25282D"/>
                  </a:solidFill>
                  <a:latin typeface="Times New Roman"/>
                  <a:ea typeface="Times New Roman"/>
                  <a:cs typeface="Times New Roman"/>
                </a:rPr>
                <a:t>t</a:t>
              </a:r>
            </a:p>
          </p:txBody>
        </p:sp>
        <p:sp>
          <p:nvSpPr>
            <p:cNvPr id="40" name="table-time-3.1">
              <a:extLst xmlns:a="http://schemas.openxmlformats.org/drawingml/2006/main">
                <a:ext uri="{FF2B5EF4-FFF2-40B4-BE49-F238E27FC236}">
                  <a16:creationId xmlns:a16="http://schemas.microsoft.com/office/drawing/2014/main" id="{A7F213A0-FD6F-487C-8506-0FCDF8164276}"/>
                </a:ext>
              </a:extLst>
            </p:cNvPr>
            <p:cNvSpPr>
              <a:spLocks xmlns:a="http://schemas.openxmlformats.org/drawingml/2006/main"/>
            </p:cNvSpPr>
            <p:nvPr/>
          </p:nvSpPr>
          <p:spPr>
            <a:xfrm xmlns:a="http://schemas.openxmlformats.org/drawingml/2006/main">
              <a:off x="5557647" y="561975"/>
              <a:ext cx="220980" cy="259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i="0">
                  <a:solidFill>
                    <a:srgbClr val="25282D"/>
                  </a:solidFill>
                  <a:latin typeface="Times New Roman"/>
                  <a:ea typeface="Times New Roman"/>
                  <a:cs typeface="Times New Roman"/>
                </a:defRPr>
              </a:pPr>
              <a:r>
                <a:rPr sz="1200" b="0" i="0">
                  <a:solidFill>
                    <a:srgbClr val="25282D"/>
                  </a:solidFill>
                  <a:latin typeface="Times New Roman"/>
                  <a:ea typeface="Times New Roman"/>
                  <a:cs typeface="Times New Roman"/>
                </a:rPr>
                <a:t> = </a:t>
              </a:r>
            </a:p>
          </p:txBody>
        </p:sp>
        <p:sp>
          <p:nvSpPr>
            <p:cNvPr id="41" name="table-time-3.2">
              <a:extLst xmlns:a="http://schemas.openxmlformats.org/drawingml/2006/main">
                <a:ext uri="{FF2B5EF4-FFF2-40B4-BE49-F238E27FC236}">
                  <a16:creationId xmlns:a16="http://schemas.microsoft.com/office/drawing/2014/main" id="{F71A80B5-420B-4957-BFA0-A1A28C313258}"/>
                </a:ext>
              </a:extLst>
            </p:cNvPr>
            <p:cNvSpPr>
              <a:spLocks xmlns:a="http://schemas.openxmlformats.org/drawingml/2006/main"/>
            </p:cNvSpPr>
            <p:nvPr/>
          </p:nvSpPr>
          <p:spPr>
            <a:xfrm xmlns:a="http://schemas.openxmlformats.org/drawingml/2006/main">
              <a:off x="5740527" y="561975"/>
              <a:ext cx="118872" cy="259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i="0">
                  <a:solidFill>
                    <a:srgbClr val="25282D"/>
                  </a:solidFill>
                  <a:latin typeface="Times New Roman"/>
                  <a:ea typeface="Times New Roman"/>
                  <a:cs typeface="Times New Roman"/>
                </a:defRPr>
              </a:pPr>
              <a:r>
                <a:rPr sz="1200" b="0" i="0">
                  <a:solidFill>
                    <a:srgbClr val="25282D"/>
                  </a:solidFill>
                  <a:latin typeface="Times New Roman"/>
                  <a:ea typeface="Times New Roman"/>
                  <a:cs typeface="Times New Roman"/>
                </a:rPr>
                <a:t>3</a:t>
              </a:r>
            </a:p>
          </p:txBody>
        </p:sp>
      </p:grpSp>
      <p:grpSp>
        <p:nvGrpSpPr>
          <p:cNvPr id="294" name="row-A"/>
          <p:cNvGrpSpPr/>
          <p:nvPr/>
        </p:nvGrpSpPr>
        <p:grpSpPr>
          <ns1:xfrm xmlns:ns1="http://schemas.openxmlformats.org/drawingml/2006/main">
            <ns1:off x="3445657" y="866775"/>
            <ns1:ext cx="378357" cy="291465"/>
            <ns1:chOff x="3445657" y="866775"/>
            <ns1:chExt cx="378357" cy="291465"/>
          </ns1:xfrm>
        </p:grpSpPr>
        <p:sp>
          <p:nvSpPr>
            <p:cNvPr id="42" name="row-A.0">
              <a:extLst xmlns:a="http://schemas.openxmlformats.org/drawingml/2006/main">
                <a:ext uri="{FF2B5EF4-FFF2-40B4-BE49-F238E27FC236}">
                  <a16:creationId xmlns:a16="http://schemas.microsoft.com/office/drawing/2014/main" id="{48345C19-A759-4393-8DCD-EBDB6EC5DF1D}"/>
                </a:ext>
              </a:extLst>
            </p:cNvPr>
            <p:cNvSpPr>
              <a:spLocks xmlns:a="http://schemas.openxmlformats.org/drawingml/2006/main"/>
            </p:cNvSpPr>
            <p:nvPr/>
          </p:nvSpPr>
          <p:spPr>
            <a:xfrm xmlns:a="http://schemas.openxmlformats.org/drawingml/2006/main">
              <a:off x="3445657" y="866775"/>
              <a:ext cx="111443" cy="2914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i="1">
                  <a:solidFill>
                    <a:srgbClr val="25282D"/>
                  </a:solidFill>
                  <a:latin typeface="Times New Roman"/>
                  <a:ea typeface="Times New Roman"/>
                  <a:cs typeface="Times New Roman"/>
                </a:defRPr>
              </a:pPr>
              <a:r>
                <a:rPr sz="1350" b="0" i="1">
                  <a:solidFill>
                    <a:srgbClr val="25282D"/>
                  </a:solidFill>
                  <a:latin typeface="Times New Roman"/>
                  <a:ea typeface="Times New Roman"/>
                  <a:cs typeface="Times New Roman"/>
                </a:rPr>
                <a:t>r</a:t>
              </a:r>
            </a:p>
          </p:txBody>
        </p:sp>
        <p:sp>
          <p:nvSpPr>
            <p:cNvPr id="43" name="row-A.1">
              <a:extLst xmlns:a="http://schemas.openxmlformats.org/drawingml/2006/main">
                <a:ext uri="{FF2B5EF4-FFF2-40B4-BE49-F238E27FC236}">
                  <a16:creationId xmlns:a16="http://schemas.microsoft.com/office/drawing/2014/main" id="{F5406FB9-2470-4226-8526-CA45386EE1C9}"/>
                </a:ext>
              </a:extLst>
            </p:cNvPr>
            <p:cNvSpPr>
              <a:spLocks xmlns:a="http://schemas.openxmlformats.org/drawingml/2006/main"/>
            </p:cNvSpPr>
            <p:nvPr/>
          </p:nvSpPr>
          <p:spPr>
            <a:xfrm xmlns:a="http://schemas.openxmlformats.org/drawingml/2006/main">
              <a:off x="3515952" y="949071"/>
              <a:ext cx="126705" cy="1981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18" b="0" i="0">
                  <a:solidFill>
                    <a:srgbClr val="25282D"/>
                  </a:solidFill>
                  <a:latin typeface="Times New Roman"/>
                  <a:ea typeface="Times New Roman"/>
                  <a:cs typeface="Times New Roman"/>
                </a:defRPr>
              </a:pPr>
              <a:r>
                <a:rPr sz="918" b="0" i="0">
                  <a:solidFill>
                    <a:srgbClr val="25282D"/>
                  </a:solidFill>
                  <a:latin typeface="Times New Roman"/>
                  <a:ea typeface="Times New Roman"/>
                  <a:cs typeface="Times New Roman"/>
                </a:rPr>
                <a:t>A</a:t>
              </a:r>
            </a:p>
          </p:txBody>
        </p:sp>
        <p:sp>
          <p:nvSpPr>
            <p:cNvPr id="44" name="row-A.2">
              <a:extLst xmlns:a="http://schemas.openxmlformats.org/drawingml/2006/main">
                <a:ext uri="{FF2B5EF4-FFF2-40B4-BE49-F238E27FC236}">
                  <a16:creationId xmlns:a16="http://schemas.microsoft.com/office/drawing/2014/main" id="{DAA9F200-FBAD-4B17-875A-545C937326A7}"/>
                </a:ext>
              </a:extLst>
            </p:cNvPr>
            <p:cNvSpPr>
              <a:spLocks xmlns:a="http://schemas.openxmlformats.org/drawingml/2006/main"/>
            </p:cNvSpPr>
            <p:nvPr/>
          </p:nvSpPr>
          <p:spPr>
            <a:xfrm xmlns:a="http://schemas.openxmlformats.org/drawingml/2006/main">
              <a:off x="3604557" y="866775"/>
              <a:ext cx="111443" cy="2914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i="0">
                  <a:solidFill>
                    <a:srgbClr val="25282D"/>
                  </a:solidFill>
                  <a:latin typeface="Times New Roman"/>
                  <a:ea typeface="Times New Roman"/>
                  <a:cs typeface="Times New Roman"/>
                </a:defRPr>
              </a:pPr>
              <a:r>
                <a:rPr sz="1350" b="0" i="0">
                  <a:solidFill>
                    <a:srgbClr val="25282D"/>
                  </a:solidFill>
                  <a:latin typeface="Times New Roman"/>
                  <a:ea typeface="Times New Roman"/>
                  <a:cs typeface="Times New Roman"/>
                </a:rPr>
                <a:t>(</a:t>
              </a:r>
            </a:p>
          </p:txBody>
        </p:sp>
        <p:sp>
          <p:nvSpPr>
            <p:cNvPr id="45" name="row-A.3">
              <a:extLst xmlns:a="http://schemas.openxmlformats.org/drawingml/2006/main">
                <a:ext uri="{FF2B5EF4-FFF2-40B4-BE49-F238E27FC236}">
                  <a16:creationId xmlns:a16="http://schemas.microsoft.com/office/drawing/2014/main" id="{FC91010C-DC48-4962-B6AB-5A96F1368279}"/>
                </a:ext>
              </a:extLst>
            </p:cNvPr>
            <p:cNvSpPr>
              <a:spLocks xmlns:a="http://schemas.openxmlformats.org/drawingml/2006/main"/>
            </p:cNvSpPr>
            <p:nvPr/>
          </p:nvSpPr>
          <p:spPr>
            <a:xfrm xmlns:a="http://schemas.openxmlformats.org/drawingml/2006/main">
              <a:off x="3662850" y="866775"/>
              <a:ext cx="111443" cy="2914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i="1">
                  <a:solidFill>
                    <a:srgbClr val="25282D"/>
                  </a:solidFill>
                  <a:latin typeface="Times New Roman"/>
                  <a:ea typeface="Times New Roman"/>
                  <a:cs typeface="Times New Roman"/>
                </a:defRPr>
              </a:pPr>
              <a:r>
                <a:rPr sz="1350" b="0" i="1">
                  <a:solidFill>
                    <a:srgbClr val="25282D"/>
                  </a:solidFill>
                  <a:latin typeface="Times New Roman"/>
                  <a:ea typeface="Times New Roman"/>
                  <a:cs typeface="Times New Roman"/>
                </a:rPr>
                <a:t>t</a:t>
              </a:r>
            </a:p>
          </p:txBody>
        </p:sp>
        <p:sp>
          <p:nvSpPr>
            <p:cNvPr id="46" name="row-A.4">
              <a:extLst xmlns:a="http://schemas.openxmlformats.org/drawingml/2006/main">
                <a:ext uri="{FF2B5EF4-FFF2-40B4-BE49-F238E27FC236}">
                  <a16:creationId xmlns:a16="http://schemas.microsoft.com/office/drawing/2014/main" id="{4CD00E6A-115C-45DE-AA97-B88C8F25F733}"/>
                </a:ext>
              </a:extLst>
            </p:cNvPr>
            <p:cNvSpPr>
              <a:spLocks xmlns:a="http://schemas.openxmlformats.org/drawingml/2006/main"/>
            </p:cNvSpPr>
            <p:nvPr/>
          </p:nvSpPr>
          <p:spPr>
            <a:xfrm xmlns:a="http://schemas.openxmlformats.org/drawingml/2006/main">
              <a:off x="3712571" y="866775"/>
              <a:ext cx="111443" cy="2914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i="0">
                  <a:solidFill>
                    <a:srgbClr val="25282D"/>
                  </a:solidFill>
                  <a:latin typeface="Times New Roman"/>
                  <a:ea typeface="Times New Roman"/>
                  <a:cs typeface="Times New Roman"/>
                </a:defRPr>
              </a:pPr>
              <a:r>
                <a:rPr sz="1350" b="0" i="0">
                  <a:solidFill>
                    <a:srgbClr val="25282D"/>
                  </a:solidFill>
                  <a:latin typeface="Times New Roman"/>
                  <a:ea typeface="Times New Roman"/>
                  <a:cs typeface="Times New Roman"/>
                </a:rPr>
                <a:t>)</a:t>
              </a:r>
            </a:p>
          </p:txBody>
        </p:sp>
      </p:grpSp>
      <p:grpSp>
        <p:nvGrpSpPr>
          <p:cNvPr id="295" name="row-B"/>
          <p:cNvGrpSpPr/>
          <p:nvPr/>
        </p:nvGrpSpPr>
        <p:grpSpPr>
          <ns1:xfrm xmlns:ns1="http://schemas.openxmlformats.org/drawingml/2006/main">
            <ns1:off x="3449155" y="1285875"/>
            <ns1:ext cx="371361" cy="291465"/>
            <ns1:chOff x="3449155" y="1285875"/>
            <ns1:chExt cx="371361" cy="291465"/>
          </ns1:xfrm>
        </p:grpSpPr>
        <p:sp>
          <p:nvSpPr>
            <p:cNvPr id="47" name="row-B.0">
              <a:extLst xmlns:a="http://schemas.openxmlformats.org/drawingml/2006/main">
                <a:ext uri="{FF2B5EF4-FFF2-40B4-BE49-F238E27FC236}">
                  <a16:creationId xmlns:a16="http://schemas.microsoft.com/office/drawing/2014/main" id="{5B98056D-D700-4CBC-951D-B18AB1BB4C79}"/>
                </a:ext>
              </a:extLst>
            </p:cNvPr>
            <p:cNvSpPr>
              <a:spLocks xmlns:a="http://schemas.openxmlformats.org/drawingml/2006/main"/>
            </p:cNvSpPr>
            <p:nvPr/>
          </p:nvSpPr>
          <p:spPr>
            <a:xfrm xmlns:a="http://schemas.openxmlformats.org/drawingml/2006/main">
              <a:off x="3449155" y="1285875"/>
              <a:ext cx="111443" cy="2914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i="1">
                  <a:solidFill>
                    <a:srgbClr val="25282D"/>
                  </a:solidFill>
                  <a:latin typeface="Times New Roman"/>
                  <a:ea typeface="Times New Roman"/>
                  <a:cs typeface="Times New Roman"/>
                </a:defRPr>
              </a:pPr>
              <a:r>
                <a:rPr sz="1350" b="0" i="1">
                  <a:solidFill>
                    <a:srgbClr val="25282D"/>
                  </a:solidFill>
                  <a:latin typeface="Times New Roman"/>
                  <a:ea typeface="Times New Roman"/>
                  <a:cs typeface="Times New Roman"/>
                </a:rPr>
                <a:t>r</a:t>
              </a:r>
            </a:p>
          </p:txBody>
        </p:sp>
        <p:sp>
          <p:nvSpPr>
            <p:cNvPr id="48" name="row-B.1">
              <a:extLst xmlns:a="http://schemas.openxmlformats.org/drawingml/2006/main">
                <a:ext uri="{FF2B5EF4-FFF2-40B4-BE49-F238E27FC236}">
                  <a16:creationId xmlns:a16="http://schemas.microsoft.com/office/drawing/2014/main" id="{6C62E822-D6F1-4D64-8307-286B440CA837}"/>
                </a:ext>
              </a:extLst>
            </p:cNvPr>
            <p:cNvSpPr>
              <a:spLocks xmlns:a="http://schemas.openxmlformats.org/drawingml/2006/main"/>
            </p:cNvSpPr>
            <p:nvPr/>
          </p:nvSpPr>
          <p:spPr>
            <a:xfrm xmlns:a="http://schemas.openxmlformats.org/drawingml/2006/main">
              <a:off x="3519449" y="1368171"/>
              <a:ext cx="119710" cy="1981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18" b="0" i="0">
                  <a:solidFill>
                    <a:srgbClr val="25282D"/>
                  </a:solidFill>
                  <a:latin typeface="Times New Roman"/>
                  <a:ea typeface="Times New Roman"/>
                  <a:cs typeface="Times New Roman"/>
                </a:defRPr>
              </a:pPr>
              <a:r>
                <a:rPr sz="918" b="0" i="0">
                  <a:solidFill>
                    <a:srgbClr val="25282D"/>
                  </a:solidFill>
                  <a:latin typeface="Times New Roman"/>
                  <a:ea typeface="Times New Roman"/>
                  <a:cs typeface="Times New Roman"/>
                </a:rPr>
                <a:t>B</a:t>
              </a:r>
            </a:p>
          </p:txBody>
        </p:sp>
        <p:sp>
          <p:nvSpPr>
            <p:cNvPr id="49" name="row-B.2">
              <a:extLst xmlns:a="http://schemas.openxmlformats.org/drawingml/2006/main">
                <a:ext uri="{FF2B5EF4-FFF2-40B4-BE49-F238E27FC236}">
                  <a16:creationId xmlns:a16="http://schemas.microsoft.com/office/drawing/2014/main" id="{F2C36BC9-8769-41C7-B120-96259E90F6FF}"/>
                </a:ext>
              </a:extLst>
            </p:cNvPr>
            <p:cNvSpPr>
              <a:spLocks xmlns:a="http://schemas.openxmlformats.org/drawingml/2006/main"/>
            </p:cNvSpPr>
            <p:nvPr/>
          </p:nvSpPr>
          <p:spPr>
            <a:xfrm xmlns:a="http://schemas.openxmlformats.org/drawingml/2006/main">
              <a:off x="3601060" y="1285875"/>
              <a:ext cx="111443" cy="2914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i="0">
                  <a:solidFill>
                    <a:srgbClr val="25282D"/>
                  </a:solidFill>
                  <a:latin typeface="Times New Roman"/>
                  <a:ea typeface="Times New Roman"/>
                  <a:cs typeface="Times New Roman"/>
                </a:defRPr>
              </a:pPr>
              <a:r>
                <a:rPr sz="1350" b="0" i="0">
                  <a:solidFill>
                    <a:srgbClr val="25282D"/>
                  </a:solidFill>
                  <a:latin typeface="Times New Roman"/>
                  <a:ea typeface="Times New Roman"/>
                  <a:cs typeface="Times New Roman"/>
                </a:rPr>
                <a:t>(</a:t>
              </a:r>
            </a:p>
          </p:txBody>
        </p:sp>
        <p:sp>
          <p:nvSpPr>
            <p:cNvPr id="50" name="row-B.3">
              <a:extLst xmlns:a="http://schemas.openxmlformats.org/drawingml/2006/main">
                <a:ext uri="{FF2B5EF4-FFF2-40B4-BE49-F238E27FC236}">
                  <a16:creationId xmlns:a16="http://schemas.microsoft.com/office/drawing/2014/main" id="{3DE69F7B-04B4-4416-B720-BA7AAA3BF34B}"/>
                </a:ext>
              </a:extLst>
            </p:cNvPr>
            <p:cNvSpPr>
              <a:spLocks xmlns:a="http://schemas.openxmlformats.org/drawingml/2006/main"/>
            </p:cNvSpPr>
            <p:nvPr/>
          </p:nvSpPr>
          <p:spPr>
            <a:xfrm xmlns:a="http://schemas.openxmlformats.org/drawingml/2006/main">
              <a:off x="3659353" y="1285875"/>
              <a:ext cx="111443" cy="2914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i="1">
                  <a:solidFill>
                    <a:srgbClr val="25282D"/>
                  </a:solidFill>
                  <a:latin typeface="Times New Roman"/>
                  <a:ea typeface="Times New Roman"/>
                  <a:cs typeface="Times New Roman"/>
                </a:defRPr>
              </a:pPr>
              <a:r>
                <a:rPr sz="1350" b="0" i="1">
                  <a:solidFill>
                    <a:srgbClr val="25282D"/>
                  </a:solidFill>
                  <a:latin typeface="Times New Roman"/>
                  <a:ea typeface="Times New Roman"/>
                  <a:cs typeface="Times New Roman"/>
                </a:rPr>
                <a:t>t</a:t>
              </a:r>
            </a:p>
          </p:txBody>
        </p:sp>
        <p:sp>
          <p:nvSpPr>
            <p:cNvPr id="51" name="row-B.4">
              <a:extLst xmlns:a="http://schemas.openxmlformats.org/drawingml/2006/main">
                <a:ext uri="{FF2B5EF4-FFF2-40B4-BE49-F238E27FC236}">
                  <a16:creationId xmlns:a16="http://schemas.microsoft.com/office/drawing/2014/main" id="{BA9A6E60-C766-4551-BDB0-DA8446FBD476}"/>
                </a:ext>
              </a:extLst>
            </p:cNvPr>
            <p:cNvSpPr>
              <a:spLocks xmlns:a="http://schemas.openxmlformats.org/drawingml/2006/main"/>
            </p:cNvSpPr>
            <p:nvPr/>
          </p:nvSpPr>
          <p:spPr>
            <a:xfrm xmlns:a="http://schemas.openxmlformats.org/drawingml/2006/main">
              <a:off x="3709073" y="1285875"/>
              <a:ext cx="111443" cy="2914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i="0">
                  <a:solidFill>
                    <a:srgbClr val="25282D"/>
                  </a:solidFill>
                  <a:latin typeface="Times New Roman"/>
                  <a:ea typeface="Times New Roman"/>
                  <a:cs typeface="Times New Roman"/>
                </a:defRPr>
              </a:pPr>
              <a:r>
                <a:rPr sz="1350" b="0" i="0">
                  <a:solidFill>
                    <a:srgbClr val="25282D"/>
                  </a:solidFill>
                  <a:latin typeface="Times New Roman"/>
                  <a:ea typeface="Times New Roman"/>
                  <a:cs typeface="Times New Roman"/>
                </a:rPr>
                <a:t>)</a:t>
              </a:r>
            </a:p>
          </p:txBody>
        </p:sp>
      </p:grpSp>
      <p:sp>
        <p:nvSpPr>
          <p:cNvPr id="52" name="reservation-A-0">
            <a:extLst xmlns:a="http://schemas.openxmlformats.org/drawingml/2006/main">
              <a:ext uri="{FF2B5EF4-FFF2-40B4-BE49-F238E27FC236}">
                <a16:creationId xmlns:a16="http://schemas.microsoft.com/office/drawing/2014/main" id="{B620E162-DDA4-4C3E-91F1-41DC108F00D4}"/>
              </a:ext>
            </a:extLst>
          </p:cNvPr>
          <p:cNvSpPr>
            <a:spLocks xmlns:a="http://schemas.openxmlformats.org/drawingml/2006/main"/>
          </p:cNvSpPr>
          <p:nvPr/>
        </p:nvSpPr>
        <p:spPr>
          <a:xfrm xmlns:a="http://schemas.openxmlformats.org/drawingml/2006/main">
            <a:off x="4000500" y="819150"/>
            <a:ext cx="476250" cy="342900"/>
          </a:xfrm>
          <a:prstGeom xmlns:a="http://schemas.openxmlformats.org/drawingml/2006/main" prst="rect">
            <a:avLst/>
          </a:prstGeom>
          <a:solidFill xmlns:a="http://schemas.openxmlformats.org/drawingml/2006/main">
            <a:srgbClr val="FFFFFF"/>
          </a:solidFill>
          <a:ln xmlns:a="http://schemas.openxmlformats.org/drawingml/2006/main" w="6668">
            <a:solidFill>
              <a:srgbClr val="B7BDC5"/>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 b="0">
                <a:solidFill>
                  <a:srgbClr val="52575F"/>
                </a:solidFill>
                <a:latin typeface="Arial"/>
                <a:ea typeface="Arial"/>
                <a:cs typeface="Arial"/>
              </a:defRPr>
            </a:pPr>
            <a:r>
              <a:rPr sz="1125" b="0">
                <a:solidFill>
                  <a:srgbClr val="52575F"/>
                </a:solidFill>
                <a:latin typeface="Arial"/>
                <a:ea typeface="Arial"/>
                <a:cs typeface="Arial"/>
              </a:rPr>
              <a:t>0</a:t>
            </a:r>
          </a:p>
        </p:txBody>
      </p:sp>
      <p:sp>
        <p:nvSpPr>
          <p:cNvPr id="53" name="reservation-A-1">
            <a:extLst xmlns:a="http://schemas.openxmlformats.org/drawingml/2006/main">
              <a:ext uri="{FF2B5EF4-FFF2-40B4-BE49-F238E27FC236}">
                <a16:creationId xmlns:a16="http://schemas.microsoft.com/office/drawing/2014/main" id="{909E450A-6802-490D-8FC8-47D6A905F48E}"/>
              </a:ext>
            </a:extLst>
          </p:cNvPr>
          <p:cNvSpPr>
            <a:spLocks xmlns:a="http://schemas.openxmlformats.org/drawingml/2006/main"/>
          </p:cNvSpPr>
          <p:nvPr/>
        </p:nvSpPr>
        <p:spPr>
          <a:xfrm xmlns:a="http://schemas.openxmlformats.org/drawingml/2006/main">
            <a:off x="4476750" y="819150"/>
            <a:ext cx="476250" cy="342900"/>
          </a:xfrm>
          <a:prstGeom xmlns:a="http://schemas.openxmlformats.org/drawingml/2006/main" prst="rect">
            <a:avLst/>
          </a:prstGeom>
          <a:solidFill xmlns:a="http://schemas.openxmlformats.org/drawingml/2006/main">
            <a:srgbClr val="E1EBF6"/>
          </a:solidFill>
          <a:ln xmlns:a="http://schemas.openxmlformats.org/drawingml/2006/main" w="11430">
            <a:solidFill>
              <a:srgbClr val="577FA9"/>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 b="1">
                <a:solidFill>
                  <a:srgbClr val="30649B"/>
                </a:solidFill>
                <a:latin typeface="Arial"/>
                <a:ea typeface="Arial"/>
                <a:cs typeface="Arial"/>
              </a:defRPr>
            </a:pPr>
            <a:r>
              <a:rPr sz="1125" b="1">
                <a:solidFill>
                  <a:srgbClr val="30649B"/>
                </a:solidFill>
                <a:latin typeface="Arial"/>
                <a:ea typeface="Arial"/>
                <a:cs typeface="Arial"/>
              </a:rPr>
              <a:t>1</a:t>
            </a:r>
          </a:p>
        </p:txBody>
      </p:sp>
      <p:sp>
        <p:nvSpPr>
          <p:cNvPr id="54" name="reservation-A-2">
            <a:extLst xmlns:a="http://schemas.openxmlformats.org/drawingml/2006/main">
              <a:ext uri="{FF2B5EF4-FFF2-40B4-BE49-F238E27FC236}">
                <a16:creationId xmlns:a16="http://schemas.microsoft.com/office/drawing/2014/main" id="{EE3DDF85-68BD-4EF1-B844-22D209921BA0}"/>
              </a:ext>
            </a:extLst>
          </p:cNvPr>
          <p:cNvSpPr>
            <a:spLocks xmlns:a="http://schemas.openxmlformats.org/drawingml/2006/main"/>
          </p:cNvSpPr>
          <p:nvPr/>
        </p:nvSpPr>
        <p:spPr>
          <a:xfrm xmlns:a="http://schemas.openxmlformats.org/drawingml/2006/main">
            <a:off x="4953000" y="819150"/>
            <a:ext cx="476250" cy="342900"/>
          </a:xfrm>
          <a:prstGeom xmlns:a="http://schemas.openxmlformats.org/drawingml/2006/main" prst="rect">
            <a:avLst/>
          </a:prstGeom>
          <a:solidFill xmlns:a="http://schemas.openxmlformats.org/drawingml/2006/main">
            <a:srgbClr val="FFFFFF"/>
          </a:solidFill>
          <a:ln xmlns:a="http://schemas.openxmlformats.org/drawingml/2006/main" w="6668">
            <a:solidFill>
              <a:srgbClr val="B7BDC5"/>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 b="0">
                <a:solidFill>
                  <a:srgbClr val="52575F"/>
                </a:solidFill>
                <a:latin typeface="Arial"/>
                <a:ea typeface="Arial"/>
                <a:cs typeface="Arial"/>
              </a:defRPr>
            </a:pPr>
            <a:r>
              <a:rPr sz="1125" b="0">
                <a:solidFill>
                  <a:srgbClr val="52575F"/>
                </a:solidFill>
                <a:latin typeface="Arial"/>
                <a:ea typeface="Arial"/>
                <a:cs typeface="Arial"/>
              </a:rPr>
              <a:t>0</a:t>
            </a:r>
          </a:p>
        </p:txBody>
      </p:sp>
      <p:sp>
        <p:nvSpPr>
          <p:cNvPr id="55" name="reservation-A-3">
            <a:extLst xmlns:a="http://schemas.openxmlformats.org/drawingml/2006/main">
              <a:ext uri="{FF2B5EF4-FFF2-40B4-BE49-F238E27FC236}">
                <a16:creationId xmlns:a16="http://schemas.microsoft.com/office/drawing/2014/main" id="{6D6B0416-6C02-41A8-B2E6-41C28466CB75}"/>
              </a:ext>
            </a:extLst>
          </p:cNvPr>
          <p:cNvSpPr>
            <a:spLocks xmlns:a="http://schemas.openxmlformats.org/drawingml/2006/main"/>
          </p:cNvSpPr>
          <p:nvPr/>
        </p:nvSpPr>
        <p:spPr>
          <a:xfrm xmlns:a="http://schemas.openxmlformats.org/drawingml/2006/main">
            <a:off x="5429250" y="819150"/>
            <a:ext cx="476250" cy="342900"/>
          </a:xfrm>
          <a:prstGeom xmlns:a="http://schemas.openxmlformats.org/drawingml/2006/main" prst="rect">
            <a:avLst/>
          </a:prstGeom>
          <a:solidFill xmlns:a="http://schemas.openxmlformats.org/drawingml/2006/main">
            <a:srgbClr val="FFFFFF"/>
          </a:solidFill>
          <a:ln xmlns:a="http://schemas.openxmlformats.org/drawingml/2006/main" w="6668">
            <a:solidFill>
              <a:srgbClr val="B7BDC5"/>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 b="0">
                <a:solidFill>
                  <a:srgbClr val="52575F"/>
                </a:solidFill>
                <a:latin typeface="Arial"/>
                <a:ea typeface="Arial"/>
                <a:cs typeface="Arial"/>
              </a:defRPr>
            </a:pPr>
            <a:r>
              <a:rPr sz="1125" b="0">
                <a:solidFill>
                  <a:srgbClr val="52575F"/>
                </a:solidFill>
                <a:latin typeface="Arial"/>
                <a:ea typeface="Arial"/>
                <a:cs typeface="Arial"/>
              </a:rPr>
              <a:t>0</a:t>
            </a:r>
          </a:p>
        </p:txBody>
      </p:sp>
      <p:sp>
        <p:nvSpPr>
          <p:cNvPr id="56" name="reservation-B-0">
            <a:extLst xmlns:a="http://schemas.openxmlformats.org/drawingml/2006/main">
              <a:ext uri="{FF2B5EF4-FFF2-40B4-BE49-F238E27FC236}">
                <a16:creationId xmlns:a16="http://schemas.microsoft.com/office/drawing/2014/main" id="{7B24165A-6185-4681-A62E-0E13620D1E32}"/>
              </a:ext>
            </a:extLst>
          </p:cNvPr>
          <p:cNvSpPr>
            <a:spLocks xmlns:a="http://schemas.openxmlformats.org/drawingml/2006/main"/>
          </p:cNvSpPr>
          <p:nvPr/>
        </p:nvSpPr>
        <p:spPr>
          <a:xfrm xmlns:a="http://schemas.openxmlformats.org/drawingml/2006/main">
            <a:off x="4000500" y="1238250"/>
            <a:ext cx="476250" cy="342900"/>
          </a:xfrm>
          <a:prstGeom xmlns:a="http://schemas.openxmlformats.org/drawingml/2006/main" prst="rect">
            <a:avLst/>
          </a:prstGeom>
          <a:solidFill xmlns:a="http://schemas.openxmlformats.org/drawingml/2006/main">
            <a:srgbClr val="FFFFFF"/>
          </a:solidFill>
          <a:ln xmlns:a="http://schemas.openxmlformats.org/drawingml/2006/main" w="6668">
            <a:solidFill>
              <a:srgbClr val="B7BDC5"/>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 b="0">
                <a:solidFill>
                  <a:srgbClr val="52575F"/>
                </a:solidFill>
                <a:latin typeface="Arial"/>
                <a:ea typeface="Arial"/>
                <a:cs typeface="Arial"/>
              </a:defRPr>
            </a:pPr>
            <a:r>
              <a:rPr sz="1125" b="0">
                <a:solidFill>
                  <a:srgbClr val="52575F"/>
                </a:solidFill>
                <a:latin typeface="Arial"/>
                <a:ea typeface="Arial"/>
                <a:cs typeface="Arial"/>
              </a:rPr>
              <a:t>0</a:t>
            </a:r>
          </a:p>
        </p:txBody>
      </p:sp>
      <p:sp>
        <p:nvSpPr>
          <p:cNvPr id="57" name="reservation-B-1">
            <a:extLst xmlns:a="http://schemas.openxmlformats.org/drawingml/2006/main">
              <a:ext uri="{FF2B5EF4-FFF2-40B4-BE49-F238E27FC236}">
                <a16:creationId xmlns:a16="http://schemas.microsoft.com/office/drawing/2014/main" id="{3ABA1452-F372-46E9-8F88-06DB037C8204}"/>
              </a:ext>
            </a:extLst>
          </p:cNvPr>
          <p:cNvSpPr>
            <a:spLocks xmlns:a="http://schemas.openxmlformats.org/drawingml/2006/main"/>
          </p:cNvSpPr>
          <p:nvPr/>
        </p:nvSpPr>
        <p:spPr>
          <a:xfrm xmlns:a="http://schemas.openxmlformats.org/drawingml/2006/main">
            <a:off x="4476750" y="1238250"/>
            <a:ext cx="476250" cy="342900"/>
          </a:xfrm>
          <a:prstGeom xmlns:a="http://schemas.openxmlformats.org/drawingml/2006/main" prst="rect">
            <a:avLst/>
          </a:prstGeom>
          <a:solidFill xmlns:a="http://schemas.openxmlformats.org/drawingml/2006/main">
            <a:srgbClr val="FFFFFF"/>
          </a:solidFill>
          <a:ln xmlns:a="http://schemas.openxmlformats.org/drawingml/2006/main" w="6668">
            <a:solidFill>
              <a:srgbClr val="B7BDC5"/>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 b="0">
                <a:solidFill>
                  <a:srgbClr val="52575F"/>
                </a:solidFill>
                <a:latin typeface="Arial"/>
                <a:ea typeface="Arial"/>
                <a:cs typeface="Arial"/>
              </a:defRPr>
            </a:pPr>
            <a:r>
              <a:rPr sz="1125" b="0">
                <a:solidFill>
                  <a:srgbClr val="52575F"/>
                </a:solidFill>
                <a:latin typeface="Arial"/>
                <a:ea typeface="Arial"/>
                <a:cs typeface="Arial"/>
              </a:rPr>
              <a:t>0</a:t>
            </a:r>
          </a:p>
        </p:txBody>
      </p:sp>
      <p:sp>
        <p:nvSpPr>
          <p:cNvPr id="58" name="reservation-B-2">
            <a:extLst xmlns:a="http://schemas.openxmlformats.org/drawingml/2006/main">
              <a:ext uri="{FF2B5EF4-FFF2-40B4-BE49-F238E27FC236}">
                <a16:creationId xmlns:a16="http://schemas.microsoft.com/office/drawing/2014/main" id="{FB189D79-8DE9-49E2-BCE8-1913CACE51F3}"/>
              </a:ext>
            </a:extLst>
          </p:cNvPr>
          <p:cNvSpPr>
            <a:spLocks xmlns:a="http://schemas.openxmlformats.org/drawingml/2006/main"/>
          </p:cNvSpPr>
          <p:nvPr/>
        </p:nvSpPr>
        <p:spPr>
          <a:xfrm xmlns:a="http://schemas.openxmlformats.org/drawingml/2006/main">
            <a:off x="4953000" y="1238250"/>
            <a:ext cx="476250" cy="342900"/>
          </a:xfrm>
          <a:prstGeom xmlns:a="http://schemas.openxmlformats.org/drawingml/2006/main" prst="rect">
            <a:avLst/>
          </a:prstGeom>
          <a:solidFill xmlns:a="http://schemas.openxmlformats.org/drawingml/2006/main">
            <a:srgbClr val="F8E5D2"/>
          </a:solidFill>
          <a:ln xmlns:a="http://schemas.openxmlformats.org/drawingml/2006/main" w="11430">
            <a:solidFill>
              <a:srgbClr val="A27343"/>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 b="1">
                <a:solidFill>
                  <a:srgbClr val="AB632C"/>
                </a:solidFill>
                <a:latin typeface="Arial"/>
                <a:ea typeface="Arial"/>
                <a:cs typeface="Arial"/>
              </a:defRPr>
            </a:pPr>
            <a:r>
              <a:rPr sz="1125" b="1">
                <a:solidFill>
                  <a:srgbClr val="AB632C"/>
                </a:solidFill>
                <a:latin typeface="Arial"/>
                <a:ea typeface="Arial"/>
                <a:cs typeface="Arial"/>
              </a:rPr>
              <a:t>1</a:t>
            </a:r>
          </a:p>
        </p:txBody>
      </p:sp>
      <p:sp>
        <p:nvSpPr>
          <p:cNvPr id="59" name="reservation-B-3">
            <a:extLst xmlns:a="http://schemas.openxmlformats.org/drawingml/2006/main">
              <a:ext uri="{FF2B5EF4-FFF2-40B4-BE49-F238E27FC236}">
                <a16:creationId xmlns:a16="http://schemas.microsoft.com/office/drawing/2014/main" id="{09BDBD7A-26D2-4773-96F0-6B5B6628BABC}"/>
              </a:ext>
            </a:extLst>
          </p:cNvPr>
          <p:cNvSpPr>
            <a:spLocks xmlns:a="http://schemas.openxmlformats.org/drawingml/2006/main"/>
          </p:cNvSpPr>
          <p:nvPr/>
        </p:nvSpPr>
        <p:spPr>
          <a:xfrm xmlns:a="http://schemas.openxmlformats.org/drawingml/2006/main">
            <a:off x="5429250" y="1238250"/>
            <a:ext cx="476250" cy="342900"/>
          </a:xfrm>
          <a:prstGeom xmlns:a="http://schemas.openxmlformats.org/drawingml/2006/main" prst="rect">
            <a:avLst/>
          </a:prstGeom>
          <a:solidFill xmlns:a="http://schemas.openxmlformats.org/drawingml/2006/main">
            <a:srgbClr val="FFFFFF"/>
          </a:solidFill>
          <a:ln xmlns:a="http://schemas.openxmlformats.org/drawingml/2006/main" w="6668">
            <a:solidFill>
              <a:srgbClr val="B7BDC5"/>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125" b="0">
                <a:solidFill>
                  <a:srgbClr val="52575F"/>
                </a:solidFill>
                <a:latin typeface="Arial"/>
                <a:ea typeface="Arial"/>
                <a:cs typeface="Arial"/>
              </a:defRPr>
            </a:pPr>
            <a:r>
              <a:rPr sz="1125" b="0">
                <a:solidFill>
                  <a:srgbClr val="52575F"/>
                </a:solidFill>
                <a:latin typeface="Arial"/>
                <a:ea typeface="Arial"/>
                <a:cs typeface="Arial"/>
              </a:rPr>
              <a:t>0</a:t>
            </a:r>
          </a:p>
        </p:txBody>
      </p:sp>
      <p:sp>
        <p:nvSpPr>
          <p:cNvPr id="60" name="constraint-caption">
            <a:extLst xmlns:a="http://schemas.openxmlformats.org/drawingml/2006/main">
              <a:ext uri="{FF2B5EF4-FFF2-40B4-BE49-F238E27FC236}">
                <a16:creationId xmlns:a16="http://schemas.microsoft.com/office/drawing/2014/main" id="{274EF504-B8AF-49E9-B0AA-3201CC0BB1D8}"/>
              </a:ext>
            </a:extLst>
          </p:cNvPr>
          <p:cNvSpPr>
            <a:spLocks xmlns:a="http://schemas.openxmlformats.org/drawingml/2006/main"/>
          </p:cNvSpPr>
          <p:nvPr/>
        </p:nvSpPr>
        <p:spPr>
          <a:xfrm xmlns:a="http://schemas.openxmlformats.org/drawingml/2006/main">
            <a:off x="3067050" y="1733550"/>
            <a:ext cx="31813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63" b="1">
                <a:solidFill>
                  <a:srgbClr val="25282D"/>
                </a:solidFill>
                <a:latin typeface="Arial"/>
                <a:ea typeface="Arial"/>
                <a:cs typeface="Arial"/>
              </a:defRPr>
            </a:pPr>
            <a:r>
              <a:rPr sz="863" b="1">
                <a:solidFill>
                  <a:srgbClr val="25282D"/>
                </a:solidFill>
                <a:latin typeface="Arial"/>
                <a:ea typeface="Arial"/>
                <a:cs typeface="Arial"/>
              </a:rPr>
              <a:t>At most one robot in the crossing</a:t>
            </a:r>
          </a:p>
        </p:txBody>
      </p:sp>
      <p:grpSp>
        <p:nvGrpSpPr>
          <p:cNvPr id="296" name="constraint"/>
          <p:cNvGrpSpPr/>
          <p:nvPr/>
        </p:nvGrpSpPr>
        <p:grpSpPr>
          <ns1:xfrm xmlns:ns1="http://schemas.openxmlformats.org/drawingml/2006/main">
            <ns1:off x="4022141" y="1924050"/>
            <ns1:ext cx="1309268" cy="323850"/>
            <ns1:chOff x="4022141" y="1924050"/>
            <ns1:chExt cx="1309268" cy="323850"/>
          </ns1:xfrm>
        </p:grpSpPr>
        <p:sp>
          <p:nvSpPr>
            <p:cNvPr id="61" name="constraint.0">
              <a:extLst xmlns:a="http://schemas.openxmlformats.org/drawingml/2006/main">
                <a:ext uri="{FF2B5EF4-FFF2-40B4-BE49-F238E27FC236}">
                  <a16:creationId xmlns:a16="http://schemas.microsoft.com/office/drawing/2014/main" id="{2E9BA361-E7DB-4BD3-A8FF-B24F9A291641}"/>
                </a:ext>
              </a:extLst>
            </p:cNvPr>
            <p:cNvSpPr>
              <a:spLocks xmlns:a="http://schemas.openxmlformats.org/drawingml/2006/main"/>
            </p:cNvSpPr>
            <p:nvPr/>
          </p:nvSpPr>
          <p:spPr>
            <a:xfrm xmlns:a="http://schemas.openxmlformats.org/drawingml/2006/main">
              <a:off x="4022141" y="1924050"/>
              <a:ext cx="1238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i="1">
                  <a:solidFill>
                    <a:srgbClr val="25282D"/>
                  </a:solidFill>
                  <a:latin typeface="Times New Roman"/>
                  <a:ea typeface="Times New Roman"/>
                  <a:cs typeface="Times New Roman"/>
                </a:defRPr>
              </a:pPr>
              <a:r>
                <a:rPr sz="1500" b="0" i="1">
                  <a:solidFill>
                    <a:srgbClr val="25282D"/>
                  </a:solidFill>
                  <a:latin typeface="Times New Roman"/>
                  <a:ea typeface="Times New Roman"/>
                  <a:cs typeface="Times New Roman"/>
                </a:rPr>
                <a:t>r</a:t>
              </a:r>
            </a:p>
          </p:txBody>
        </p:sp>
        <p:sp>
          <p:nvSpPr>
            <p:cNvPr id="62" name="constraint.1">
              <a:extLst xmlns:a="http://schemas.openxmlformats.org/drawingml/2006/main">
                <a:ext uri="{FF2B5EF4-FFF2-40B4-BE49-F238E27FC236}">
                  <a16:creationId xmlns:a16="http://schemas.microsoft.com/office/drawing/2014/main" id="{EB496C87-E3FA-493F-B9EA-513A472E451C}"/>
                </a:ext>
              </a:extLst>
            </p:cNvPr>
            <p:cNvSpPr>
              <a:spLocks xmlns:a="http://schemas.openxmlformats.org/drawingml/2006/main"/>
            </p:cNvSpPr>
            <p:nvPr/>
          </p:nvSpPr>
          <p:spPr>
            <a:xfrm xmlns:a="http://schemas.openxmlformats.org/drawingml/2006/main">
              <a:off x="4100246" y="2015490"/>
              <a:ext cx="136550" cy="2202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20" b="0" i="0">
                  <a:solidFill>
                    <a:srgbClr val="25282D"/>
                  </a:solidFill>
                  <a:latin typeface="Times New Roman"/>
                  <a:ea typeface="Times New Roman"/>
                  <a:cs typeface="Times New Roman"/>
                </a:defRPr>
              </a:pPr>
              <a:r>
                <a:rPr sz="1020" b="0" i="0">
                  <a:solidFill>
                    <a:srgbClr val="25282D"/>
                  </a:solidFill>
                  <a:latin typeface="Times New Roman"/>
                  <a:ea typeface="Times New Roman"/>
                  <a:cs typeface="Times New Roman"/>
                </a:rPr>
                <a:t>A</a:t>
              </a:r>
            </a:p>
          </p:txBody>
        </p:sp>
        <p:sp>
          <p:nvSpPr>
            <p:cNvPr id="63" name="constraint.2">
              <a:extLst xmlns:a="http://schemas.openxmlformats.org/drawingml/2006/main">
                <a:ext uri="{FF2B5EF4-FFF2-40B4-BE49-F238E27FC236}">
                  <a16:creationId xmlns:a16="http://schemas.microsoft.com/office/drawing/2014/main" id="{22C0EACA-247A-4C11-AE1D-275443C6701A}"/>
                </a:ext>
              </a:extLst>
            </p:cNvPr>
            <p:cNvSpPr>
              <a:spLocks xmlns:a="http://schemas.openxmlformats.org/drawingml/2006/main"/>
            </p:cNvSpPr>
            <p:nvPr/>
          </p:nvSpPr>
          <p:spPr>
            <a:xfrm xmlns:a="http://schemas.openxmlformats.org/drawingml/2006/main">
              <a:off x="4198696" y="1924050"/>
              <a:ext cx="1238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i="0">
                  <a:solidFill>
                    <a:srgbClr val="25282D"/>
                  </a:solidFill>
                  <a:latin typeface="Times New Roman"/>
                  <a:ea typeface="Times New Roman"/>
                  <a:cs typeface="Times New Roman"/>
                </a:defRPr>
              </a:pPr>
              <a:r>
                <a:rPr sz="1500" b="0" i="0">
                  <a:solidFill>
                    <a:srgbClr val="25282D"/>
                  </a:solidFill>
                  <a:latin typeface="Times New Roman"/>
                  <a:ea typeface="Times New Roman"/>
                  <a:cs typeface="Times New Roman"/>
                </a:rPr>
                <a:t>(</a:t>
              </a:r>
            </a:p>
          </p:txBody>
        </p:sp>
        <p:sp>
          <p:nvSpPr>
            <p:cNvPr id="64" name="constraint.3">
              <a:extLst xmlns:a="http://schemas.openxmlformats.org/drawingml/2006/main">
                <a:ext uri="{FF2B5EF4-FFF2-40B4-BE49-F238E27FC236}">
                  <a16:creationId xmlns:a16="http://schemas.microsoft.com/office/drawing/2014/main" id="{A08A8695-4F0F-453C-996C-435A8462F093}"/>
                </a:ext>
              </a:extLst>
            </p:cNvPr>
            <p:cNvSpPr>
              <a:spLocks xmlns:a="http://schemas.openxmlformats.org/drawingml/2006/main"/>
            </p:cNvSpPr>
            <p:nvPr/>
          </p:nvSpPr>
          <p:spPr>
            <a:xfrm xmlns:a="http://schemas.openxmlformats.org/drawingml/2006/main">
              <a:off x="4263466" y="1924050"/>
              <a:ext cx="1238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i="1">
                  <a:solidFill>
                    <a:srgbClr val="25282D"/>
                  </a:solidFill>
                  <a:latin typeface="Times New Roman"/>
                  <a:ea typeface="Times New Roman"/>
                  <a:cs typeface="Times New Roman"/>
                </a:defRPr>
              </a:pPr>
              <a:r>
                <a:rPr sz="1500" b="0" i="1">
                  <a:solidFill>
                    <a:srgbClr val="25282D"/>
                  </a:solidFill>
                  <a:latin typeface="Times New Roman"/>
                  <a:ea typeface="Times New Roman"/>
                  <a:cs typeface="Times New Roman"/>
                </a:rPr>
                <a:t>t</a:t>
              </a:r>
            </a:p>
          </p:txBody>
        </p:sp>
        <p:sp>
          <p:nvSpPr>
            <p:cNvPr id="65" name="constraint.4">
              <a:extLst xmlns:a="http://schemas.openxmlformats.org/drawingml/2006/main">
                <a:ext uri="{FF2B5EF4-FFF2-40B4-BE49-F238E27FC236}">
                  <a16:creationId xmlns:a16="http://schemas.microsoft.com/office/drawing/2014/main" id="{A35239A6-B4EA-405B-8913-435BCDC20933}"/>
                </a:ext>
              </a:extLst>
            </p:cNvPr>
            <p:cNvSpPr>
              <a:spLocks xmlns:a="http://schemas.openxmlformats.org/drawingml/2006/main"/>
            </p:cNvSpPr>
            <p:nvPr/>
          </p:nvSpPr>
          <p:spPr>
            <a:xfrm xmlns:a="http://schemas.openxmlformats.org/drawingml/2006/main">
              <a:off x="4318711" y="1924050"/>
              <a:ext cx="1238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i="0">
                  <a:solidFill>
                    <a:srgbClr val="25282D"/>
                  </a:solidFill>
                  <a:latin typeface="Times New Roman"/>
                  <a:ea typeface="Times New Roman"/>
                  <a:cs typeface="Times New Roman"/>
                </a:defRPr>
              </a:pPr>
              <a:r>
                <a:rPr sz="1500" b="0" i="0">
                  <a:solidFill>
                    <a:srgbClr val="25282D"/>
                  </a:solidFill>
                  <a:latin typeface="Times New Roman"/>
                  <a:ea typeface="Times New Roman"/>
                  <a:cs typeface="Times New Roman"/>
                </a:rPr>
                <a:t>)</a:t>
              </a:r>
            </a:p>
          </p:txBody>
        </p:sp>
        <p:sp>
          <p:nvSpPr>
            <p:cNvPr id="66" name="constraint.5">
              <a:extLst xmlns:a="http://schemas.openxmlformats.org/drawingml/2006/main">
                <a:ext uri="{FF2B5EF4-FFF2-40B4-BE49-F238E27FC236}">
                  <a16:creationId xmlns:a16="http://schemas.microsoft.com/office/drawing/2014/main" id="{262C036C-C10B-4E34-97A4-8F708716D888}"/>
                </a:ext>
              </a:extLst>
            </p:cNvPr>
            <p:cNvSpPr>
              <a:spLocks xmlns:a="http://schemas.openxmlformats.org/drawingml/2006/main"/>
            </p:cNvSpPr>
            <p:nvPr/>
          </p:nvSpPr>
          <p:spPr>
            <a:xfrm xmlns:a="http://schemas.openxmlformats.org/drawingml/2006/main">
              <a:off x="4387291" y="1924050"/>
              <a:ext cx="2571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i="0">
                  <a:solidFill>
                    <a:srgbClr val="25282D"/>
                  </a:solidFill>
                  <a:latin typeface="Times New Roman"/>
                  <a:ea typeface="Times New Roman"/>
                  <a:cs typeface="Times New Roman"/>
                </a:defRPr>
              </a:pPr>
              <a:r>
                <a:rPr sz="1500" b="0" i="0">
                  <a:solidFill>
                    <a:srgbClr val="25282D"/>
                  </a:solidFill>
                  <a:latin typeface="Times New Roman"/>
                  <a:ea typeface="Times New Roman"/>
                  <a:cs typeface="Times New Roman"/>
                </a:rPr>
                <a:t> + </a:t>
              </a:r>
            </a:p>
          </p:txBody>
        </p:sp>
        <p:sp>
          <p:nvSpPr>
            <p:cNvPr id="67" name="constraint.6">
              <a:extLst xmlns:a="http://schemas.openxmlformats.org/drawingml/2006/main">
                <a:ext uri="{FF2B5EF4-FFF2-40B4-BE49-F238E27FC236}">
                  <a16:creationId xmlns:a16="http://schemas.microsoft.com/office/drawing/2014/main" id="{C83BAD5D-1909-4FE6-90EF-51105D85594B}"/>
                </a:ext>
              </a:extLst>
            </p:cNvPr>
            <p:cNvSpPr>
              <a:spLocks xmlns:a="http://schemas.openxmlformats.org/drawingml/2006/main"/>
            </p:cNvSpPr>
            <p:nvPr/>
          </p:nvSpPr>
          <p:spPr>
            <a:xfrm xmlns:a="http://schemas.openxmlformats.org/drawingml/2006/main">
              <a:off x="4606366" y="1924050"/>
              <a:ext cx="1238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i="1">
                  <a:solidFill>
                    <a:srgbClr val="25282D"/>
                  </a:solidFill>
                  <a:latin typeface="Times New Roman"/>
                  <a:ea typeface="Times New Roman"/>
                  <a:cs typeface="Times New Roman"/>
                </a:defRPr>
              </a:pPr>
              <a:r>
                <a:rPr sz="1500" b="0" i="1">
                  <a:solidFill>
                    <a:srgbClr val="25282D"/>
                  </a:solidFill>
                  <a:latin typeface="Times New Roman"/>
                  <a:ea typeface="Times New Roman"/>
                  <a:cs typeface="Times New Roman"/>
                </a:rPr>
                <a:t>r</a:t>
              </a:r>
            </a:p>
          </p:txBody>
        </p:sp>
        <p:sp>
          <p:nvSpPr>
            <p:cNvPr id="68" name="constraint.7">
              <a:extLst xmlns:a="http://schemas.openxmlformats.org/drawingml/2006/main">
                <a:ext uri="{FF2B5EF4-FFF2-40B4-BE49-F238E27FC236}">
                  <a16:creationId xmlns:a16="http://schemas.microsoft.com/office/drawing/2014/main" id="{4DF04BF4-E6DA-4233-8869-21B3060E2306}"/>
                </a:ext>
              </a:extLst>
            </p:cNvPr>
            <p:cNvSpPr>
              <a:spLocks xmlns:a="http://schemas.openxmlformats.org/drawingml/2006/main"/>
            </p:cNvSpPr>
            <p:nvPr/>
          </p:nvSpPr>
          <p:spPr>
            <a:xfrm xmlns:a="http://schemas.openxmlformats.org/drawingml/2006/main">
              <a:off x="4684471" y="2015490"/>
              <a:ext cx="128778" cy="2202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20" b="0" i="0">
                  <a:solidFill>
                    <a:srgbClr val="25282D"/>
                  </a:solidFill>
                  <a:latin typeface="Times New Roman"/>
                  <a:ea typeface="Times New Roman"/>
                  <a:cs typeface="Times New Roman"/>
                </a:defRPr>
              </a:pPr>
              <a:r>
                <a:rPr sz="1020" b="0" i="0">
                  <a:solidFill>
                    <a:srgbClr val="25282D"/>
                  </a:solidFill>
                  <a:latin typeface="Times New Roman"/>
                  <a:ea typeface="Times New Roman"/>
                  <a:cs typeface="Times New Roman"/>
                </a:rPr>
                <a:t>B</a:t>
              </a:r>
            </a:p>
          </p:txBody>
        </p:sp>
        <p:sp>
          <p:nvSpPr>
            <p:cNvPr id="69" name="constraint.8">
              <a:extLst xmlns:a="http://schemas.openxmlformats.org/drawingml/2006/main">
                <a:ext uri="{FF2B5EF4-FFF2-40B4-BE49-F238E27FC236}">
                  <a16:creationId xmlns:a16="http://schemas.microsoft.com/office/drawing/2014/main" id="{D27B908D-34E6-41DD-B424-9EC591691E5C}"/>
                </a:ext>
              </a:extLst>
            </p:cNvPr>
            <p:cNvSpPr>
              <a:spLocks xmlns:a="http://schemas.openxmlformats.org/drawingml/2006/main"/>
            </p:cNvSpPr>
            <p:nvPr/>
          </p:nvSpPr>
          <p:spPr>
            <a:xfrm xmlns:a="http://schemas.openxmlformats.org/drawingml/2006/main">
              <a:off x="4775149" y="1924050"/>
              <a:ext cx="1238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i="0">
                  <a:solidFill>
                    <a:srgbClr val="25282D"/>
                  </a:solidFill>
                  <a:latin typeface="Times New Roman"/>
                  <a:ea typeface="Times New Roman"/>
                  <a:cs typeface="Times New Roman"/>
                </a:defRPr>
              </a:pPr>
              <a:r>
                <a:rPr sz="1500" b="0" i="0">
                  <a:solidFill>
                    <a:srgbClr val="25282D"/>
                  </a:solidFill>
                  <a:latin typeface="Times New Roman"/>
                  <a:ea typeface="Times New Roman"/>
                  <a:cs typeface="Times New Roman"/>
                </a:rPr>
                <a:t>(</a:t>
              </a:r>
            </a:p>
          </p:txBody>
        </p:sp>
        <p:sp>
          <p:nvSpPr>
            <p:cNvPr id="70" name="constraint.9">
              <a:extLst xmlns:a="http://schemas.openxmlformats.org/drawingml/2006/main">
                <a:ext uri="{FF2B5EF4-FFF2-40B4-BE49-F238E27FC236}">
                  <a16:creationId xmlns:a16="http://schemas.microsoft.com/office/drawing/2014/main" id="{4DC0FCC8-171A-4A13-98CC-28859A3EE18D}"/>
                </a:ext>
              </a:extLst>
            </p:cNvPr>
            <p:cNvSpPr>
              <a:spLocks xmlns:a="http://schemas.openxmlformats.org/drawingml/2006/main"/>
            </p:cNvSpPr>
            <p:nvPr/>
          </p:nvSpPr>
          <p:spPr>
            <a:xfrm xmlns:a="http://schemas.openxmlformats.org/drawingml/2006/main">
              <a:off x="4839919" y="1924050"/>
              <a:ext cx="1238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i="1">
                  <a:solidFill>
                    <a:srgbClr val="25282D"/>
                  </a:solidFill>
                  <a:latin typeface="Times New Roman"/>
                  <a:ea typeface="Times New Roman"/>
                  <a:cs typeface="Times New Roman"/>
                </a:defRPr>
              </a:pPr>
              <a:r>
                <a:rPr sz="1500" b="0" i="1">
                  <a:solidFill>
                    <a:srgbClr val="25282D"/>
                  </a:solidFill>
                  <a:latin typeface="Times New Roman"/>
                  <a:ea typeface="Times New Roman"/>
                  <a:cs typeface="Times New Roman"/>
                </a:rPr>
                <a:t>t</a:t>
              </a:r>
            </a:p>
          </p:txBody>
        </p:sp>
        <p:sp>
          <p:nvSpPr>
            <p:cNvPr id="71" name="constraint.10">
              <a:extLst xmlns:a="http://schemas.openxmlformats.org/drawingml/2006/main">
                <a:ext uri="{FF2B5EF4-FFF2-40B4-BE49-F238E27FC236}">
                  <a16:creationId xmlns:a16="http://schemas.microsoft.com/office/drawing/2014/main" id="{36E75A15-7C36-42F5-8B4F-C84050AACA0E}"/>
                </a:ext>
              </a:extLst>
            </p:cNvPr>
            <p:cNvSpPr>
              <a:spLocks xmlns:a="http://schemas.openxmlformats.org/drawingml/2006/main"/>
            </p:cNvSpPr>
            <p:nvPr/>
          </p:nvSpPr>
          <p:spPr>
            <a:xfrm xmlns:a="http://schemas.openxmlformats.org/drawingml/2006/main">
              <a:off x="4895164" y="1924050"/>
              <a:ext cx="1238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i="0">
                  <a:solidFill>
                    <a:srgbClr val="25282D"/>
                  </a:solidFill>
                  <a:latin typeface="Times New Roman"/>
                  <a:ea typeface="Times New Roman"/>
                  <a:cs typeface="Times New Roman"/>
                </a:defRPr>
              </a:pPr>
              <a:r>
                <a:rPr sz="1500" b="0" i="0">
                  <a:solidFill>
                    <a:srgbClr val="25282D"/>
                  </a:solidFill>
                  <a:latin typeface="Times New Roman"/>
                  <a:ea typeface="Times New Roman"/>
                  <a:cs typeface="Times New Roman"/>
                </a:rPr>
                <a:t>)</a:t>
              </a:r>
            </a:p>
          </p:txBody>
        </p:sp>
        <p:sp>
          <p:nvSpPr>
            <p:cNvPr id="72" name="constraint.11">
              <a:extLst xmlns:a="http://schemas.openxmlformats.org/drawingml/2006/main">
                <a:ext uri="{FF2B5EF4-FFF2-40B4-BE49-F238E27FC236}">
                  <a16:creationId xmlns:a16="http://schemas.microsoft.com/office/drawing/2014/main" id="{6FEF8ACA-BA46-4866-9F10-D9000A4524F2}"/>
                </a:ext>
              </a:extLst>
            </p:cNvPr>
            <p:cNvSpPr>
              <a:spLocks xmlns:a="http://schemas.openxmlformats.org/drawingml/2006/main"/>
            </p:cNvSpPr>
            <p:nvPr/>
          </p:nvSpPr>
          <p:spPr>
            <a:xfrm xmlns:a="http://schemas.openxmlformats.org/drawingml/2006/main">
              <a:off x="4963744" y="1924050"/>
              <a:ext cx="266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i="0">
                  <a:solidFill>
                    <a:srgbClr val="25282D"/>
                  </a:solidFill>
                  <a:latin typeface="Times New Roman"/>
                  <a:ea typeface="Times New Roman"/>
                  <a:cs typeface="Times New Roman"/>
                </a:defRPr>
              </a:pPr>
              <a:r>
                <a:rPr sz="1500" b="0" i="0">
                  <a:solidFill>
                    <a:srgbClr val="25282D"/>
                  </a:solidFill>
                  <a:latin typeface="Times New Roman"/>
                  <a:ea typeface="Times New Roman"/>
                  <a:cs typeface="Times New Roman"/>
                </a:rPr>
                <a:t> ≤ </a:t>
              </a:r>
            </a:p>
          </p:txBody>
        </p:sp>
        <p:sp>
          <p:nvSpPr>
            <p:cNvPr id="73" name="constraint.12">
              <a:extLst xmlns:a="http://schemas.openxmlformats.org/drawingml/2006/main">
                <a:ext uri="{FF2B5EF4-FFF2-40B4-BE49-F238E27FC236}">
                  <a16:creationId xmlns:a16="http://schemas.microsoft.com/office/drawing/2014/main" id="{F1E4080A-C6C2-46D1-B2E9-4D6816D17E96}"/>
                </a:ext>
              </a:extLst>
            </p:cNvPr>
            <p:cNvSpPr>
              <a:spLocks xmlns:a="http://schemas.openxmlformats.org/drawingml/2006/main"/>
            </p:cNvSpPr>
            <p:nvPr/>
          </p:nvSpPr>
          <p:spPr>
            <a:xfrm xmlns:a="http://schemas.openxmlformats.org/drawingml/2006/main">
              <a:off x="5192344" y="1924050"/>
              <a:ext cx="13906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i="0">
                  <a:solidFill>
                    <a:srgbClr val="25282D"/>
                  </a:solidFill>
                  <a:latin typeface="Times New Roman"/>
                  <a:ea typeface="Times New Roman"/>
                  <a:cs typeface="Times New Roman"/>
                </a:defRPr>
              </a:pPr>
              <a:r>
                <a:rPr sz="1500" b="0" i="0">
                  <a:solidFill>
                    <a:srgbClr val="25282D"/>
                  </a:solidFill>
                  <a:latin typeface="Times New Roman"/>
                  <a:ea typeface="Times New Roman"/>
                  <a:cs typeface="Times New Roman"/>
                </a:rPr>
                <a:t>1</a:t>
              </a:r>
            </a:p>
          </p:txBody>
        </p:sp>
      </p:grpSp>
      <p:sp>
        <p:nvSpPr>
          <p:cNvPr id="74" name="definition">
            <a:extLst xmlns:a="http://schemas.openxmlformats.org/drawingml/2006/main">
              <a:ext uri="{FF2B5EF4-FFF2-40B4-BE49-F238E27FC236}">
                <a16:creationId xmlns:a16="http://schemas.microsoft.com/office/drawing/2014/main" id="{B2AAE7BA-829A-489F-9FB0-D67C12ED31F5}"/>
              </a:ext>
            </a:extLst>
          </p:cNvPr>
          <p:cNvSpPr>
            <a:spLocks xmlns:a="http://schemas.openxmlformats.org/drawingml/2006/main"/>
          </p:cNvSpPr>
          <p:nvPr/>
        </p:nvSpPr>
        <p:spPr>
          <a:xfrm xmlns:a="http://schemas.openxmlformats.org/drawingml/2006/main">
            <a:off x="3067050" y="2238375"/>
            <a:ext cx="3181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25" b="0">
                <a:solidFill>
                  <a:srgbClr val="52575F"/>
                </a:solidFill>
                <a:latin typeface="Arial"/>
                <a:ea typeface="Arial"/>
                <a:cs typeface="Arial"/>
              </a:defRPr>
            </a:pPr>
            <a:r>
              <a:rPr sz="825" b="0">
                <a:solidFill>
                  <a:srgbClr val="52575F"/>
                </a:solidFill>
                <a:latin typeface="Arial"/>
                <a:ea typeface="Arial"/>
                <a:cs typeface="Arial"/>
              </a:rPr>
              <a:t>1 = occupies the shared cell; 0 = elsewhere.</a:t>
            </a:r>
          </a:p>
        </p:txBody>
      </p:sp>
      <p:sp>
        <p:nvSpPr>
          <p:cNvPr id="75" name="panel-c">
            <a:extLst xmlns:a="http://schemas.openxmlformats.org/drawingml/2006/main">
              <a:ext uri="{FF2B5EF4-FFF2-40B4-BE49-F238E27FC236}">
                <a16:creationId xmlns:a16="http://schemas.microsoft.com/office/drawing/2014/main" id="{8FCBDF79-5BF0-4EB4-B8A5-8E10F0349266}"/>
              </a:ext>
            </a:extLst>
          </p:cNvPr>
          <p:cNvSpPr>
            <a:spLocks xmlns:a="http://schemas.openxmlformats.org/drawingml/2006/main"/>
          </p:cNvSpPr>
          <p:nvPr/>
        </p:nvSpPr>
        <p:spPr>
          <a:xfrm xmlns:a="http://schemas.openxmlformats.org/drawingml/2006/main">
            <a:off x="152400" y="26479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50" b="1">
                <a:solidFill>
                  <a:srgbClr val="25282D"/>
                </a:solidFill>
                <a:latin typeface="Arial"/>
                <a:ea typeface="Arial"/>
                <a:cs typeface="Arial"/>
              </a:defRPr>
            </a:pPr>
            <a:r>
              <a:rPr sz="1050" b="1">
                <a:solidFill>
                  <a:srgbClr val="25282D"/>
                </a:solidFill>
                <a:latin typeface="Arial"/>
                <a:ea typeface="Arial"/>
                <a:cs typeface="Arial"/>
              </a:rPr>
              <a:t>(c)  One-step wait resolves the conflict</a:t>
            </a:r>
          </a:p>
        </p:txBody>
      </p:sp>
      <p:sp>
        <p:nvSpPr>
          <p:cNvPr id="76" name="snapshot-0">
            <a:extLst xmlns:a="http://schemas.openxmlformats.org/drawingml/2006/main">
              <a:ext uri="{FF2B5EF4-FFF2-40B4-BE49-F238E27FC236}">
                <a16:creationId xmlns:a16="http://schemas.microsoft.com/office/drawing/2014/main" id="{352F1EED-A235-4A62-85D1-DEC491790BC5}"/>
              </a:ext>
            </a:extLst>
          </p:cNvPr>
          <p:cNvSpPr>
            <a:spLocks xmlns:a="http://schemas.openxmlformats.org/drawingml/2006/main"/>
          </p:cNvSpPr>
          <p:nvPr/>
        </p:nvSpPr>
        <p:spPr>
          <a:xfrm xmlns:a="http://schemas.openxmlformats.org/drawingml/2006/main">
            <a:off x="152400" y="3076575"/>
            <a:ext cx="1381125" cy="981075"/>
          </a:xfrm>
          <a:prstGeom xmlns:a="http://schemas.openxmlformats.org/drawingml/2006/main" prst="rect">
            <a:avLst/>
          </a:prstGeom>
          <a:solidFill xmlns:a="http://schemas.openxmlformats.org/drawingml/2006/main">
            <a:srgbClr val="FFFFFF"/>
          </a:solidFill>
          <a:ln xmlns:a="http://schemas.openxmlformats.org/drawingml/2006/main" w="7620">
            <a:solidFill>
              <a:srgbClr val="BBC1C8"/>
            </a:solidFill>
            <a:prstDash val="solid"/>
          </a:ln>
        </p:spPr>
      </p:sp>
      <p:grpSp>
        <p:nvGrpSpPr>
          <p:cNvPr id="297" name="snapshot-time-0"/>
          <p:cNvGrpSpPr/>
          <p:nvPr/>
        </p:nvGrpSpPr>
        <p:grpSpPr>
          <ns1:xfrm xmlns:ns1="http://schemas.openxmlformats.org/drawingml/2006/main">
            <ns1:off x="689039" y="2867025"/>
            <ns1:ext cx="345948" cy="259080"/>
            <ns1:chOff x="689039" y="2867025"/>
            <ns1:chExt cx="345948" cy="259080"/>
          </ns1:xfrm>
        </p:grpSpPr>
        <p:sp>
          <p:nvSpPr>
            <p:cNvPr id="77" name="snapshot-time-0.0">
              <a:extLst xmlns:a="http://schemas.openxmlformats.org/drawingml/2006/main">
                <a:ext uri="{FF2B5EF4-FFF2-40B4-BE49-F238E27FC236}">
                  <a16:creationId xmlns:a16="http://schemas.microsoft.com/office/drawing/2014/main" id="{883298B3-B166-4FA8-8782-866BCD78FA9A}"/>
                </a:ext>
              </a:extLst>
            </p:cNvPr>
            <p:cNvSpPr>
              <a:spLocks xmlns:a="http://schemas.openxmlformats.org/drawingml/2006/main"/>
            </p:cNvSpPr>
            <p:nvPr/>
          </p:nvSpPr>
          <p:spPr>
            <a:xfrm xmlns:a="http://schemas.openxmlformats.org/drawingml/2006/main">
              <a:off x="689039" y="2867025"/>
              <a:ext cx="99060" cy="259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i="1">
                  <a:solidFill>
                    <a:srgbClr val="25282D"/>
                  </a:solidFill>
                  <a:latin typeface="Times New Roman"/>
                  <a:ea typeface="Times New Roman"/>
                  <a:cs typeface="Times New Roman"/>
                </a:defRPr>
              </a:pPr>
              <a:r>
                <a:rPr sz="1200" b="0" i="1">
                  <a:solidFill>
                    <a:srgbClr val="25282D"/>
                  </a:solidFill>
                  <a:latin typeface="Times New Roman"/>
                  <a:ea typeface="Times New Roman"/>
                  <a:cs typeface="Times New Roman"/>
                </a:rPr>
                <a:t>t</a:t>
              </a:r>
            </a:p>
          </p:txBody>
        </p:sp>
        <p:sp>
          <p:nvSpPr>
            <p:cNvPr id="78" name="snapshot-time-0.1">
              <a:extLst xmlns:a="http://schemas.openxmlformats.org/drawingml/2006/main">
                <a:ext uri="{FF2B5EF4-FFF2-40B4-BE49-F238E27FC236}">
                  <a16:creationId xmlns:a16="http://schemas.microsoft.com/office/drawing/2014/main" id="{1234A7BD-9393-4712-8E05-398FEAB75DDB}"/>
                </a:ext>
              </a:extLst>
            </p:cNvPr>
            <p:cNvSpPr>
              <a:spLocks xmlns:a="http://schemas.openxmlformats.org/drawingml/2006/main"/>
            </p:cNvSpPr>
            <p:nvPr/>
          </p:nvSpPr>
          <p:spPr>
            <a:xfrm xmlns:a="http://schemas.openxmlformats.org/drawingml/2006/main">
              <a:off x="733235" y="2867025"/>
              <a:ext cx="220980" cy="259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i="0">
                  <a:solidFill>
                    <a:srgbClr val="25282D"/>
                  </a:solidFill>
                  <a:latin typeface="Times New Roman"/>
                  <a:ea typeface="Times New Roman"/>
                  <a:cs typeface="Times New Roman"/>
                </a:defRPr>
              </a:pPr>
              <a:r>
                <a:rPr sz="1200" b="0" i="0">
                  <a:solidFill>
                    <a:srgbClr val="25282D"/>
                  </a:solidFill>
                  <a:latin typeface="Times New Roman"/>
                  <a:ea typeface="Times New Roman"/>
                  <a:cs typeface="Times New Roman"/>
                </a:rPr>
                <a:t> = </a:t>
              </a:r>
            </a:p>
          </p:txBody>
        </p:sp>
        <p:sp>
          <p:nvSpPr>
            <p:cNvPr id="79" name="snapshot-time-0.2">
              <a:extLst xmlns:a="http://schemas.openxmlformats.org/drawingml/2006/main">
                <a:ext uri="{FF2B5EF4-FFF2-40B4-BE49-F238E27FC236}">
                  <a16:creationId xmlns:a16="http://schemas.microsoft.com/office/drawing/2014/main" id="{EB7A4291-B243-4523-A7F2-4135D69696F2}"/>
                </a:ext>
              </a:extLst>
            </p:cNvPr>
            <p:cNvSpPr>
              <a:spLocks xmlns:a="http://schemas.openxmlformats.org/drawingml/2006/main"/>
            </p:cNvSpPr>
            <p:nvPr/>
          </p:nvSpPr>
          <p:spPr>
            <a:xfrm xmlns:a="http://schemas.openxmlformats.org/drawingml/2006/main">
              <a:off x="916115" y="2867025"/>
              <a:ext cx="118872" cy="259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i="0">
                  <a:solidFill>
                    <a:srgbClr val="25282D"/>
                  </a:solidFill>
                  <a:latin typeface="Times New Roman"/>
                  <a:ea typeface="Times New Roman"/>
                  <a:cs typeface="Times New Roman"/>
                </a:defRPr>
              </a:pPr>
              <a:r>
                <a:rPr sz="1200" b="0" i="0">
                  <a:solidFill>
                    <a:srgbClr val="25282D"/>
                  </a:solidFill>
                  <a:latin typeface="Times New Roman"/>
                  <a:ea typeface="Times New Roman"/>
                  <a:cs typeface="Times New Roman"/>
                </a:rPr>
                <a:t>0</a:t>
              </a:r>
            </a:p>
          </p:txBody>
        </p:sp>
      </p:grpSp>
      <p:sp>
        <p:nvSpPr>
          <p:cNvPr id="80" name="snapshot-0-cell-0-0">
            <a:extLst xmlns:a="http://schemas.openxmlformats.org/drawingml/2006/main">
              <a:ext uri="{FF2B5EF4-FFF2-40B4-BE49-F238E27FC236}">
                <a16:creationId xmlns:a16="http://schemas.microsoft.com/office/drawing/2014/main" id="{1EFCAD26-43E9-414F-9AA9-42D52D6FE527}"/>
              </a:ext>
            </a:extLst>
          </p:cNvPr>
          <p:cNvSpPr>
            <a:spLocks xmlns:a="http://schemas.openxmlformats.org/drawingml/2006/main"/>
          </p:cNvSpPr>
          <p:nvPr/>
        </p:nvSpPr>
        <p:spPr>
          <a:xfrm xmlns:a="http://schemas.openxmlformats.org/drawingml/2006/main">
            <a:off x="504825" y="3162300"/>
            <a:ext cx="228600" cy="228600"/>
          </a:xfrm>
          <a:prstGeom xmlns:a="http://schemas.openxmlformats.org/drawingml/2006/main" prst="rect">
            <a:avLst/>
          </a:prstGeom>
          <a:solidFill xmlns:a="http://schemas.openxmlformats.org/drawingml/2006/main">
            <a:srgbClr val="EFF1F3"/>
          </a:solidFill>
          <a:ln xmlns:a="http://schemas.openxmlformats.org/drawingml/2006/main" w="4763">
            <a:solidFill>
              <a:srgbClr val="D9DDE1"/>
            </a:solidFill>
            <a:prstDash val="solid"/>
          </a:ln>
        </p:spPr>
      </p:sp>
      <p:sp>
        <p:nvSpPr>
          <p:cNvPr id="81" name="snapshot-0-cell-0-1">
            <a:extLst xmlns:a="http://schemas.openxmlformats.org/drawingml/2006/main">
              <a:ext uri="{FF2B5EF4-FFF2-40B4-BE49-F238E27FC236}">
                <a16:creationId xmlns:a16="http://schemas.microsoft.com/office/drawing/2014/main" id="{D9248AB0-A4D7-48EB-87A6-CF6D748DE0B3}"/>
              </a:ext>
            </a:extLst>
          </p:cNvPr>
          <p:cNvSpPr>
            <a:spLocks xmlns:a="http://schemas.openxmlformats.org/drawingml/2006/main"/>
          </p:cNvSpPr>
          <p:nvPr/>
        </p:nvSpPr>
        <p:spPr>
          <a:xfrm xmlns:a="http://schemas.openxmlformats.org/drawingml/2006/main">
            <a:off x="733425" y="3162300"/>
            <a:ext cx="228600" cy="228600"/>
          </a:xfrm>
          <a:prstGeom xmlns:a="http://schemas.openxmlformats.org/drawingml/2006/main" prst="rect">
            <a:avLst/>
          </a:prstGeom>
          <a:solidFill xmlns:a="http://schemas.openxmlformats.org/drawingml/2006/main">
            <a:srgbClr val="FFFFFF"/>
          </a:solidFill>
          <a:ln xmlns:a="http://schemas.openxmlformats.org/drawingml/2006/main" w="4763">
            <a:solidFill>
              <a:srgbClr val="D9DDE1"/>
            </a:solidFill>
            <a:prstDash val="solid"/>
          </a:ln>
        </p:spPr>
      </p:sp>
      <p:sp>
        <p:nvSpPr>
          <p:cNvPr id="82" name="snapshot-0-cell-0-2">
            <a:extLst xmlns:a="http://schemas.openxmlformats.org/drawingml/2006/main">
              <a:ext uri="{FF2B5EF4-FFF2-40B4-BE49-F238E27FC236}">
                <a16:creationId xmlns:a16="http://schemas.microsoft.com/office/drawing/2014/main" id="{6E8B0E4B-5BC8-43BF-9F2A-02C7832864A4}"/>
              </a:ext>
            </a:extLst>
          </p:cNvPr>
          <p:cNvSpPr>
            <a:spLocks xmlns:a="http://schemas.openxmlformats.org/drawingml/2006/main"/>
          </p:cNvSpPr>
          <p:nvPr/>
        </p:nvSpPr>
        <p:spPr>
          <a:xfrm xmlns:a="http://schemas.openxmlformats.org/drawingml/2006/main">
            <a:off x="962025" y="3162300"/>
            <a:ext cx="228600" cy="228600"/>
          </a:xfrm>
          <a:prstGeom xmlns:a="http://schemas.openxmlformats.org/drawingml/2006/main" prst="rect">
            <a:avLst/>
          </a:prstGeom>
          <a:solidFill xmlns:a="http://schemas.openxmlformats.org/drawingml/2006/main">
            <a:srgbClr val="EFF1F3"/>
          </a:solidFill>
          <a:ln xmlns:a="http://schemas.openxmlformats.org/drawingml/2006/main" w="4763">
            <a:solidFill>
              <a:srgbClr val="D9DDE1"/>
            </a:solidFill>
            <a:prstDash val="solid"/>
          </a:ln>
        </p:spPr>
      </p:sp>
      <p:sp>
        <p:nvSpPr>
          <p:cNvPr id="83" name="snapshot-0-cell-1-0">
            <a:extLst xmlns:a="http://schemas.openxmlformats.org/drawingml/2006/main">
              <a:ext uri="{FF2B5EF4-FFF2-40B4-BE49-F238E27FC236}">
                <a16:creationId xmlns:a16="http://schemas.microsoft.com/office/drawing/2014/main" id="{F7DACF66-FE84-45AE-B859-7E5424BC861C}"/>
              </a:ext>
            </a:extLst>
          </p:cNvPr>
          <p:cNvSpPr>
            <a:spLocks xmlns:a="http://schemas.openxmlformats.org/drawingml/2006/main"/>
          </p:cNvSpPr>
          <p:nvPr/>
        </p:nvSpPr>
        <p:spPr>
          <a:xfrm xmlns:a="http://schemas.openxmlformats.org/drawingml/2006/main">
            <a:off x="504825" y="3390900"/>
            <a:ext cx="228600" cy="228600"/>
          </a:xfrm>
          <a:prstGeom xmlns:a="http://schemas.openxmlformats.org/drawingml/2006/main" prst="rect">
            <a:avLst/>
          </a:prstGeom>
          <a:solidFill xmlns:a="http://schemas.openxmlformats.org/drawingml/2006/main">
            <a:srgbClr val="FFFFFF"/>
          </a:solidFill>
          <a:ln xmlns:a="http://schemas.openxmlformats.org/drawingml/2006/main" w="4763">
            <a:solidFill>
              <a:srgbClr val="D9DDE1"/>
            </a:solidFill>
            <a:prstDash val="solid"/>
          </a:ln>
        </p:spPr>
      </p:sp>
      <p:sp>
        <p:nvSpPr>
          <p:cNvPr id="84" name="snapshot-0-cell-1-1">
            <a:extLst xmlns:a="http://schemas.openxmlformats.org/drawingml/2006/main">
              <a:ext uri="{FF2B5EF4-FFF2-40B4-BE49-F238E27FC236}">
                <a16:creationId xmlns:a16="http://schemas.microsoft.com/office/drawing/2014/main" id="{E21E5E66-2F29-483E-8B86-4D964F9CF96C}"/>
              </a:ext>
            </a:extLst>
          </p:cNvPr>
          <p:cNvSpPr>
            <a:spLocks xmlns:a="http://schemas.openxmlformats.org/drawingml/2006/main"/>
          </p:cNvSpPr>
          <p:nvPr/>
        </p:nvSpPr>
        <p:spPr>
          <a:xfrm xmlns:a="http://schemas.openxmlformats.org/drawingml/2006/main">
            <a:off x="733425" y="3390900"/>
            <a:ext cx="228600" cy="228600"/>
          </a:xfrm>
          <a:prstGeom xmlns:a="http://schemas.openxmlformats.org/drawingml/2006/main" prst="rect">
            <a:avLst/>
          </a:prstGeom>
          <a:solidFill xmlns:a="http://schemas.openxmlformats.org/drawingml/2006/main">
            <a:srgbClr val="FFFFFF"/>
          </a:solidFill>
          <a:ln xmlns:a="http://schemas.openxmlformats.org/drawingml/2006/main" w="10001">
            <a:solidFill>
              <a:srgbClr val="8A929C"/>
            </a:solidFill>
            <a:prstDash val="dash"/>
          </a:ln>
        </p:spPr>
      </p:sp>
      <p:sp>
        <p:nvSpPr>
          <p:cNvPr id="85" name="snapshot-0-cell-1-2">
            <a:extLst xmlns:a="http://schemas.openxmlformats.org/drawingml/2006/main">
              <a:ext uri="{FF2B5EF4-FFF2-40B4-BE49-F238E27FC236}">
                <a16:creationId xmlns:a16="http://schemas.microsoft.com/office/drawing/2014/main" id="{7F454DDC-FBBA-490C-920C-7CA96107712B}"/>
              </a:ext>
            </a:extLst>
          </p:cNvPr>
          <p:cNvSpPr>
            <a:spLocks xmlns:a="http://schemas.openxmlformats.org/drawingml/2006/main"/>
          </p:cNvSpPr>
          <p:nvPr/>
        </p:nvSpPr>
        <p:spPr>
          <a:xfrm xmlns:a="http://schemas.openxmlformats.org/drawingml/2006/main">
            <a:off x="962025" y="3390900"/>
            <a:ext cx="228600" cy="228600"/>
          </a:xfrm>
          <a:prstGeom xmlns:a="http://schemas.openxmlformats.org/drawingml/2006/main" prst="rect">
            <a:avLst/>
          </a:prstGeom>
          <a:solidFill xmlns:a="http://schemas.openxmlformats.org/drawingml/2006/main">
            <a:srgbClr val="FFFFFF"/>
          </a:solidFill>
          <a:ln xmlns:a="http://schemas.openxmlformats.org/drawingml/2006/main" w="4763">
            <a:solidFill>
              <a:srgbClr val="D9DDE1"/>
            </a:solidFill>
            <a:prstDash val="solid"/>
          </a:ln>
        </p:spPr>
      </p:sp>
      <p:sp>
        <p:nvSpPr>
          <p:cNvPr id="86" name="snapshot-0-cell-2-0">
            <a:extLst xmlns:a="http://schemas.openxmlformats.org/drawingml/2006/main">
              <a:ext uri="{FF2B5EF4-FFF2-40B4-BE49-F238E27FC236}">
                <a16:creationId xmlns:a16="http://schemas.microsoft.com/office/drawing/2014/main" id="{1F495E89-610B-4D4B-863E-256B97646BDA}"/>
              </a:ext>
            </a:extLst>
          </p:cNvPr>
          <p:cNvSpPr>
            <a:spLocks xmlns:a="http://schemas.openxmlformats.org/drawingml/2006/main"/>
          </p:cNvSpPr>
          <p:nvPr/>
        </p:nvSpPr>
        <p:spPr>
          <a:xfrm xmlns:a="http://schemas.openxmlformats.org/drawingml/2006/main">
            <a:off x="504825" y="3619500"/>
            <a:ext cx="228600" cy="228600"/>
          </a:xfrm>
          <a:prstGeom xmlns:a="http://schemas.openxmlformats.org/drawingml/2006/main" prst="rect">
            <a:avLst/>
          </a:prstGeom>
          <a:solidFill xmlns:a="http://schemas.openxmlformats.org/drawingml/2006/main">
            <a:srgbClr val="EFF1F3"/>
          </a:solidFill>
          <a:ln xmlns:a="http://schemas.openxmlformats.org/drawingml/2006/main" w="4763">
            <a:solidFill>
              <a:srgbClr val="D9DDE1"/>
            </a:solidFill>
            <a:prstDash val="solid"/>
          </a:ln>
        </p:spPr>
      </p:sp>
      <p:sp>
        <p:nvSpPr>
          <p:cNvPr id="87" name="snapshot-0-cell-2-1">
            <a:extLst xmlns:a="http://schemas.openxmlformats.org/drawingml/2006/main">
              <a:ext uri="{FF2B5EF4-FFF2-40B4-BE49-F238E27FC236}">
                <a16:creationId xmlns:a16="http://schemas.microsoft.com/office/drawing/2014/main" id="{AE6D3D8C-CA78-4CDC-9DEB-1B9102BD6D1C}"/>
              </a:ext>
            </a:extLst>
          </p:cNvPr>
          <p:cNvSpPr>
            <a:spLocks xmlns:a="http://schemas.openxmlformats.org/drawingml/2006/main"/>
          </p:cNvSpPr>
          <p:nvPr/>
        </p:nvSpPr>
        <p:spPr>
          <a:xfrm xmlns:a="http://schemas.openxmlformats.org/drawingml/2006/main">
            <a:off x="733425" y="3619500"/>
            <a:ext cx="228600" cy="228600"/>
          </a:xfrm>
          <a:prstGeom xmlns:a="http://schemas.openxmlformats.org/drawingml/2006/main" prst="rect">
            <a:avLst/>
          </a:prstGeom>
          <a:solidFill xmlns:a="http://schemas.openxmlformats.org/drawingml/2006/main">
            <a:srgbClr val="FFFFFF"/>
          </a:solidFill>
          <a:ln xmlns:a="http://schemas.openxmlformats.org/drawingml/2006/main" w="4763">
            <a:solidFill>
              <a:srgbClr val="D9DDE1"/>
            </a:solidFill>
            <a:prstDash val="solid"/>
          </a:ln>
        </p:spPr>
      </p:sp>
      <p:sp>
        <p:nvSpPr>
          <p:cNvPr id="88" name="snapshot-0-cell-2-2">
            <a:extLst xmlns:a="http://schemas.openxmlformats.org/drawingml/2006/main">
              <a:ext uri="{FF2B5EF4-FFF2-40B4-BE49-F238E27FC236}">
                <a16:creationId xmlns:a16="http://schemas.microsoft.com/office/drawing/2014/main" id="{8194FC33-A83B-41A7-B6F4-5D88C1C6C5AE}"/>
              </a:ext>
            </a:extLst>
          </p:cNvPr>
          <p:cNvSpPr>
            <a:spLocks xmlns:a="http://schemas.openxmlformats.org/drawingml/2006/main"/>
          </p:cNvSpPr>
          <p:nvPr/>
        </p:nvSpPr>
        <p:spPr>
          <a:xfrm xmlns:a="http://schemas.openxmlformats.org/drawingml/2006/main">
            <a:off x="962025" y="3619500"/>
            <a:ext cx="228600" cy="228600"/>
          </a:xfrm>
          <a:prstGeom xmlns:a="http://schemas.openxmlformats.org/drawingml/2006/main" prst="rect">
            <a:avLst/>
          </a:prstGeom>
          <a:solidFill xmlns:a="http://schemas.openxmlformats.org/drawingml/2006/main">
            <a:srgbClr val="EFF1F3"/>
          </a:solidFill>
          <a:ln xmlns:a="http://schemas.openxmlformats.org/drawingml/2006/main" w="4763">
            <a:solidFill>
              <a:srgbClr val="D9DDE1"/>
            </a:solidFill>
            <a:prstDash val="solid"/>
          </a:ln>
        </p:spPr>
      </p:sp>
      <p:sp>
        <p:nvSpPr>
          <p:cNvPr id="89" name="state-A-0">
            <a:extLst xmlns:a="http://schemas.openxmlformats.org/drawingml/2006/main">
              <a:ext uri="{FF2B5EF4-FFF2-40B4-BE49-F238E27FC236}">
                <a16:creationId xmlns:a16="http://schemas.microsoft.com/office/drawing/2014/main" id="{B5090D6B-7BB0-4550-9600-0E4B05CDDF0D}"/>
              </a:ext>
            </a:extLst>
          </p:cNvPr>
          <p:cNvSpPr>
            <a:spLocks xmlns:a="http://schemas.openxmlformats.org/drawingml/2006/main"/>
          </p:cNvSpPr>
          <p:nvPr/>
        </p:nvSpPr>
        <p:spPr>
          <a:xfrm xmlns:a="http://schemas.openxmlformats.org/drawingml/2006/main">
            <a:off x="533400" y="3419475"/>
            <a:ext cx="171450" cy="171450"/>
          </a:xfrm>
          <a:prstGeom xmlns:a="http://schemas.openxmlformats.org/drawingml/2006/main" prst="rect">
            <a:avLst/>
          </a:prstGeom>
          <a:solidFill xmlns:a="http://schemas.openxmlformats.org/drawingml/2006/main">
            <a:srgbClr val="E1EBF6"/>
          </a:solidFill>
          <a:ln xmlns:a="http://schemas.openxmlformats.org/drawingml/2006/main" w="11430">
            <a:solidFill>
              <a:srgbClr val="30649B"/>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25" b="1">
                <a:solidFill>
                  <a:srgbClr val="30649B"/>
                </a:solidFill>
                <a:latin typeface="Arial"/>
                <a:ea typeface="Arial"/>
                <a:cs typeface="Arial"/>
              </a:defRPr>
            </a:pPr>
            <a:r>
              <a:rPr sz="825" b="1">
                <a:solidFill>
                  <a:srgbClr val="30649B"/>
                </a:solidFill>
                <a:latin typeface="Arial"/>
                <a:ea typeface="Arial"/>
                <a:cs typeface="Arial"/>
              </a:rPr>
              <a:t>A</a:t>
            </a:r>
          </a:p>
        </p:txBody>
      </p:sp>
      <p:sp>
        <p:nvSpPr>
          <p:cNvPr id="90" name="state-B-0">
            <a:extLst xmlns:a="http://schemas.openxmlformats.org/drawingml/2006/main">
              <a:ext uri="{FF2B5EF4-FFF2-40B4-BE49-F238E27FC236}">
                <a16:creationId xmlns:a16="http://schemas.microsoft.com/office/drawing/2014/main" id="{B41408AE-18BC-4A41-926D-EAB0E58BDEB7}"/>
              </a:ext>
            </a:extLst>
          </p:cNvPr>
          <p:cNvSpPr>
            <a:spLocks xmlns:a="http://schemas.openxmlformats.org/drawingml/2006/main"/>
          </p:cNvSpPr>
          <p:nvPr/>
        </p:nvSpPr>
        <p:spPr>
          <a:xfrm xmlns:a="http://schemas.openxmlformats.org/drawingml/2006/main">
            <a:off x="762000" y="3648075"/>
            <a:ext cx="171450" cy="171450"/>
          </a:xfrm>
          <a:prstGeom xmlns:a="http://schemas.openxmlformats.org/drawingml/2006/main" prst="rect">
            <a:avLst/>
          </a:prstGeom>
          <a:solidFill xmlns:a="http://schemas.openxmlformats.org/drawingml/2006/main">
            <a:srgbClr val="F8E5D2"/>
          </a:solidFill>
          <a:ln xmlns:a="http://schemas.openxmlformats.org/drawingml/2006/main" w="11430">
            <a:solidFill>
              <a:srgbClr val="AB632C"/>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25" b="1">
                <a:solidFill>
                  <a:srgbClr val="AB632C"/>
                </a:solidFill>
                <a:latin typeface="Arial"/>
                <a:ea typeface="Arial"/>
                <a:cs typeface="Arial"/>
              </a:defRPr>
            </a:pPr>
            <a:r>
              <a:rPr sz="825" b="1">
                <a:solidFill>
                  <a:srgbClr val="AB632C"/>
                </a:solidFill>
                <a:latin typeface="Arial"/>
                <a:ea typeface="Arial"/>
                <a:cs typeface="Arial"/>
              </a:rPr>
              <a:t>B</a:t>
            </a:r>
          </a:p>
        </p:txBody>
      </p:sp>
      <p:sp>
        <p:nvSpPr>
          <p:cNvPr id="91" name="empty-c-0.0">
            <a:extLst xmlns:a="http://schemas.openxmlformats.org/drawingml/2006/main">
              <a:ext uri="{FF2B5EF4-FFF2-40B4-BE49-F238E27FC236}">
                <a16:creationId xmlns:a16="http://schemas.microsoft.com/office/drawing/2014/main" id="{49710D82-23A2-4313-9574-A559F58FE888}"/>
              </a:ext>
            </a:extLst>
          </p:cNvPr>
          <p:cNvSpPr>
            <a:spLocks xmlns:a="http://schemas.openxmlformats.org/drawingml/2006/main"/>
          </p:cNvSpPr>
          <p:nvPr/>
        </p:nvSpPr>
        <p:spPr>
          <a:xfrm xmlns:a="http://schemas.openxmlformats.org/drawingml/2006/main">
            <a:off x="817055" y="3409950"/>
            <a:ext cx="99441" cy="22669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i="1">
                <a:solidFill>
                  <a:srgbClr val="52575F"/>
                </a:solidFill>
                <a:latin typeface="Times New Roman"/>
                <a:ea typeface="Times New Roman"/>
                <a:cs typeface="Times New Roman"/>
              </a:defRPr>
            </a:pPr>
            <a:r>
              <a:rPr sz="1050" b="0" i="1">
                <a:solidFill>
                  <a:srgbClr val="52575F"/>
                </a:solidFill>
                <a:latin typeface="Times New Roman"/>
                <a:ea typeface="Times New Roman"/>
                <a:cs typeface="Times New Roman"/>
              </a:rPr>
              <a:t>c</a:t>
            </a:r>
          </a:p>
        </p:txBody>
      </p:sp>
      <p:sp>
        <p:nvSpPr>
          <p:cNvPr id="92" name="snapshot-caption-0">
            <a:extLst xmlns:a="http://schemas.openxmlformats.org/drawingml/2006/main">
              <a:ext uri="{FF2B5EF4-FFF2-40B4-BE49-F238E27FC236}">
                <a16:creationId xmlns:a16="http://schemas.microsoft.com/office/drawing/2014/main" id="{CD44F99D-626F-484A-905D-92DA2439CA9D}"/>
              </a:ext>
            </a:extLst>
          </p:cNvPr>
          <p:cNvSpPr>
            <a:spLocks xmlns:a="http://schemas.openxmlformats.org/drawingml/2006/main"/>
          </p:cNvSpPr>
          <p:nvPr/>
        </p:nvSpPr>
        <p:spPr>
          <a:xfrm xmlns:a="http://schemas.openxmlformats.org/drawingml/2006/main">
            <a:off x="190500" y="3876675"/>
            <a:ext cx="13049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788" b="0">
                <a:solidFill>
                  <a:srgbClr val="52575F"/>
                </a:solidFill>
                <a:latin typeface="Arial"/>
                <a:ea typeface="Arial"/>
                <a:cs typeface="Arial"/>
              </a:defRPr>
            </a:pPr>
            <a:r>
              <a:rPr sz="788" b="0">
                <a:solidFill>
                  <a:srgbClr val="52575F"/>
                </a:solidFill>
                <a:latin typeface="Arial"/>
                <a:ea typeface="Arial"/>
                <a:cs typeface="Arial"/>
              </a:rPr>
              <a:t>Both approach</a:t>
            </a:r>
          </a:p>
        </p:txBody>
      </p:sp>
      <p:sp>
        <p:nvSpPr>
          <p:cNvPr id="93" name="snapshot-1">
            <a:extLst xmlns:a="http://schemas.openxmlformats.org/drawingml/2006/main">
              <a:ext uri="{FF2B5EF4-FFF2-40B4-BE49-F238E27FC236}">
                <a16:creationId xmlns:a16="http://schemas.microsoft.com/office/drawing/2014/main" id="{640E8238-1C99-4DAE-9FC8-8DDD0F2C2FB0}"/>
              </a:ext>
            </a:extLst>
          </p:cNvPr>
          <p:cNvSpPr>
            <a:spLocks xmlns:a="http://schemas.openxmlformats.org/drawingml/2006/main"/>
          </p:cNvSpPr>
          <p:nvPr/>
        </p:nvSpPr>
        <p:spPr>
          <a:xfrm xmlns:a="http://schemas.openxmlformats.org/drawingml/2006/main">
            <a:off x="1724025" y="3076575"/>
            <a:ext cx="1381125" cy="981075"/>
          </a:xfrm>
          <a:prstGeom xmlns:a="http://schemas.openxmlformats.org/drawingml/2006/main" prst="rect">
            <a:avLst/>
          </a:prstGeom>
          <a:solidFill xmlns:a="http://schemas.openxmlformats.org/drawingml/2006/main">
            <a:srgbClr val="FFFFFF"/>
          </a:solidFill>
          <a:ln xmlns:a="http://schemas.openxmlformats.org/drawingml/2006/main" w="7620">
            <a:solidFill>
              <a:srgbClr val="BBC1C8"/>
            </a:solidFill>
            <a:prstDash val="solid"/>
          </a:ln>
        </p:spPr>
      </p:sp>
      <p:grpSp>
        <p:nvGrpSpPr>
          <p:cNvPr id="298" name="snapshot-time-1"/>
          <p:cNvGrpSpPr/>
          <p:nvPr/>
        </p:nvGrpSpPr>
        <p:grpSpPr>
          <ns1:xfrm xmlns:ns1="http://schemas.openxmlformats.org/drawingml/2006/main">
            <ns1:off x="2260664" y="2867025"/>
            <ns1:ext cx="345948" cy="259080"/>
            <ns1:chOff x="2260664" y="2867025"/>
            <ns1:chExt cx="345948" cy="259080"/>
          </ns1:xfrm>
        </p:grpSpPr>
        <p:sp>
          <p:nvSpPr>
            <p:cNvPr id="94" name="snapshot-time-1.0">
              <a:extLst xmlns:a="http://schemas.openxmlformats.org/drawingml/2006/main">
                <a:ext uri="{FF2B5EF4-FFF2-40B4-BE49-F238E27FC236}">
                  <a16:creationId xmlns:a16="http://schemas.microsoft.com/office/drawing/2014/main" id="{2339D923-CB12-414C-9C0F-F4DF0E86B3D6}"/>
                </a:ext>
              </a:extLst>
            </p:cNvPr>
            <p:cNvSpPr>
              <a:spLocks xmlns:a="http://schemas.openxmlformats.org/drawingml/2006/main"/>
            </p:cNvSpPr>
            <p:nvPr/>
          </p:nvSpPr>
          <p:spPr>
            <a:xfrm xmlns:a="http://schemas.openxmlformats.org/drawingml/2006/main">
              <a:off x="2260664" y="2867025"/>
              <a:ext cx="99060" cy="259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i="1">
                  <a:solidFill>
                    <a:srgbClr val="25282D"/>
                  </a:solidFill>
                  <a:latin typeface="Times New Roman"/>
                  <a:ea typeface="Times New Roman"/>
                  <a:cs typeface="Times New Roman"/>
                </a:defRPr>
              </a:pPr>
              <a:r>
                <a:rPr sz="1200" b="0" i="1">
                  <a:solidFill>
                    <a:srgbClr val="25282D"/>
                  </a:solidFill>
                  <a:latin typeface="Times New Roman"/>
                  <a:ea typeface="Times New Roman"/>
                  <a:cs typeface="Times New Roman"/>
                </a:rPr>
                <a:t>t</a:t>
              </a:r>
            </a:p>
          </p:txBody>
        </p:sp>
        <p:sp>
          <p:nvSpPr>
            <p:cNvPr id="95" name="snapshot-time-1.1">
              <a:extLst xmlns:a="http://schemas.openxmlformats.org/drawingml/2006/main">
                <a:ext uri="{FF2B5EF4-FFF2-40B4-BE49-F238E27FC236}">
                  <a16:creationId xmlns:a16="http://schemas.microsoft.com/office/drawing/2014/main" id="{7022AEB9-3EF0-4AAC-93CC-282B06C10CA5}"/>
                </a:ext>
              </a:extLst>
            </p:cNvPr>
            <p:cNvSpPr>
              <a:spLocks xmlns:a="http://schemas.openxmlformats.org/drawingml/2006/main"/>
            </p:cNvSpPr>
            <p:nvPr/>
          </p:nvSpPr>
          <p:spPr>
            <a:xfrm xmlns:a="http://schemas.openxmlformats.org/drawingml/2006/main">
              <a:off x="2304860" y="2867025"/>
              <a:ext cx="220980" cy="259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i="0">
                  <a:solidFill>
                    <a:srgbClr val="25282D"/>
                  </a:solidFill>
                  <a:latin typeface="Times New Roman"/>
                  <a:ea typeface="Times New Roman"/>
                  <a:cs typeface="Times New Roman"/>
                </a:defRPr>
              </a:pPr>
              <a:r>
                <a:rPr sz="1200" b="0" i="0">
                  <a:solidFill>
                    <a:srgbClr val="25282D"/>
                  </a:solidFill>
                  <a:latin typeface="Times New Roman"/>
                  <a:ea typeface="Times New Roman"/>
                  <a:cs typeface="Times New Roman"/>
                </a:rPr>
                <a:t> = </a:t>
              </a:r>
            </a:p>
          </p:txBody>
        </p:sp>
        <p:sp>
          <p:nvSpPr>
            <p:cNvPr id="96" name="snapshot-time-1.2">
              <a:extLst xmlns:a="http://schemas.openxmlformats.org/drawingml/2006/main">
                <a:ext uri="{FF2B5EF4-FFF2-40B4-BE49-F238E27FC236}">
                  <a16:creationId xmlns:a16="http://schemas.microsoft.com/office/drawing/2014/main" id="{7460984A-154A-4230-91D7-066E7B79CA6B}"/>
                </a:ext>
              </a:extLst>
            </p:cNvPr>
            <p:cNvSpPr>
              <a:spLocks xmlns:a="http://schemas.openxmlformats.org/drawingml/2006/main"/>
            </p:cNvSpPr>
            <p:nvPr/>
          </p:nvSpPr>
          <p:spPr>
            <a:xfrm xmlns:a="http://schemas.openxmlformats.org/drawingml/2006/main">
              <a:off x="2487740" y="2867025"/>
              <a:ext cx="118872" cy="259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i="0">
                  <a:solidFill>
                    <a:srgbClr val="25282D"/>
                  </a:solidFill>
                  <a:latin typeface="Times New Roman"/>
                  <a:ea typeface="Times New Roman"/>
                  <a:cs typeface="Times New Roman"/>
                </a:defRPr>
              </a:pPr>
              <a:r>
                <a:rPr sz="1200" b="0" i="0">
                  <a:solidFill>
                    <a:srgbClr val="25282D"/>
                  </a:solidFill>
                  <a:latin typeface="Times New Roman"/>
                  <a:ea typeface="Times New Roman"/>
                  <a:cs typeface="Times New Roman"/>
                </a:rPr>
                <a:t>1</a:t>
              </a:r>
            </a:p>
          </p:txBody>
        </p:sp>
      </p:grpSp>
      <p:sp>
        <p:nvSpPr>
          <p:cNvPr id="97" name="snapshot-1-cell-0-0">
            <a:extLst xmlns:a="http://schemas.openxmlformats.org/drawingml/2006/main">
              <a:ext uri="{FF2B5EF4-FFF2-40B4-BE49-F238E27FC236}">
                <a16:creationId xmlns:a16="http://schemas.microsoft.com/office/drawing/2014/main" id="{7380E03C-F838-432D-B8C6-61E4947F1F23}"/>
              </a:ext>
            </a:extLst>
          </p:cNvPr>
          <p:cNvSpPr>
            <a:spLocks xmlns:a="http://schemas.openxmlformats.org/drawingml/2006/main"/>
          </p:cNvSpPr>
          <p:nvPr/>
        </p:nvSpPr>
        <p:spPr>
          <a:xfrm xmlns:a="http://schemas.openxmlformats.org/drawingml/2006/main">
            <a:off x="2076450" y="3162300"/>
            <a:ext cx="228600" cy="228600"/>
          </a:xfrm>
          <a:prstGeom xmlns:a="http://schemas.openxmlformats.org/drawingml/2006/main" prst="rect">
            <a:avLst/>
          </a:prstGeom>
          <a:solidFill xmlns:a="http://schemas.openxmlformats.org/drawingml/2006/main">
            <a:srgbClr val="EFF1F3"/>
          </a:solidFill>
          <a:ln xmlns:a="http://schemas.openxmlformats.org/drawingml/2006/main" w="4763">
            <a:solidFill>
              <a:srgbClr val="D9DDE1"/>
            </a:solidFill>
            <a:prstDash val="solid"/>
          </a:ln>
        </p:spPr>
      </p:sp>
      <p:sp>
        <p:nvSpPr>
          <p:cNvPr id="98" name="snapshot-1-cell-0-1">
            <a:extLst xmlns:a="http://schemas.openxmlformats.org/drawingml/2006/main">
              <a:ext uri="{FF2B5EF4-FFF2-40B4-BE49-F238E27FC236}">
                <a16:creationId xmlns:a16="http://schemas.microsoft.com/office/drawing/2014/main" id="{C13B96CD-725F-4C3C-9099-9E6493987AE2}"/>
              </a:ext>
            </a:extLst>
          </p:cNvPr>
          <p:cNvSpPr>
            <a:spLocks xmlns:a="http://schemas.openxmlformats.org/drawingml/2006/main"/>
          </p:cNvSpPr>
          <p:nvPr/>
        </p:nvSpPr>
        <p:spPr>
          <a:xfrm xmlns:a="http://schemas.openxmlformats.org/drawingml/2006/main">
            <a:off x="2305050" y="3162300"/>
            <a:ext cx="228600" cy="228600"/>
          </a:xfrm>
          <a:prstGeom xmlns:a="http://schemas.openxmlformats.org/drawingml/2006/main" prst="rect">
            <a:avLst/>
          </a:prstGeom>
          <a:solidFill xmlns:a="http://schemas.openxmlformats.org/drawingml/2006/main">
            <a:srgbClr val="FFFFFF"/>
          </a:solidFill>
          <a:ln xmlns:a="http://schemas.openxmlformats.org/drawingml/2006/main" w="4763">
            <a:solidFill>
              <a:srgbClr val="D9DDE1"/>
            </a:solidFill>
            <a:prstDash val="solid"/>
          </a:ln>
        </p:spPr>
      </p:sp>
      <p:sp>
        <p:nvSpPr>
          <p:cNvPr id="99" name="snapshot-1-cell-0-2">
            <a:extLst xmlns:a="http://schemas.openxmlformats.org/drawingml/2006/main">
              <a:ext uri="{FF2B5EF4-FFF2-40B4-BE49-F238E27FC236}">
                <a16:creationId xmlns:a16="http://schemas.microsoft.com/office/drawing/2014/main" id="{43CC8DBE-840D-4EED-84FF-FFB297995011}"/>
              </a:ext>
            </a:extLst>
          </p:cNvPr>
          <p:cNvSpPr>
            <a:spLocks xmlns:a="http://schemas.openxmlformats.org/drawingml/2006/main"/>
          </p:cNvSpPr>
          <p:nvPr/>
        </p:nvSpPr>
        <p:spPr>
          <a:xfrm xmlns:a="http://schemas.openxmlformats.org/drawingml/2006/main">
            <a:off x="2533650" y="3162300"/>
            <a:ext cx="228600" cy="228600"/>
          </a:xfrm>
          <a:prstGeom xmlns:a="http://schemas.openxmlformats.org/drawingml/2006/main" prst="rect">
            <a:avLst/>
          </a:prstGeom>
          <a:solidFill xmlns:a="http://schemas.openxmlformats.org/drawingml/2006/main">
            <a:srgbClr val="EFF1F3"/>
          </a:solidFill>
          <a:ln xmlns:a="http://schemas.openxmlformats.org/drawingml/2006/main" w="4763">
            <a:solidFill>
              <a:srgbClr val="D9DDE1"/>
            </a:solidFill>
            <a:prstDash val="solid"/>
          </a:ln>
        </p:spPr>
      </p:sp>
      <p:sp>
        <p:nvSpPr>
          <p:cNvPr id="100" name="snapshot-1-cell-1-0">
            <a:extLst xmlns:a="http://schemas.openxmlformats.org/drawingml/2006/main">
              <a:ext uri="{FF2B5EF4-FFF2-40B4-BE49-F238E27FC236}">
                <a16:creationId xmlns:a16="http://schemas.microsoft.com/office/drawing/2014/main" id="{299DD105-F185-45A5-87DF-9E56C36FB65F}"/>
              </a:ext>
            </a:extLst>
          </p:cNvPr>
          <p:cNvSpPr>
            <a:spLocks xmlns:a="http://schemas.openxmlformats.org/drawingml/2006/main"/>
          </p:cNvSpPr>
          <p:nvPr/>
        </p:nvSpPr>
        <p:spPr>
          <a:xfrm xmlns:a="http://schemas.openxmlformats.org/drawingml/2006/main">
            <a:off x="2076450" y="3390900"/>
            <a:ext cx="228600" cy="228600"/>
          </a:xfrm>
          <a:prstGeom xmlns:a="http://schemas.openxmlformats.org/drawingml/2006/main" prst="rect">
            <a:avLst/>
          </a:prstGeom>
          <a:solidFill xmlns:a="http://schemas.openxmlformats.org/drawingml/2006/main">
            <a:srgbClr val="FFFFFF"/>
          </a:solidFill>
          <a:ln xmlns:a="http://schemas.openxmlformats.org/drawingml/2006/main" w="4763">
            <a:solidFill>
              <a:srgbClr val="D9DDE1"/>
            </a:solidFill>
            <a:prstDash val="solid"/>
          </a:ln>
        </p:spPr>
      </p:sp>
      <p:sp>
        <p:nvSpPr>
          <p:cNvPr id="101" name="snapshot-1-cell-1-1">
            <a:extLst xmlns:a="http://schemas.openxmlformats.org/drawingml/2006/main">
              <a:ext uri="{FF2B5EF4-FFF2-40B4-BE49-F238E27FC236}">
                <a16:creationId xmlns:a16="http://schemas.microsoft.com/office/drawing/2014/main" id="{9BB1EA0F-75C5-46BE-8641-6F5248679576}"/>
              </a:ext>
            </a:extLst>
          </p:cNvPr>
          <p:cNvSpPr>
            <a:spLocks xmlns:a="http://schemas.openxmlformats.org/drawingml/2006/main"/>
          </p:cNvSpPr>
          <p:nvPr/>
        </p:nvSpPr>
        <p:spPr>
          <a:xfrm xmlns:a="http://schemas.openxmlformats.org/drawingml/2006/main">
            <a:off x="2305050" y="3390900"/>
            <a:ext cx="228600" cy="228600"/>
          </a:xfrm>
          <a:prstGeom xmlns:a="http://schemas.openxmlformats.org/drawingml/2006/main" prst="rect">
            <a:avLst/>
          </a:prstGeom>
          <a:solidFill xmlns:a="http://schemas.openxmlformats.org/drawingml/2006/main">
            <a:srgbClr val="FFFFFF"/>
          </a:solidFill>
          <a:ln xmlns:a="http://schemas.openxmlformats.org/drawingml/2006/main" w="10001">
            <a:solidFill>
              <a:srgbClr val="8A929C"/>
            </a:solidFill>
            <a:prstDash val="dash"/>
          </a:ln>
        </p:spPr>
      </p:sp>
      <p:sp>
        <p:nvSpPr>
          <p:cNvPr id="102" name="snapshot-1-cell-1-2">
            <a:extLst xmlns:a="http://schemas.openxmlformats.org/drawingml/2006/main">
              <a:ext uri="{FF2B5EF4-FFF2-40B4-BE49-F238E27FC236}">
                <a16:creationId xmlns:a16="http://schemas.microsoft.com/office/drawing/2014/main" id="{1945AC48-4D66-403E-AA3D-EE3204CE419B}"/>
              </a:ext>
            </a:extLst>
          </p:cNvPr>
          <p:cNvSpPr>
            <a:spLocks xmlns:a="http://schemas.openxmlformats.org/drawingml/2006/main"/>
          </p:cNvSpPr>
          <p:nvPr/>
        </p:nvSpPr>
        <p:spPr>
          <a:xfrm xmlns:a="http://schemas.openxmlformats.org/drawingml/2006/main">
            <a:off x="2533650" y="3390900"/>
            <a:ext cx="228600" cy="228600"/>
          </a:xfrm>
          <a:prstGeom xmlns:a="http://schemas.openxmlformats.org/drawingml/2006/main" prst="rect">
            <a:avLst/>
          </a:prstGeom>
          <a:solidFill xmlns:a="http://schemas.openxmlformats.org/drawingml/2006/main">
            <a:srgbClr val="FFFFFF"/>
          </a:solidFill>
          <a:ln xmlns:a="http://schemas.openxmlformats.org/drawingml/2006/main" w="4763">
            <a:solidFill>
              <a:srgbClr val="D9DDE1"/>
            </a:solidFill>
            <a:prstDash val="solid"/>
          </a:ln>
        </p:spPr>
      </p:sp>
      <p:sp>
        <p:nvSpPr>
          <p:cNvPr id="103" name="snapshot-1-cell-2-0">
            <a:extLst xmlns:a="http://schemas.openxmlformats.org/drawingml/2006/main">
              <a:ext uri="{FF2B5EF4-FFF2-40B4-BE49-F238E27FC236}">
                <a16:creationId xmlns:a16="http://schemas.microsoft.com/office/drawing/2014/main" id="{348241FE-65CB-4C77-9D95-3BE792927244}"/>
              </a:ext>
            </a:extLst>
          </p:cNvPr>
          <p:cNvSpPr>
            <a:spLocks xmlns:a="http://schemas.openxmlformats.org/drawingml/2006/main"/>
          </p:cNvSpPr>
          <p:nvPr/>
        </p:nvSpPr>
        <p:spPr>
          <a:xfrm xmlns:a="http://schemas.openxmlformats.org/drawingml/2006/main">
            <a:off x="2076450" y="3619500"/>
            <a:ext cx="228600" cy="228600"/>
          </a:xfrm>
          <a:prstGeom xmlns:a="http://schemas.openxmlformats.org/drawingml/2006/main" prst="rect">
            <a:avLst/>
          </a:prstGeom>
          <a:solidFill xmlns:a="http://schemas.openxmlformats.org/drawingml/2006/main">
            <a:srgbClr val="EFF1F3"/>
          </a:solidFill>
          <a:ln xmlns:a="http://schemas.openxmlformats.org/drawingml/2006/main" w="4763">
            <a:solidFill>
              <a:srgbClr val="D9DDE1"/>
            </a:solidFill>
            <a:prstDash val="solid"/>
          </a:ln>
        </p:spPr>
      </p:sp>
      <p:sp>
        <p:nvSpPr>
          <p:cNvPr id="104" name="snapshot-1-cell-2-1">
            <a:extLst xmlns:a="http://schemas.openxmlformats.org/drawingml/2006/main">
              <a:ext uri="{FF2B5EF4-FFF2-40B4-BE49-F238E27FC236}">
                <a16:creationId xmlns:a16="http://schemas.microsoft.com/office/drawing/2014/main" id="{81502CD3-3A92-497B-93CC-8F8F415EFE73}"/>
              </a:ext>
            </a:extLst>
          </p:cNvPr>
          <p:cNvSpPr>
            <a:spLocks xmlns:a="http://schemas.openxmlformats.org/drawingml/2006/main"/>
          </p:cNvSpPr>
          <p:nvPr/>
        </p:nvSpPr>
        <p:spPr>
          <a:xfrm xmlns:a="http://schemas.openxmlformats.org/drawingml/2006/main">
            <a:off x="2305050" y="3619500"/>
            <a:ext cx="228600" cy="228600"/>
          </a:xfrm>
          <a:prstGeom xmlns:a="http://schemas.openxmlformats.org/drawingml/2006/main" prst="rect">
            <a:avLst/>
          </a:prstGeom>
          <a:solidFill xmlns:a="http://schemas.openxmlformats.org/drawingml/2006/main">
            <a:srgbClr val="FFFFFF"/>
          </a:solidFill>
          <a:ln xmlns:a="http://schemas.openxmlformats.org/drawingml/2006/main" w="4763">
            <a:solidFill>
              <a:srgbClr val="D9DDE1"/>
            </a:solidFill>
            <a:prstDash val="solid"/>
          </a:ln>
        </p:spPr>
      </p:sp>
      <p:sp>
        <p:nvSpPr>
          <p:cNvPr id="105" name="snapshot-1-cell-2-2">
            <a:extLst xmlns:a="http://schemas.openxmlformats.org/drawingml/2006/main">
              <a:ext uri="{FF2B5EF4-FFF2-40B4-BE49-F238E27FC236}">
                <a16:creationId xmlns:a16="http://schemas.microsoft.com/office/drawing/2014/main" id="{43E44E6C-5E4B-451B-BB9B-A3AF27101B5B}"/>
              </a:ext>
            </a:extLst>
          </p:cNvPr>
          <p:cNvSpPr>
            <a:spLocks xmlns:a="http://schemas.openxmlformats.org/drawingml/2006/main"/>
          </p:cNvSpPr>
          <p:nvPr/>
        </p:nvSpPr>
        <p:spPr>
          <a:xfrm xmlns:a="http://schemas.openxmlformats.org/drawingml/2006/main">
            <a:off x="2533650" y="3619500"/>
            <a:ext cx="228600" cy="228600"/>
          </a:xfrm>
          <a:prstGeom xmlns:a="http://schemas.openxmlformats.org/drawingml/2006/main" prst="rect">
            <a:avLst/>
          </a:prstGeom>
          <a:solidFill xmlns:a="http://schemas.openxmlformats.org/drawingml/2006/main">
            <a:srgbClr val="EFF1F3"/>
          </a:solidFill>
          <a:ln xmlns:a="http://schemas.openxmlformats.org/drawingml/2006/main" w="4763">
            <a:solidFill>
              <a:srgbClr val="D9DDE1"/>
            </a:solidFill>
            <a:prstDash val="solid"/>
          </a:ln>
        </p:spPr>
      </p:sp>
      <p:sp>
        <p:nvSpPr>
          <p:cNvPr id="106" name="state-A-1">
            <a:extLst xmlns:a="http://schemas.openxmlformats.org/drawingml/2006/main">
              <a:ext uri="{FF2B5EF4-FFF2-40B4-BE49-F238E27FC236}">
                <a16:creationId xmlns:a16="http://schemas.microsoft.com/office/drawing/2014/main" id="{313D6600-D496-4B0D-B2F0-0A8B593A3864}"/>
              </a:ext>
            </a:extLst>
          </p:cNvPr>
          <p:cNvSpPr>
            <a:spLocks xmlns:a="http://schemas.openxmlformats.org/drawingml/2006/main"/>
          </p:cNvSpPr>
          <p:nvPr/>
        </p:nvSpPr>
        <p:spPr>
          <a:xfrm xmlns:a="http://schemas.openxmlformats.org/drawingml/2006/main">
            <a:off x="2333625" y="3419475"/>
            <a:ext cx="171450" cy="171450"/>
          </a:xfrm>
          <a:prstGeom xmlns:a="http://schemas.openxmlformats.org/drawingml/2006/main" prst="rect">
            <a:avLst/>
          </a:prstGeom>
          <a:solidFill xmlns:a="http://schemas.openxmlformats.org/drawingml/2006/main">
            <a:srgbClr val="E1EBF6"/>
          </a:solidFill>
          <a:ln xmlns:a="http://schemas.openxmlformats.org/drawingml/2006/main" w="11430">
            <a:solidFill>
              <a:srgbClr val="30649B"/>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25" b="1">
                <a:solidFill>
                  <a:srgbClr val="30649B"/>
                </a:solidFill>
                <a:latin typeface="Arial"/>
                <a:ea typeface="Arial"/>
                <a:cs typeface="Arial"/>
              </a:defRPr>
            </a:pPr>
            <a:r>
              <a:rPr sz="825" b="1">
                <a:solidFill>
                  <a:srgbClr val="30649B"/>
                </a:solidFill>
                <a:latin typeface="Arial"/>
                <a:ea typeface="Arial"/>
                <a:cs typeface="Arial"/>
              </a:rPr>
              <a:t>A</a:t>
            </a:r>
          </a:p>
        </p:txBody>
      </p:sp>
      <p:sp>
        <p:nvSpPr>
          <p:cNvPr id="107" name="state-B-1">
            <a:extLst xmlns:a="http://schemas.openxmlformats.org/drawingml/2006/main">
              <a:ext uri="{FF2B5EF4-FFF2-40B4-BE49-F238E27FC236}">
                <a16:creationId xmlns:a16="http://schemas.microsoft.com/office/drawing/2014/main" id="{484D4670-A8E1-4201-8CD7-A020C5BE5B1C}"/>
              </a:ext>
            </a:extLst>
          </p:cNvPr>
          <p:cNvSpPr>
            <a:spLocks xmlns:a="http://schemas.openxmlformats.org/drawingml/2006/main"/>
          </p:cNvSpPr>
          <p:nvPr/>
        </p:nvSpPr>
        <p:spPr>
          <a:xfrm xmlns:a="http://schemas.openxmlformats.org/drawingml/2006/main">
            <a:off x="2333625" y="3648075"/>
            <a:ext cx="171450" cy="171450"/>
          </a:xfrm>
          <a:prstGeom xmlns:a="http://schemas.openxmlformats.org/drawingml/2006/main" prst="rect">
            <a:avLst/>
          </a:prstGeom>
          <a:solidFill xmlns:a="http://schemas.openxmlformats.org/drawingml/2006/main">
            <a:srgbClr val="F8E5D2"/>
          </a:solidFill>
          <a:ln xmlns:a="http://schemas.openxmlformats.org/drawingml/2006/main" w="11430">
            <a:solidFill>
              <a:srgbClr val="AB632C"/>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25" b="1">
                <a:solidFill>
                  <a:srgbClr val="AB632C"/>
                </a:solidFill>
                <a:latin typeface="Arial"/>
                <a:ea typeface="Arial"/>
                <a:cs typeface="Arial"/>
              </a:defRPr>
            </a:pPr>
            <a:r>
              <a:rPr sz="825" b="1">
                <a:solidFill>
                  <a:srgbClr val="AB632C"/>
                </a:solidFill>
                <a:latin typeface="Arial"/>
                <a:ea typeface="Arial"/>
                <a:cs typeface="Arial"/>
              </a:rPr>
              <a:t>B</a:t>
            </a:r>
          </a:p>
        </p:txBody>
      </p:sp>
      <p:sp>
        <p:nvSpPr>
          <p:cNvPr id="108" name="snapshot-caption-1">
            <a:extLst xmlns:a="http://schemas.openxmlformats.org/drawingml/2006/main">
              <a:ext uri="{FF2B5EF4-FFF2-40B4-BE49-F238E27FC236}">
                <a16:creationId xmlns:a16="http://schemas.microsoft.com/office/drawing/2014/main" id="{A57117FD-867E-4262-B0CC-8BE3D8A36861}"/>
              </a:ext>
            </a:extLst>
          </p:cNvPr>
          <p:cNvSpPr>
            <a:spLocks xmlns:a="http://schemas.openxmlformats.org/drawingml/2006/main"/>
          </p:cNvSpPr>
          <p:nvPr/>
        </p:nvSpPr>
        <p:spPr>
          <a:xfrm xmlns:a="http://schemas.openxmlformats.org/drawingml/2006/main">
            <a:off x="1762125" y="3876675"/>
            <a:ext cx="13049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788" b="0">
                <a:solidFill>
                  <a:srgbClr val="52575F"/>
                </a:solidFill>
                <a:latin typeface="Arial"/>
                <a:ea typeface="Arial"/>
                <a:cs typeface="Arial"/>
              </a:defRPr>
            </a:pPr>
            <a:r>
              <a:rPr sz="788" b="0">
                <a:solidFill>
                  <a:srgbClr val="52575F"/>
                </a:solidFill>
                <a:latin typeface="Arial"/>
                <a:ea typeface="Arial"/>
                <a:cs typeface="Arial"/>
              </a:rPr>
              <a:t>B waits</a:t>
            </a:r>
          </a:p>
        </p:txBody>
      </p:sp>
      <p:sp>
        <p:nvSpPr>
          <p:cNvPr id="109" name="snapshot-2">
            <a:extLst xmlns:a="http://schemas.openxmlformats.org/drawingml/2006/main">
              <a:ext uri="{FF2B5EF4-FFF2-40B4-BE49-F238E27FC236}">
                <a16:creationId xmlns:a16="http://schemas.microsoft.com/office/drawing/2014/main" id="{887D55A0-5FD4-467B-895B-F8015D4AAE45}"/>
              </a:ext>
            </a:extLst>
          </p:cNvPr>
          <p:cNvSpPr>
            <a:spLocks xmlns:a="http://schemas.openxmlformats.org/drawingml/2006/main"/>
          </p:cNvSpPr>
          <p:nvPr/>
        </p:nvSpPr>
        <p:spPr>
          <a:xfrm xmlns:a="http://schemas.openxmlformats.org/drawingml/2006/main">
            <a:off x="3295650" y="3076575"/>
            <a:ext cx="1381125" cy="981075"/>
          </a:xfrm>
          <a:prstGeom xmlns:a="http://schemas.openxmlformats.org/drawingml/2006/main" prst="rect">
            <a:avLst/>
          </a:prstGeom>
          <a:solidFill xmlns:a="http://schemas.openxmlformats.org/drawingml/2006/main">
            <a:srgbClr val="FFFFFF"/>
          </a:solidFill>
          <a:ln xmlns:a="http://schemas.openxmlformats.org/drawingml/2006/main" w="7620">
            <a:solidFill>
              <a:srgbClr val="BBC1C8"/>
            </a:solidFill>
            <a:prstDash val="solid"/>
          </a:ln>
        </p:spPr>
      </p:sp>
      <p:grpSp>
        <p:nvGrpSpPr>
          <p:cNvPr id="299" name="snapshot-time-2"/>
          <p:cNvGrpSpPr/>
          <p:nvPr/>
        </p:nvGrpSpPr>
        <p:grpSpPr>
          <ns1:xfrm xmlns:ns1="http://schemas.openxmlformats.org/drawingml/2006/main">
            <ns1:off x="3832288" y="2867025"/>
            <ns1:ext cx="345948" cy="259080"/>
            <ns1:chOff x="3832288" y="2867025"/>
            <ns1:chExt cx="345948" cy="259080"/>
          </ns1:xfrm>
        </p:grpSpPr>
        <p:sp>
          <p:nvSpPr>
            <p:cNvPr id="110" name="snapshot-time-2.0">
              <a:extLst xmlns:a="http://schemas.openxmlformats.org/drawingml/2006/main">
                <a:ext uri="{FF2B5EF4-FFF2-40B4-BE49-F238E27FC236}">
                  <a16:creationId xmlns:a16="http://schemas.microsoft.com/office/drawing/2014/main" id="{0D7B7703-7D5D-46EF-A2E8-FCC940768DCC}"/>
                </a:ext>
              </a:extLst>
            </p:cNvPr>
            <p:cNvSpPr>
              <a:spLocks xmlns:a="http://schemas.openxmlformats.org/drawingml/2006/main"/>
            </p:cNvSpPr>
            <p:nvPr/>
          </p:nvSpPr>
          <p:spPr>
            <a:xfrm xmlns:a="http://schemas.openxmlformats.org/drawingml/2006/main">
              <a:off x="3832288" y="2867025"/>
              <a:ext cx="99060" cy="259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i="1">
                  <a:solidFill>
                    <a:srgbClr val="25282D"/>
                  </a:solidFill>
                  <a:latin typeface="Times New Roman"/>
                  <a:ea typeface="Times New Roman"/>
                  <a:cs typeface="Times New Roman"/>
                </a:defRPr>
              </a:pPr>
              <a:r>
                <a:rPr sz="1200" b="0" i="1">
                  <a:solidFill>
                    <a:srgbClr val="25282D"/>
                  </a:solidFill>
                  <a:latin typeface="Times New Roman"/>
                  <a:ea typeface="Times New Roman"/>
                  <a:cs typeface="Times New Roman"/>
                </a:rPr>
                <a:t>t</a:t>
              </a:r>
            </a:p>
          </p:txBody>
        </p:sp>
        <p:sp>
          <p:nvSpPr>
            <p:cNvPr id="111" name="snapshot-time-2.1">
              <a:extLst xmlns:a="http://schemas.openxmlformats.org/drawingml/2006/main">
                <a:ext uri="{FF2B5EF4-FFF2-40B4-BE49-F238E27FC236}">
                  <a16:creationId xmlns:a16="http://schemas.microsoft.com/office/drawing/2014/main" id="{C43FA327-42DE-425C-9955-74977E89DF53}"/>
                </a:ext>
              </a:extLst>
            </p:cNvPr>
            <p:cNvSpPr>
              <a:spLocks xmlns:a="http://schemas.openxmlformats.org/drawingml/2006/main"/>
            </p:cNvSpPr>
            <p:nvPr/>
          </p:nvSpPr>
          <p:spPr>
            <a:xfrm xmlns:a="http://schemas.openxmlformats.org/drawingml/2006/main">
              <a:off x="3876484" y="2867025"/>
              <a:ext cx="220980" cy="259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i="0">
                  <a:solidFill>
                    <a:srgbClr val="25282D"/>
                  </a:solidFill>
                  <a:latin typeface="Times New Roman"/>
                  <a:ea typeface="Times New Roman"/>
                  <a:cs typeface="Times New Roman"/>
                </a:defRPr>
              </a:pPr>
              <a:r>
                <a:rPr sz="1200" b="0" i="0">
                  <a:solidFill>
                    <a:srgbClr val="25282D"/>
                  </a:solidFill>
                  <a:latin typeface="Times New Roman"/>
                  <a:ea typeface="Times New Roman"/>
                  <a:cs typeface="Times New Roman"/>
                </a:rPr>
                <a:t> = </a:t>
              </a:r>
            </a:p>
          </p:txBody>
        </p:sp>
        <p:sp>
          <p:nvSpPr>
            <p:cNvPr id="112" name="snapshot-time-2.2">
              <a:extLst xmlns:a="http://schemas.openxmlformats.org/drawingml/2006/main">
                <a:ext uri="{FF2B5EF4-FFF2-40B4-BE49-F238E27FC236}">
                  <a16:creationId xmlns:a16="http://schemas.microsoft.com/office/drawing/2014/main" id="{01F84F82-4405-448D-9CAA-F6CCAF0E850D}"/>
                </a:ext>
              </a:extLst>
            </p:cNvPr>
            <p:cNvSpPr>
              <a:spLocks xmlns:a="http://schemas.openxmlformats.org/drawingml/2006/main"/>
            </p:cNvSpPr>
            <p:nvPr/>
          </p:nvSpPr>
          <p:spPr>
            <a:xfrm xmlns:a="http://schemas.openxmlformats.org/drawingml/2006/main">
              <a:off x="4059364" y="2867025"/>
              <a:ext cx="118872" cy="259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i="0">
                  <a:solidFill>
                    <a:srgbClr val="25282D"/>
                  </a:solidFill>
                  <a:latin typeface="Times New Roman"/>
                  <a:ea typeface="Times New Roman"/>
                  <a:cs typeface="Times New Roman"/>
                </a:defRPr>
              </a:pPr>
              <a:r>
                <a:rPr sz="1200" b="0" i="0">
                  <a:solidFill>
                    <a:srgbClr val="25282D"/>
                  </a:solidFill>
                  <a:latin typeface="Times New Roman"/>
                  <a:ea typeface="Times New Roman"/>
                  <a:cs typeface="Times New Roman"/>
                </a:rPr>
                <a:t>2</a:t>
              </a:r>
            </a:p>
          </p:txBody>
        </p:sp>
      </p:grpSp>
      <p:sp>
        <p:nvSpPr>
          <p:cNvPr id="113" name="snapshot-2-cell-0-0">
            <a:extLst xmlns:a="http://schemas.openxmlformats.org/drawingml/2006/main">
              <a:ext uri="{FF2B5EF4-FFF2-40B4-BE49-F238E27FC236}">
                <a16:creationId xmlns:a16="http://schemas.microsoft.com/office/drawing/2014/main" id="{70406B25-D1D1-48B2-A9A9-3CC762ED17A9}"/>
              </a:ext>
            </a:extLst>
          </p:cNvPr>
          <p:cNvSpPr>
            <a:spLocks xmlns:a="http://schemas.openxmlformats.org/drawingml/2006/main"/>
          </p:cNvSpPr>
          <p:nvPr/>
        </p:nvSpPr>
        <p:spPr>
          <a:xfrm xmlns:a="http://schemas.openxmlformats.org/drawingml/2006/main">
            <a:off x="3648075" y="3162300"/>
            <a:ext cx="228600" cy="228600"/>
          </a:xfrm>
          <a:prstGeom xmlns:a="http://schemas.openxmlformats.org/drawingml/2006/main" prst="rect">
            <a:avLst/>
          </a:prstGeom>
          <a:solidFill xmlns:a="http://schemas.openxmlformats.org/drawingml/2006/main">
            <a:srgbClr val="EFF1F3"/>
          </a:solidFill>
          <a:ln xmlns:a="http://schemas.openxmlformats.org/drawingml/2006/main" w="4763">
            <a:solidFill>
              <a:srgbClr val="D9DDE1"/>
            </a:solidFill>
            <a:prstDash val="solid"/>
          </a:ln>
        </p:spPr>
      </p:sp>
      <p:sp>
        <p:nvSpPr>
          <p:cNvPr id="114" name="snapshot-2-cell-0-1">
            <a:extLst xmlns:a="http://schemas.openxmlformats.org/drawingml/2006/main">
              <a:ext uri="{FF2B5EF4-FFF2-40B4-BE49-F238E27FC236}">
                <a16:creationId xmlns:a16="http://schemas.microsoft.com/office/drawing/2014/main" id="{7FA0BD4B-E738-447D-B502-D834EE6B037E}"/>
              </a:ext>
            </a:extLst>
          </p:cNvPr>
          <p:cNvSpPr>
            <a:spLocks xmlns:a="http://schemas.openxmlformats.org/drawingml/2006/main"/>
          </p:cNvSpPr>
          <p:nvPr/>
        </p:nvSpPr>
        <p:spPr>
          <a:xfrm xmlns:a="http://schemas.openxmlformats.org/drawingml/2006/main">
            <a:off x="3876675" y="3162300"/>
            <a:ext cx="228600" cy="228600"/>
          </a:xfrm>
          <a:prstGeom xmlns:a="http://schemas.openxmlformats.org/drawingml/2006/main" prst="rect">
            <a:avLst/>
          </a:prstGeom>
          <a:solidFill xmlns:a="http://schemas.openxmlformats.org/drawingml/2006/main">
            <a:srgbClr val="FFFFFF"/>
          </a:solidFill>
          <a:ln xmlns:a="http://schemas.openxmlformats.org/drawingml/2006/main" w="4763">
            <a:solidFill>
              <a:srgbClr val="D9DDE1"/>
            </a:solidFill>
            <a:prstDash val="solid"/>
          </a:ln>
        </p:spPr>
      </p:sp>
      <p:sp>
        <p:nvSpPr>
          <p:cNvPr id="115" name="snapshot-2-cell-0-2">
            <a:extLst xmlns:a="http://schemas.openxmlformats.org/drawingml/2006/main">
              <a:ext uri="{FF2B5EF4-FFF2-40B4-BE49-F238E27FC236}">
                <a16:creationId xmlns:a16="http://schemas.microsoft.com/office/drawing/2014/main" id="{7F56B609-5136-4B01-8C2D-22E46736A5CD}"/>
              </a:ext>
            </a:extLst>
          </p:cNvPr>
          <p:cNvSpPr>
            <a:spLocks xmlns:a="http://schemas.openxmlformats.org/drawingml/2006/main"/>
          </p:cNvSpPr>
          <p:nvPr/>
        </p:nvSpPr>
        <p:spPr>
          <a:xfrm xmlns:a="http://schemas.openxmlformats.org/drawingml/2006/main">
            <a:off x="4105275" y="3162300"/>
            <a:ext cx="228600" cy="228600"/>
          </a:xfrm>
          <a:prstGeom xmlns:a="http://schemas.openxmlformats.org/drawingml/2006/main" prst="rect">
            <a:avLst/>
          </a:prstGeom>
          <a:solidFill xmlns:a="http://schemas.openxmlformats.org/drawingml/2006/main">
            <a:srgbClr val="EFF1F3"/>
          </a:solidFill>
          <a:ln xmlns:a="http://schemas.openxmlformats.org/drawingml/2006/main" w="4763">
            <a:solidFill>
              <a:srgbClr val="D9DDE1"/>
            </a:solidFill>
            <a:prstDash val="solid"/>
          </a:ln>
        </p:spPr>
      </p:sp>
      <p:sp>
        <p:nvSpPr>
          <p:cNvPr id="116" name="snapshot-2-cell-1-0">
            <a:extLst xmlns:a="http://schemas.openxmlformats.org/drawingml/2006/main">
              <a:ext uri="{FF2B5EF4-FFF2-40B4-BE49-F238E27FC236}">
                <a16:creationId xmlns:a16="http://schemas.microsoft.com/office/drawing/2014/main" id="{87341B82-10D8-448B-8FFE-AAD9DA6105BD}"/>
              </a:ext>
            </a:extLst>
          </p:cNvPr>
          <p:cNvSpPr>
            <a:spLocks xmlns:a="http://schemas.openxmlformats.org/drawingml/2006/main"/>
          </p:cNvSpPr>
          <p:nvPr/>
        </p:nvSpPr>
        <p:spPr>
          <a:xfrm xmlns:a="http://schemas.openxmlformats.org/drawingml/2006/main">
            <a:off x="3648075" y="3390900"/>
            <a:ext cx="228600" cy="228600"/>
          </a:xfrm>
          <a:prstGeom xmlns:a="http://schemas.openxmlformats.org/drawingml/2006/main" prst="rect">
            <a:avLst/>
          </a:prstGeom>
          <a:solidFill xmlns:a="http://schemas.openxmlformats.org/drawingml/2006/main">
            <a:srgbClr val="FFFFFF"/>
          </a:solidFill>
          <a:ln xmlns:a="http://schemas.openxmlformats.org/drawingml/2006/main" w="4763">
            <a:solidFill>
              <a:srgbClr val="D9DDE1"/>
            </a:solidFill>
            <a:prstDash val="solid"/>
          </a:ln>
        </p:spPr>
      </p:sp>
      <p:sp>
        <p:nvSpPr>
          <p:cNvPr id="117" name="snapshot-2-cell-1-1">
            <a:extLst xmlns:a="http://schemas.openxmlformats.org/drawingml/2006/main">
              <a:ext uri="{FF2B5EF4-FFF2-40B4-BE49-F238E27FC236}">
                <a16:creationId xmlns:a16="http://schemas.microsoft.com/office/drawing/2014/main" id="{6E3AE3C9-7AA9-4788-B5DF-BEAAA1FE14FD}"/>
              </a:ext>
            </a:extLst>
          </p:cNvPr>
          <p:cNvSpPr>
            <a:spLocks xmlns:a="http://schemas.openxmlformats.org/drawingml/2006/main"/>
          </p:cNvSpPr>
          <p:nvPr/>
        </p:nvSpPr>
        <p:spPr>
          <a:xfrm xmlns:a="http://schemas.openxmlformats.org/drawingml/2006/main">
            <a:off x="3876675" y="3390900"/>
            <a:ext cx="228600" cy="228600"/>
          </a:xfrm>
          <a:prstGeom xmlns:a="http://schemas.openxmlformats.org/drawingml/2006/main" prst="rect">
            <a:avLst/>
          </a:prstGeom>
          <a:solidFill xmlns:a="http://schemas.openxmlformats.org/drawingml/2006/main">
            <a:srgbClr val="FFFFFF"/>
          </a:solidFill>
          <a:ln xmlns:a="http://schemas.openxmlformats.org/drawingml/2006/main" w="10001">
            <a:solidFill>
              <a:srgbClr val="8A929C"/>
            </a:solidFill>
            <a:prstDash val="dash"/>
          </a:ln>
        </p:spPr>
      </p:sp>
      <p:sp>
        <p:nvSpPr>
          <p:cNvPr id="118" name="snapshot-2-cell-1-2">
            <a:extLst xmlns:a="http://schemas.openxmlformats.org/drawingml/2006/main">
              <a:ext uri="{FF2B5EF4-FFF2-40B4-BE49-F238E27FC236}">
                <a16:creationId xmlns:a16="http://schemas.microsoft.com/office/drawing/2014/main" id="{F1A52AE9-90C7-4B61-BDA3-84D73750DCDF}"/>
              </a:ext>
            </a:extLst>
          </p:cNvPr>
          <p:cNvSpPr>
            <a:spLocks xmlns:a="http://schemas.openxmlformats.org/drawingml/2006/main"/>
          </p:cNvSpPr>
          <p:nvPr/>
        </p:nvSpPr>
        <p:spPr>
          <a:xfrm xmlns:a="http://schemas.openxmlformats.org/drawingml/2006/main">
            <a:off x="4105275" y="3390900"/>
            <a:ext cx="228600" cy="228600"/>
          </a:xfrm>
          <a:prstGeom xmlns:a="http://schemas.openxmlformats.org/drawingml/2006/main" prst="rect">
            <a:avLst/>
          </a:prstGeom>
          <a:solidFill xmlns:a="http://schemas.openxmlformats.org/drawingml/2006/main">
            <a:srgbClr val="FFFFFF"/>
          </a:solidFill>
          <a:ln xmlns:a="http://schemas.openxmlformats.org/drawingml/2006/main" w="4763">
            <a:solidFill>
              <a:srgbClr val="D9DDE1"/>
            </a:solidFill>
            <a:prstDash val="solid"/>
          </a:ln>
        </p:spPr>
      </p:sp>
      <p:sp>
        <p:nvSpPr>
          <p:cNvPr id="119" name="snapshot-2-cell-2-0">
            <a:extLst xmlns:a="http://schemas.openxmlformats.org/drawingml/2006/main">
              <a:ext uri="{FF2B5EF4-FFF2-40B4-BE49-F238E27FC236}">
                <a16:creationId xmlns:a16="http://schemas.microsoft.com/office/drawing/2014/main" id="{6AE907FF-B321-424B-BE0A-482600F6C43A}"/>
              </a:ext>
            </a:extLst>
          </p:cNvPr>
          <p:cNvSpPr>
            <a:spLocks xmlns:a="http://schemas.openxmlformats.org/drawingml/2006/main"/>
          </p:cNvSpPr>
          <p:nvPr/>
        </p:nvSpPr>
        <p:spPr>
          <a:xfrm xmlns:a="http://schemas.openxmlformats.org/drawingml/2006/main">
            <a:off x="3648075" y="3619500"/>
            <a:ext cx="228600" cy="228600"/>
          </a:xfrm>
          <a:prstGeom xmlns:a="http://schemas.openxmlformats.org/drawingml/2006/main" prst="rect">
            <a:avLst/>
          </a:prstGeom>
          <a:solidFill xmlns:a="http://schemas.openxmlformats.org/drawingml/2006/main">
            <a:srgbClr val="EFF1F3"/>
          </a:solidFill>
          <a:ln xmlns:a="http://schemas.openxmlformats.org/drawingml/2006/main" w="4763">
            <a:solidFill>
              <a:srgbClr val="D9DDE1"/>
            </a:solidFill>
            <a:prstDash val="solid"/>
          </a:ln>
        </p:spPr>
      </p:sp>
      <p:sp>
        <p:nvSpPr>
          <p:cNvPr id="120" name="snapshot-2-cell-2-1">
            <a:extLst xmlns:a="http://schemas.openxmlformats.org/drawingml/2006/main">
              <a:ext uri="{FF2B5EF4-FFF2-40B4-BE49-F238E27FC236}">
                <a16:creationId xmlns:a16="http://schemas.microsoft.com/office/drawing/2014/main" id="{282FC1D7-A46C-461E-9E9E-4F8C69F4D0BD}"/>
              </a:ext>
            </a:extLst>
          </p:cNvPr>
          <p:cNvSpPr>
            <a:spLocks xmlns:a="http://schemas.openxmlformats.org/drawingml/2006/main"/>
          </p:cNvSpPr>
          <p:nvPr/>
        </p:nvSpPr>
        <p:spPr>
          <a:xfrm xmlns:a="http://schemas.openxmlformats.org/drawingml/2006/main">
            <a:off x="3876675" y="3619500"/>
            <a:ext cx="228600" cy="228600"/>
          </a:xfrm>
          <a:prstGeom xmlns:a="http://schemas.openxmlformats.org/drawingml/2006/main" prst="rect">
            <a:avLst/>
          </a:prstGeom>
          <a:solidFill xmlns:a="http://schemas.openxmlformats.org/drawingml/2006/main">
            <a:srgbClr val="FFFFFF"/>
          </a:solidFill>
          <a:ln xmlns:a="http://schemas.openxmlformats.org/drawingml/2006/main" w="4763">
            <a:solidFill>
              <a:srgbClr val="D9DDE1"/>
            </a:solidFill>
            <a:prstDash val="solid"/>
          </a:ln>
        </p:spPr>
      </p:sp>
      <p:sp>
        <p:nvSpPr>
          <p:cNvPr id="121" name="snapshot-2-cell-2-2">
            <a:extLst xmlns:a="http://schemas.openxmlformats.org/drawingml/2006/main">
              <a:ext uri="{FF2B5EF4-FFF2-40B4-BE49-F238E27FC236}">
                <a16:creationId xmlns:a16="http://schemas.microsoft.com/office/drawing/2014/main" id="{FF555013-822C-4FCD-B067-AE145886B5F3}"/>
              </a:ext>
            </a:extLst>
          </p:cNvPr>
          <p:cNvSpPr>
            <a:spLocks xmlns:a="http://schemas.openxmlformats.org/drawingml/2006/main"/>
          </p:cNvSpPr>
          <p:nvPr/>
        </p:nvSpPr>
        <p:spPr>
          <a:xfrm xmlns:a="http://schemas.openxmlformats.org/drawingml/2006/main">
            <a:off x="4105275" y="3619500"/>
            <a:ext cx="228600" cy="228600"/>
          </a:xfrm>
          <a:prstGeom xmlns:a="http://schemas.openxmlformats.org/drawingml/2006/main" prst="rect">
            <a:avLst/>
          </a:prstGeom>
          <a:solidFill xmlns:a="http://schemas.openxmlformats.org/drawingml/2006/main">
            <a:srgbClr val="EFF1F3"/>
          </a:solidFill>
          <a:ln xmlns:a="http://schemas.openxmlformats.org/drawingml/2006/main" w="4763">
            <a:solidFill>
              <a:srgbClr val="D9DDE1"/>
            </a:solidFill>
            <a:prstDash val="solid"/>
          </a:ln>
        </p:spPr>
      </p:sp>
      <p:sp>
        <p:nvSpPr>
          <p:cNvPr id="122" name="state-A-2">
            <a:extLst xmlns:a="http://schemas.openxmlformats.org/drawingml/2006/main">
              <a:ext uri="{FF2B5EF4-FFF2-40B4-BE49-F238E27FC236}">
                <a16:creationId xmlns:a16="http://schemas.microsoft.com/office/drawing/2014/main" id="{61C2F469-38A6-495A-84AD-4FCE15681010}"/>
              </a:ext>
            </a:extLst>
          </p:cNvPr>
          <p:cNvSpPr>
            <a:spLocks xmlns:a="http://schemas.openxmlformats.org/drawingml/2006/main"/>
          </p:cNvSpPr>
          <p:nvPr/>
        </p:nvSpPr>
        <p:spPr>
          <a:xfrm xmlns:a="http://schemas.openxmlformats.org/drawingml/2006/main">
            <a:off x="4133850" y="3419475"/>
            <a:ext cx="171450" cy="171450"/>
          </a:xfrm>
          <a:prstGeom xmlns:a="http://schemas.openxmlformats.org/drawingml/2006/main" prst="rect">
            <a:avLst/>
          </a:prstGeom>
          <a:solidFill xmlns:a="http://schemas.openxmlformats.org/drawingml/2006/main">
            <a:srgbClr val="E1EBF6"/>
          </a:solidFill>
          <a:ln xmlns:a="http://schemas.openxmlformats.org/drawingml/2006/main" w="11430">
            <a:solidFill>
              <a:srgbClr val="30649B"/>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25" b="1">
                <a:solidFill>
                  <a:srgbClr val="30649B"/>
                </a:solidFill>
                <a:latin typeface="Arial"/>
                <a:ea typeface="Arial"/>
                <a:cs typeface="Arial"/>
              </a:defRPr>
            </a:pPr>
            <a:r>
              <a:rPr sz="825" b="1">
                <a:solidFill>
                  <a:srgbClr val="30649B"/>
                </a:solidFill>
                <a:latin typeface="Arial"/>
                <a:ea typeface="Arial"/>
                <a:cs typeface="Arial"/>
              </a:rPr>
              <a:t>A</a:t>
            </a:r>
          </a:p>
        </p:txBody>
      </p:sp>
      <p:sp>
        <p:nvSpPr>
          <p:cNvPr id="123" name="state-B-2">
            <a:extLst xmlns:a="http://schemas.openxmlformats.org/drawingml/2006/main">
              <a:ext uri="{FF2B5EF4-FFF2-40B4-BE49-F238E27FC236}">
                <a16:creationId xmlns:a16="http://schemas.microsoft.com/office/drawing/2014/main" id="{728C6D62-8E6B-40C2-9B33-19CDBF8810BC}"/>
              </a:ext>
            </a:extLst>
          </p:cNvPr>
          <p:cNvSpPr>
            <a:spLocks xmlns:a="http://schemas.openxmlformats.org/drawingml/2006/main"/>
          </p:cNvSpPr>
          <p:nvPr/>
        </p:nvSpPr>
        <p:spPr>
          <a:xfrm xmlns:a="http://schemas.openxmlformats.org/drawingml/2006/main">
            <a:off x="3905250" y="3419475"/>
            <a:ext cx="171450" cy="171450"/>
          </a:xfrm>
          <a:prstGeom xmlns:a="http://schemas.openxmlformats.org/drawingml/2006/main" prst="rect">
            <a:avLst/>
          </a:prstGeom>
          <a:solidFill xmlns:a="http://schemas.openxmlformats.org/drawingml/2006/main">
            <a:srgbClr val="F8E5D2"/>
          </a:solidFill>
          <a:ln xmlns:a="http://schemas.openxmlformats.org/drawingml/2006/main" w="11430">
            <a:solidFill>
              <a:srgbClr val="AB632C"/>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25" b="1">
                <a:solidFill>
                  <a:srgbClr val="AB632C"/>
                </a:solidFill>
                <a:latin typeface="Arial"/>
                <a:ea typeface="Arial"/>
                <a:cs typeface="Arial"/>
              </a:defRPr>
            </a:pPr>
            <a:r>
              <a:rPr sz="825" b="1">
                <a:solidFill>
                  <a:srgbClr val="AB632C"/>
                </a:solidFill>
                <a:latin typeface="Arial"/>
                <a:ea typeface="Arial"/>
                <a:cs typeface="Arial"/>
              </a:rPr>
              <a:t>B</a:t>
            </a:r>
          </a:p>
        </p:txBody>
      </p:sp>
      <p:sp>
        <p:nvSpPr>
          <p:cNvPr id="124" name="snapshot-caption-2">
            <a:extLst xmlns:a="http://schemas.openxmlformats.org/drawingml/2006/main">
              <a:ext uri="{FF2B5EF4-FFF2-40B4-BE49-F238E27FC236}">
                <a16:creationId xmlns:a16="http://schemas.microsoft.com/office/drawing/2014/main" id="{6B5D9B2B-0C24-41CA-967C-8A0DD78960C7}"/>
              </a:ext>
            </a:extLst>
          </p:cNvPr>
          <p:cNvSpPr>
            <a:spLocks xmlns:a="http://schemas.openxmlformats.org/drawingml/2006/main"/>
          </p:cNvSpPr>
          <p:nvPr/>
        </p:nvSpPr>
        <p:spPr>
          <a:xfrm xmlns:a="http://schemas.openxmlformats.org/drawingml/2006/main">
            <a:off x="3333750" y="3876675"/>
            <a:ext cx="13049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788" b="0">
                <a:solidFill>
                  <a:srgbClr val="52575F"/>
                </a:solidFill>
                <a:latin typeface="Arial"/>
                <a:ea typeface="Arial"/>
                <a:cs typeface="Arial"/>
              </a:defRPr>
            </a:pPr>
            <a:r>
              <a:rPr sz="788" b="0">
                <a:solidFill>
                  <a:srgbClr val="52575F"/>
                </a:solidFill>
                <a:latin typeface="Arial"/>
                <a:ea typeface="Arial"/>
                <a:cs typeface="Arial"/>
              </a:rPr>
              <a:t>B enters the crossing</a:t>
            </a:r>
          </a:p>
        </p:txBody>
      </p:sp>
      <p:sp>
        <p:nvSpPr>
          <p:cNvPr id="125" name="snapshot-3">
            <a:extLst xmlns:a="http://schemas.openxmlformats.org/drawingml/2006/main">
              <a:ext uri="{FF2B5EF4-FFF2-40B4-BE49-F238E27FC236}">
                <a16:creationId xmlns:a16="http://schemas.microsoft.com/office/drawing/2014/main" id="{CEBA1FCB-5589-4DB3-9D29-11907AAE803C}"/>
              </a:ext>
            </a:extLst>
          </p:cNvPr>
          <p:cNvSpPr>
            <a:spLocks xmlns:a="http://schemas.openxmlformats.org/drawingml/2006/main"/>
          </p:cNvSpPr>
          <p:nvPr/>
        </p:nvSpPr>
        <p:spPr>
          <a:xfrm xmlns:a="http://schemas.openxmlformats.org/drawingml/2006/main">
            <a:off x="4867275" y="3076575"/>
            <a:ext cx="1381125" cy="981075"/>
          </a:xfrm>
          <a:prstGeom xmlns:a="http://schemas.openxmlformats.org/drawingml/2006/main" prst="rect">
            <a:avLst/>
          </a:prstGeom>
          <a:solidFill xmlns:a="http://schemas.openxmlformats.org/drawingml/2006/main">
            <a:srgbClr val="FFFFFF"/>
          </a:solidFill>
          <a:ln xmlns:a="http://schemas.openxmlformats.org/drawingml/2006/main" w="7620">
            <a:solidFill>
              <a:srgbClr val="BBC1C8"/>
            </a:solidFill>
            <a:prstDash val="solid"/>
          </a:ln>
        </p:spPr>
      </p:sp>
      <p:grpSp>
        <p:nvGrpSpPr>
          <p:cNvPr id="300" name="snapshot-time-3"/>
          <p:cNvGrpSpPr/>
          <p:nvPr/>
        </p:nvGrpSpPr>
        <p:grpSpPr>
          <ns1:xfrm xmlns:ns1="http://schemas.openxmlformats.org/drawingml/2006/main">
            <ns1:off x="5403914" y="2867025"/>
            <ns1:ext cx="345948" cy="259080"/>
            <ns1:chOff x="5403914" y="2867025"/>
            <ns1:chExt cx="345948" cy="259080"/>
          </ns1:xfrm>
        </p:grpSpPr>
        <p:sp>
          <p:nvSpPr>
            <p:cNvPr id="126" name="snapshot-time-3.0">
              <a:extLst xmlns:a="http://schemas.openxmlformats.org/drawingml/2006/main">
                <a:ext uri="{FF2B5EF4-FFF2-40B4-BE49-F238E27FC236}">
                  <a16:creationId xmlns:a16="http://schemas.microsoft.com/office/drawing/2014/main" id="{23957468-7EA0-4685-81DE-A80D3C36DA35}"/>
                </a:ext>
              </a:extLst>
            </p:cNvPr>
            <p:cNvSpPr>
              <a:spLocks xmlns:a="http://schemas.openxmlformats.org/drawingml/2006/main"/>
            </p:cNvSpPr>
            <p:nvPr/>
          </p:nvSpPr>
          <p:spPr>
            <a:xfrm xmlns:a="http://schemas.openxmlformats.org/drawingml/2006/main">
              <a:off x="5403914" y="2867025"/>
              <a:ext cx="99060" cy="259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i="1">
                  <a:solidFill>
                    <a:srgbClr val="25282D"/>
                  </a:solidFill>
                  <a:latin typeface="Times New Roman"/>
                  <a:ea typeface="Times New Roman"/>
                  <a:cs typeface="Times New Roman"/>
                </a:defRPr>
              </a:pPr>
              <a:r>
                <a:rPr sz="1200" b="0" i="1">
                  <a:solidFill>
                    <a:srgbClr val="25282D"/>
                  </a:solidFill>
                  <a:latin typeface="Times New Roman"/>
                  <a:ea typeface="Times New Roman"/>
                  <a:cs typeface="Times New Roman"/>
                </a:rPr>
                <a:t>t</a:t>
              </a:r>
            </a:p>
          </p:txBody>
        </p:sp>
        <p:sp>
          <p:nvSpPr>
            <p:cNvPr id="127" name="snapshot-time-3.1">
              <a:extLst xmlns:a="http://schemas.openxmlformats.org/drawingml/2006/main">
                <a:ext uri="{FF2B5EF4-FFF2-40B4-BE49-F238E27FC236}">
                  <a16:creationId xmlns:a16="http://schemas.microsoft.com/office/drawing/2014/main" id="{D69A10CE-C6A2-43DB-B659-5B694466819A}"/>
                </a:ext>
              </a:extLst>
            </p:cNvPr>
            <p:cNvSpPr>
              <a:spLocks xmlns:a="http://schemas.openxmlformats.org/drawingml/2006/main"/>
            </p:cNvSpPr>
            <p:nvPr/>
          </p:nvSpPr>
          <p:spPr>
            <a:xfrm xmlns:a="http://schemas.openxmlformats.org/drawingml/2006/main">
              <a:off x="5448110" y="2867025"/>
              <a:ext cx="220980" cy="259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i="0">
                  <a:solidFill>
                    <a:srgbClr val="25282D"/>
                  </a:solidFill>
                  <a:latin typeface="Times New Roman"/>
                  <a:ea typeface="Times New Roman"/>
                  <a:cs typeface="Times New Roman"/>
                </a:defRPr>
              </a:pPr>
              <a:r>
                <a:rPr sz="1200" b="0" i="0">
                  <a:solidFill>
                    <a:srgbClr val="25282D"/>
                  </a:solidFill>
                  <a:latin typeface="Times New Roman"/>
                  <a:ea typeface="Times New Roman"/>
                  <a:cs typeface="Times New Roman"/>
                </a:rPr>
                <a:t> = </a:t>
              </a:r>
            </a:p>
          </p:txBody>
        </p:sp>
        <p:sp>
          <p:nvSpPr>
            <p:cNvPr id="128" name="snapshot-time-3.2">
              <a:extLst xmlns:a="http://schemas.openxmlformats.org/drawingml/2006/main">
                <a:ext uri="{FF2B5EF4-FFF2-40B4-BE49-F238E27FC236}">
                  <a16:creationId xmlns:a16="http://schemas.microsoft.com/office/drawing/2014/main" id="{15645C7C-65FC-4EE4-9F3C-16188E209083}"/>
                </a:ext>
              </a:extLst>
            </p:cNvPr>
            <p:cNvSpPr>
              <a:spLocks xmlns:a="http://schemas.openxmlformats.org/drawingml/2006/main"/>
            </p:cNvSpPr>
            <p:nvPr/>
          </p:nvSpPr>
          <p:spPr>
            <a:xfrm xmlns:a="http://schemas.openxmlformats.org/drawingml/2006/main">
              <a:off x="5630990" y="2867025"/>
              <a:ext cx="118872" cy="2590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i="0">
                  <a:solidFill>
                    <a:srgbClr val="25282D"/>
                  </a:solidFill>
                  <a:latin typeface="Times New Roman"/>
                  <a:ea typeface="Times New Roman"/>
                  <a:cs typeface="Times New Roman"/>
                </a:defRPr>
              </a:pPr>
              <a:r>
                <a:rPr sz="1200" b="0" i="0">
                  <a:solidFill>
                    <a:srgbClr val="25282D"/>
                  </a:solidFill>
                  <a:latin typeface="Times New Roman"/>
                  <a:ea typeface="Times New Roman"/>
                  <a:cs typeface="Times New Roman"/>
                </a:rPr>
                <a:t>3</a:t>
              </a:r>
            </a:p>
          </p:txBody>
        </p:sp>
      </p:grpSp>
      <p:sp>
        <p:nvSpPr>
          <p:cNvPr id="129" name="snapshot-3-cell-0-0">
            <a:extLst xmlns:a="http://schemas.openxmlformats.org/drawingml/2006/main">
              <a:ext uri="{FF2B5EF4-FFF2-40B4-BE49-F238E27FC236}">
                <a16:creationId xmlns:a16="http://schemas.microsoft.com/office/drawing/2014/main" id="{C4A15EB5-7118-4C86-85B9-13D36AD46E97}"/>
              </a:ext>
            </a:extLst>
          </p:cNvPr>
          <p:cNvSpPr>
            <a:spLocks xmlns:a="http://schemas.openxmlformats.org/drawingml/2006/main"/>
          </p:cNvSpPr>
          <p:nvPr/>
        </p:nvSpPr>
        <p:spPr>
          <a:xfrm xmlns:a="http://schemas.openxmlformats.org/drawingml/2006/main">
            <a:off x="5219700" y="3162300"/>
            <a:ext cx="228600" cy="228600"/>
          </a:xfrm>
          <a:prstGeom xmlns:a="http://schemas.openxmlformats.org/drawingml/2006/main" prst="rect">
            <a:avLst/>
          </a:prstGeom>
          <a:solidFill xmlns:a="http://schemas.openxmlformats.org/drawingml/2006/main">
            <a:srgbClr val="EFF1F3"/>
          </a:solidFill>
          <a:ln xmlns:a="http://schemas.openxmlformats.org/drawingml/2006/main" w="4763">
            <a:solidFill>
              <a:srgbClr val="D9DDE1"/>
            </a:solidFill>
            <a:prstDash val="solid"/>
          </a:ln>
        </p:spPr>
      </p:sp>
      <p:sp>
        <p:nvSpPr>
          <p:cNvPr id="130" name="snapshot-3-cell-0-1">
            <a:extLst xmlns:a="http://schemas.openxmlformats.org/drawingml/2006/main">
              <a:ext uri="{FF2B5EF4-FFF2-40B4-BE49-F238E27FC236}">
                <a16:creationId xmlns:a16="http://schemas.microsoft.com/office/drawing/2014/main" id="{49351B8E-B7D9-42AB-9699-7F23BA87B72B}"/>
              </a:ext>
            </a:extLst>
          </p:cNvPr>
          <p:cNvSpPr>
            <a:spLocks xmlns:a="http://schemas.openxmlformats.org/drawingml/2006/main"/>
          </p:cNvSpPr>
          <p:nvPr/>
        </p:nvSpPr>
        <p:spPr>
          <a:xfrm xmlns:a="http://schemas.openxmlformats.org/drawingml/2006/main">
            <a:off x="5448300" y="3162300"/>
            <a:ext cx="228600" cy="228600"/>
          </a:xfrm>
          <a:prstGeom xmlns:a="http://schemas.openxmlformats.org/drawingml/2006/main" prst="rect">
            <a:avLst/>
          </a:prstGeom>
          <a:solidFill xmlns:a="http://schemas.openxmlformats.org/drawingml/2006/main">
            <a:srgbClr val="FFFFFF"/>
          </a:solidFill>
          <a:ln xmlns:a="http://schemas.openxmlformats.org/drawingml/2006/main" w="4763">
            <a:solidFill>
              <a:srgbClr val="D9DDE1"/>
            </a:solidFill>
            <a:prstDash val="solid"/>
          </a:ln>
        </p:spPr>
      </p:sp>
      <p:sp>
        <p:nvSpPr>
          <p:cNvPr id="131" name="snapshot-3-cell-0-2">
            <a:extLst xmlns:a="http://schemas.openxmlformats.org/drawingml/2006/main">
              <a:ext uri="{FF2B5EF4-FFF2-40B4-BE49-F238E27FC236}">
                <a16:creationId xmlns:a16="http://schemas.microsoft.com/office/drawing/2014/main" id="{581E5D43-DB66-4EAA-ABE6-3FFBAB7830F0}"/>
              </a:ext>
            </a:extLst>
          </p:cNvPr>
          <p:cNvSpPr>
            <a:spLocks xmlns:a="http://schemas.openxmlformats.org/drawingml/2006/main"/>
          </p:cNvSpPr>
          <p:nvPr/>
        </p:nvSpPr>
        <p:spPr>
          <a:xfrm xmlns:a="http://schemas.openxmlformats.org/drawingml/2006/main">
            <a:off x="5676900" y="3162300"/>
            <a:ext cx="228600" cy="228600"/>
          </a:xfrm>
          <a:prstGeom xmlns:a="http://schemas.openxmlformats.org/drawingml/2006/main" prst="rect">
            <a:avLst/>
          </a:prstGeom>
          <a:solidFill xmlns:a="http://schemas.openxmlformats.org/drawingml/2006/main">
            <a:srgbClr val="EFF1F3"/>
          </a:solidFill>
          <a:ln xmlns:a="http://schemas.openxmlformats.org/drawingml/2006/main" w="4763">
            <a:solidFill>
              <a:srgbClr val="D9DDE1"/>
            </a:solidFill>
            <a:prstDash val="solid"/>
          </a:ln>
        </p:spPr>
      </p:sp>
      <p:sp>
        <p:nvSpPr>
          <p:cNvPr id="132" name="snapshot-3-cell-1-0">
            <a:extLst xmlns:a="http://schemas.openxmlformats.org/drawingml/2006/main">
              <a:ext uri="{FF2B5EF4-FFF2-40B4-BE49-F238E27FC236}">
                <a16:creationId xmlns:a16="http://schemas.microsoft.com/office/drawing/2014/main" id="{59DE4A38-38D6-468D-AB14-578BA209CD84}"/>
              </a:ext>
            </a:extLst>
          </p:cNvPr>
          <p:cNvSpPr>
            <a:spLocks xmlns:a="http://schemas.openxmlformats.org/drawingml/2006/main"/>
          </p:cNvSpPr>
          <p:nvPr/>
        </p:nvSpPr>
        <p:spPr>
          <a:xfrm xmlns:a="http://schemas.openxmlformats.org/drawingml/2006/main">
            <a:off x="5219700" y="3390900"/>
            <a:ext cx="228600" cy="228600"/>
          </a:xfrm>
          <a:prstGeom xmlns:a="http://schemas.openxmlformats.org/drawingml/2006/main" prst="rect">
            <a:avLst/>
          </a:prstGeom>
          <a:solidFill xmlns:a="http://schemas.openxmlformats.org/drawingml/2006/main">
            <a:srgbClr val="FFFFFF"/>
          </a:solidFill>
          <a:ln xmlns:a="http://schemas.openxmlformats.org/drawingml/2006/main" w="4763">
            <a:solidFill>
              <a:srgbClr val="D9DDE1"/>
            </a:solidFill>
            <a:prstDash val="solid"/>
          </a:ln>
        </p:spPr>
      </p:sp>
      <p:sp>
        <p:nvSpPr>
          <p:cNvPr id="133" name="snapshot-3-cell-1-1">
            <a:extLst xmlns:a="http://schemas.openxmlformats.org/drawingml/2006/main">
              <a:ext uri="{FF2B5EF4-FFF2-40B4-BE49-F238E27FC236}">
                <a16:creationId xmlns:a16="http://schemas.microsoft.com/office/drawing/2014/main" id="{FBA0B33E-F25C-4542-96B3-80B7A2F8AE5C}"/>
              </a:ext>
            </a:extLst>
          </p:cNvPr>
          <p:cNvSpPr>
            <a:spLocks xmlns:a="http://schemas.openxmlformats.org/drawingml/2006/main"/>
          </p:cNvSpPr>
          <p:nvPr/>
        </p:nvSpPr>
        <p:spPr>
          <a:xfrm xmlns:a="http://schemas.openxmlformats.org/drawingml/2006/main">
            <a:off x="5448300" y="3390900"/>
            <a:ext cx="228600" cy="228600"/>
          </a:xfrm>
          <a:prstGeom xmlns:a="http://schemas.openxmlformats.org/drawingml/2006/main" prst="rect">
            <a:avLst/>
          </a:prstGeom>
          <a:solidFill xmlns:a="http://schemas.openxmlformats.org/drawingml/2006/main">
            <a:srgbClr val="FFFFFF"/>
          </a:solidFill>
          <a:ln xmlns:a="http://schemas.openxmlformats.org/drawingml/2006/main" w="10001">
            <a:solidFill>
              <a:srgbClr val="8A929C"/>
            </a:solidFill>
            <a:prstDash val="dash"/>
          </a:ln>
        </p:spPr>
      </p:sp>
      <p:sp>
        <p:nvSpPr>
          <p:cNvPr id="134" name="snapshot-3-cell-1-2">
            <a:extLst xmlns:a="http://schemas.openxmlformats.org/drawingml/2006/main">
              <a:ext uri="{FF2B5EF4-FFF2-40B4-BE49-F238E27FC236}">
                <a16:creationId xmlns:a16="http://schemas.microsoft.com/office/drawing/2014/main" id="{FEF62DE9-C9D1-4B14-9825-6DDF6700B2CF}"/>
              </a:ext>
            </a:extLst>
          </p:cNvPr>
          <p:cNvSpPr>
            <a:spLocks xmlns:a="http://schemas.openxmlformats.org/drawingml/2006/main"/>
          </p:cNvSpPr>
          <p:nvPr/>
        </p:nvSpPr>
        <p:spPr>
          <a:xfrm xmlns:a="http://schemas.openxmlformats.org/drawingml/2006/main">
            <a:off x="5676900" y="3390900"/>
            <a:ext cx="228600" cy="228600"/>
          </a:xfrm>
          <a:prstGeom xmlns:a="http://schemas.openxmlformats.org/drawingml/2006/main" prst="rect">
            <a:avLst/>
          </a:prstGeom>
          <a:solidFill xmlns:a="http://schemas.openxmlformats.org/drawingml/2006/main">
            <a:srgbClr val="FFFFFF"/>
          </a:solidFill>
          <a:ln xmlns:a="http://schemas.openxmlformats.org/drawingml/2006/main" w="4763">
            <a:solidFill>
              <a:srgbClr val="D9DDE1"/>
            </a:solidFill>
            <a:prstDash val="solid"/>
          </a:ln>
        </p:spPr>
      </p:sp>
      <p:sp>
        <p:nvSpPr>
          <p:cNvPr id="135" name="snapshot-3-cell-2-0">
            <a:extLst xmlns:a="http://schemas.openxmlformats.org/drawingml/2006/main">
              <a:ext uri="{FF2B5EF4-FFF2-40B4-BE49-F238E27FC236}">
                <a16:creationId xmlns:a16="http://schemas.microsoft.com/office/drawing/2014/main" id="{112901DD-4A9A-45E7-A5FB-FAD1132E9D02}"/>
              </a:ext>
            </a:extLst>
          </p:cNvPr>
          <p:cNvSpPr>
            <a:spLocks xmlns:a="http://schemas.openxmlformats.org/drawingml/2006/main"/>
          </p:cNvSpPr>
          <p:nvPr/>
        </p:nvSpPr>
        <p:spPr>
          <a:xfrm xmlns:a="http://schemas.openxmlformats.org/drawingml/2006/main">
            <a:off x="5219700" y="3619500"/>
            <a:ext cx="228600" cy="228600"/>
          </a:xfrm>
          <a:prstGeom xmlns:a="http://schemas.openxmlformats.org/drawingml/2006/main" prst="rect">
            <a:avLst/>
          </a:prstGeom>
          <a:solidFill xmlns:a="http://schemas.openxmlformats.org/drawingml/2006/main">
            <a:srgbClr val="EFF1F3"/>
          </a:solidFill>
          <a:ln xmlns:a="http://schemas.openxmlformats.org/drawingml/2006/main" w="4763">
            <a:solidFill>
              <a:srgbClr val="D9DDE1"/>
            </a:solidFill>
            <a:prstDash val="solid"/>
          </a:ln>
        </p:spPr>
      </p:sp>
      <p:sp>
        <p:nvSpPr>
          <p:cNvPr id="136" name="snapshot-3-cell-2-1">
            <a:extLst xmlns:a="http://schemas.openxmlformats.org/drawingml/2006/main">
              <a:ext uri="{FF2B5EF4-FFF2-40B4-BE49-F238E27FC236}">
                <a16:creationId xmlns:a16="http://schemas.microsoft.com/office/drawing/2014/main" id="{9CF3CEC9-5DD6-4867-93C5-DFDC0B3F5FFD}"/>
              </a:ext>
            </a:extLst>
          </p:cNvPr>
          <p:cNvSpPr>
            <a:spLocks xmlns:a="http://schemas.openxmlformats.org/drawingml/2006/main"/>
          </p:cNvSpPr>
          <p:nvPr/>
        </p:nvSpPr>
        <p:spPr>
          <a:xfrm xmlns:a="http://schemas.openxmlformats.org/drawingml/2006/main">
            <a:off x="5448300" y="3619500"/>
            <a:ext cx="228600" cy="228600"/>
          </a:xfrm>
          <a:prstGeom xmlns:a="http://schemas.openxmlformats.org/drawingml/2006/main" prst="rect">
            <a:avLst/>
          </a:prstGeom>
          <a:solidFill xmlns:a="http://schemas.openxmlformats.org/drawingml/2006/main">
            <a:srgbClr val="FFFFFF"/>
          </a:solidFill>
          <a:ln xmlns:a="http://schemas.openxmlformats.org/drawingml/2006/main" w="4763">
            <a:solidFill>
              <a:srgbClr val="D9DDE1"/>
            </a:solidFill>
            <a:prstDash val="solid"/>
          </a:ln>
        </p:spPr>
      </p:sp>
      <p:sp>
        <p:nvSpPr>
          <p:cNvPr id="137" name="snapshot-3-cell-2-2">
            <a:extLst xmlns:a="http://schemas.openxmlformats.org/drawingml/2006/main">
              <a:ext uri="{FF2B5EF4-FFF2-40B4-BE49-F238E27FC236}">
                <a16:creationId xmlns:a16="http://schemas.microsoft.com/office/drawing/2014/main" id="{60097795-7E08-43C5-842E-5E731926BA49}"/>
              </a:ext>
            </a:extLst>
          </p:cNvPr>
          <p:cNvSpPr>
            <a:spLocks xmlns:a="http://schemas.openxmlformats.org/drawingml/2006/main"/>
          </p:cNvSpPr>
          <p:nvPr/>
        </p:nvSpPr>
        <p:spPr>
          <a:xfrm xmlns:a="http://schemas.openxmlformats.org/drawingml/2006/main">
            <a:off x="5676900" y="3619500"/>
            <a:ext cx="228600" cy="228600"/>
          </a:xfrm>
          <a:prstGeom xmlns:a="http://schemas.openxmlformats.org/drawingml/2006/main" prst="rect">
            <a:avLst/>
          </a:prstGeom>
          <a:solidFill xmlns:a="http://schemas.openxmlformats.org/drawingml/2006/main">
            <a:srgbClr val="EFF1F3"/>
          </a:solidFill>
          <a:ln xmlns:a="http://schemas.openxmlformats.org/drawingml/2006/main" w="4763">
            <a:solidFill>
              <a:srgbClr val="D9DDE1"/>
            </a:solidFill>
            <a:prstDash val="solid"/>
          </a:ln>
        </p:spPr>
      </p:sp>
      <p:sp>
        <p:nvSpPr>
          <p:cNvPr id="138" name="state-A-3">
            <a:extLst xmlns:a="http://schemas.openxmlformats.org/drawingml/2006/main">
              <a:ext uri="{FF2B5EF4-FFF2-40B4-BE49-F238E27FC236}">
                <a16:creationId xmlns:a16="http://schemas.microsoft.com/office/drawing/2014/main" id="{2E608EDB-BE4D-4309-81E0-9A06136CE1B7}"/>
              </a:ext>
            </a:extLst>
          </p:cNvPr>
          <p:cNvSpPr>
            <a:spLocks xmlns:a="http://schemas.openxmlformats.org/drawingml/2006/main"/>
          </p:cNvSpPr>
          <p:nvPr/>
        </p:nvSpPr>
        <p:spPr>
          <a:xfrm xmlns:a="http://schemas.openxmlformats.org/drawingml/2006/main">
            <a:off x="5705475" y="3419475"/>
            <a:ext cx="171450" cy="171450"/>
          </a:xfrm>
          <a:prstGeom xmlns:a="http://schemas.openxmlformats.org/drawingml/2006/main" prst="rect">
            <a:avLst/>
          </a:prstGeom>
          <a:solidFill xmlns:a="http://schemas.openxmlformats.org/drawingml/2006/main">
            <a:srgbClr val="E1EBF6"/>
          </a:solidFill>
          <a:ln xmlns:a="http://schemas.openxmlformats.org/drawingml/2006/main" w="11430">
            <a:solidFill>
              <a:srgbClr val="30649B"/>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25" b="1">
                <a:solidFill>
                  <a:srgbClr val="30649B"/>
                </a:solidFill>
                <a:latin typeface="Arial"/>
                <a:ea typeface="Arial"/>
                <a:cs typeface="Arial"/>
              </a:defRPr>
            </a:pPr>
            <a:r>
              <a:rPr sz="825" b="1">
                <a:solidFill>
                  <a:srgbClr val="30649B"/>
                </a:solidFill>
                <a:latin typeface="Arial"/>
                <a:ea typeface="Arial"/>
                <a:cs typeface="Arial"/>
              </a:rPr>
              <a:t>A</a:t>
            </a:r>
          </a:p>
        </p:txBody>
      </p:sp>
      <p:sp>
        <p:nvSpPr>
          <p:cNvPr id="139" name="state-B-3">
            <a:extLst xmlns:a="http://schemas.openxmlformats.org/drawingml/2006/main">
              <a:ext uri="{FF2B5EF4-FFF2-40B4-BE49-F238E27FC236}">
                <a16:creationId xmlns:a16="http://schemas.microsoft.com/office/drawing/2014/main" id="{238CC38B-D8D5-4E03-B5D8-209FC4FA1C1B}"/>
              </a:ext>
            </a:extLst>
          </p:cNvPr>
          <p:cNvSpPr>
            <a:spLocks xmlns:a="http://schemas.openxmlformats.org/drawingml/2006/main"/>
          </p:cNvSpPr>
          <p:nvPr/>
        </p:nvSpPr>
        <p:spPr>
          <a:xfrm xmlns:a="http://schemas.openxmlformats.org/drawingml/2006/main">
            <a:off x="5476875" y="3190875"/>
            <a:ext cx="171450" cy="171450"/>
          </a:xfrm>
          <a:prstGeom xmlns:a="http://schemas.openxmlformats.org/drawingml/2006/main" prst="rect">
            <a:avLst/>
          </a:prstGeom>
          <a:solidFill xmlns:a="http://schemas.openxmlformats.org/drawingml/2006/main">
            <a:srgbClr val="F8E5D2"/>
          </a:solidFill>
          <a:ln xmlns:a="http://schemas.openxmlformats.org/drawingml/2006/main" w="11430">
            <a:solidFill>
              <a:srgbClr val="AB632C"/>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825" b="1">
                <a:solidFill>
                  <a:srgbClr val="AB632C"/>
                </a:solidFill>
                <a:latin typeface="Arial"/>
                <a:ea typeface="Arial"/>
                <a:cs typeface="Arial"/>
              </a:defRPr>
            </a:pPr>
            <a:r>
              <a:rPr sz="825" b="1">
                <a:solidFill>
                  <a:srgbClr val="AB632C"/>
                </a:solidFill>
                <a:latin typeface="Arial"/>
                <a:ea typeface="Arial"/>
                <a:cs typeface="Arial"/>
              </a:rPr>
              <a:t>B</a:t>
            </a:r>
          </a:p>
        </p:txBody>
      </p:sp>
      <p:sp>
        <p:nvSpPr>
          <p:cNvPr id="140" name="empty-c-3.0">
            <a:extLst xmlns:a="http://schemas.openxmlformats.org/drawingml/2006/main">
              <a:ext uri="{FF2B5EF4-FFF2-40B4-BE49-F238E27FC236}">
                <a16:creationId xmlns:a16="http://schemas.microsoft.com/office/drawing/2014/main" id="{F80D55F4-6B92-43CA-9080-B207070AF830}"/>
              </a:ext>
            </a:extLst>
          </p:cNvPr>
          <p:cNvSpPr>
            <a:spLocks xmlns:a="http://schemas.openxmlformats.org/drawingml/2006/main"/>
          </p:cNvSpPr>
          <p:nvPr/>
        </p:nvSpPr>
        <p:spPr>
          <a:xfrm xmlns:a="http://schemas.openxmlformats.org/drawingml/2006/main">
            <a:off x="5531930" y="3409950"/>
            <a:ext cx="99441" cy="22669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i="1">
                <a:solidFill>
                  <a:srgbClr val="52575F"/>
                </a:solidFill>
                <a:latin typeface="Times New Roman"/>
                <a:ea typeface="Times New Roman"/>
                <a:cs typeface="Times New Roman"/>
              </a:defRPr>
            </a:pPr>
            <a:r>
              <a:rPr sz="1050" b="0" i="1">
                <a:solidFill>
                  <a:srgbClr val="52575F"/>
                </a:solidFill>
                <a:latin typeface="Times New Roman"/>
                <a:ea typeface="Times New Roman"/>
                <a:cs typeface="Times New Roman"/>
              </a:rPr>
              <a:t>c</a:t>
            </a:r>
          </a:p>
        </p:txBody>
      </p:sp>
      <p:sp>
        <p:nvSpPr>
          <p:cNvPr id="141" name="snapshot-caption-3">
            <a:extLst xmlns:a="http://schemas.openxmlformats.org/drawingml/2006/main">
              <a:ext uri="{FF2B5EF4-FFF2-40B4-BE49-F238E27FC236}">
                <a16:creationId xmlns:a16="http://schemas.microsoft.com/office/drawing/2014/main" id="{43F5D349-46AB-4E76-A74B-C99531B626B5}"/>
              </a:ext>
            </a:extLst>
          </p:cNvPr>
          <p:cNvSpPr>
            <a:spLocks xmlns:a="http://schemas.openxmlformats.org/drawingml/2006/main"/>
          </p:cNvSpPr>
          <p:nvPr/>
        </p:nvSpPr>
        <p:spPr>
          <a:xfrm xmlns:a="http://schemas.openxmlformats.org/drawingml/2006/main">
            <a:off x="4905375" y="3876675"/>
            <a:ext cx="13049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788" b="0">
                <a:solidFill>
                  <a:srgbClr val="52575F"/>
                </a:solidFill>
                <a:latin typeface="Arial"/>
                <a:ea typeface="Arial"/>
                <a:cs typeface="Arial"/>
              </a:defRPr>
            </a:pPr>
            <a:r>
              <a:rPr sz="788" b="0">
                <a:solidFill>
                  <a:srgbClr val="52575F"/>
                </a:solidFill>
                <a:latin typeface="Arial"/>
                <a:ea typeface="Arial"/>
                <a:cs typeface="Arial"/>
              </a:rPr>
              <a:t>Both at their goals</a:t>
            </a:r>
          </a:p>
        </p:txBody>
      </p:sp>
      <p:cxnSp>
        <p:nvCxnSpPr>
          <p:cNvPr id="287" name="advance-0"/>
          <p:cNvCxnSpPr>
            <a:stCxn xmlns:a="http://schemas.openxmlformats.org/drawingml/2006/main" id="76" idx="3"/>
            <a:endCxn xmlns:a="http://schemas.openxmlformats.org/drawingml/2006/main" id="93" idx="1"/>
          </p:cNvCxnSpPr>
          <p:nvPr/>
        </p:nvCxnSpPr>
        <p:spPr>
          <a:xfrm xmlns:a="http://schemas.openxmlformats.org/drawingml/2006/main">
            <a:off x="1533525" y="3567113"/>
            <a:ext cx="190500" cy="0"/>
          </a:xfrm>
          <a:prstGeom xmlns:a="http://schemas.openxmlformats.org/drawingml/2006/main" prst="straightConnector1">
            <a:avLst/>
          </a:prstGeom>
          <a:ln xmlns:a="http://schemas.openxmlformats.org/drawingml/2006/main" w="17145" cap="rnd">
            <a:solidFill>
              <a:srgbClr val="52575F"/>
            </a:solidFill>
            <a:prstDash val="solid"/>
            <a:round/>
            <a:tailEnd type="triangle" w="med" len="med"/>
          </a:ln>
        </p:spPr>
      </p:cxnSp>
      <p:cxnSp>
        <p:nvCxnSpPr>
          <p:cNvPr id="288" name="advance-1"/>
          <p:cNvCxnSpPr>
            <a:stCxn xmlns:a="http://schemas.openxmlformats.org/drawingml/2006/main" id="93" idx="3"/>
            <a:endCxn xmlns:a="http://schemas.openxmlformats.org/drawingml/2006/main" id="109" idx="1"/>
          </p:cNvCxnSpPr>
          <p:nvPr/>
        </p:nvCxnSpPr>
        <p:spPr>
          <a:xfrm xmlns:a="http://schemas.openxmlformats.org/drawingml/2006/main">
            <a:off x="3105150" y="3567113"/>
            <a:ext cx="190500" cy="0"/>
          </a:xfrm>
          <a:prstGeom xmlns:a="http://schemas.openxmlformats.org/drawingml/2006/main" prst="straightConnector1">
            <a:avLst/>
          </a:prstGeom>
          <a:ln xmlns:a="http://schemas.openxmlformats.org/drawingml/2006/main" w="17145" cap="rnd">
            <a:solidFill>
              <a:srgbClr val="52575F"/>
            </a:solidFill>
            <a:prstDash val="solid"/>
            <a:round/>
            <a:tailEnd type="triangle" w="med" len="med"/>
          </a:ln>
        </p:spPr>
      </p:cxnSp>
      <p:cxnSp>
        <p:nvCxnSpPr>
          <p:cNvPr id="289" name="advance-2"/>
          <p:cNvCxnSpPr>
            <a:stCxn xmlns:a="http://schemas.openxmlformats.org/drawingml/2006/main" id="109" idx="3"/>
            <a:endCxn xmlns:a="http://schemas.openxmlformats.org/drawingml/2006/main" id="125" idx="1"/>
          </p:cNvCxnSpPr>
          <p:nvPr/>
        </p:nvCxnSpPr>
        <p:spPr>
          <a:xfrm xmlns:a="http://schemas.openxmlformats.org/drawingml/2006/main">
            <a:off x="4676775" y="3567113"/>
            <a:ext cx="190500" cy="0"/>
          </a:xfrm>
          <a:prstGeom xmlns:a="http://schemas.openxmlformats.org/drawingml/2006/main" prst="straightConnector1">
            <a:avLst/>
          </a:prstGeom>
          <a:ln xmlns:a="http://schemas.openxmlformats.org/drawingml/2006/main" w="17145" cap="rnd">
            <a:solidFill>
              <a:srgbClr val="52575F"/>
            </a:solidFill>
            <a:prstDash val="solid"/>
            <a:round/>
            <a:tailEnd type="triangle" w="med" len="med"/>
          </a:ln>
        </p:spPr>
      </p:cxnSp>
      <p:sp>
        <p:nvSpPr>
          <p:cNvPr id="145" name="disclosure">
            <a:extLst xmlns:a="http://schemas.openxmlformats.org/drawingml/2006/main">
              <a:ext uri="{FF2B5EF4-FFF2-40B4-BE49-F238E27FC236}">
                <a16:creationId xmlns:a16="http://schemas.microsoft.com/office/drawing/2014/main" id="{C653B722-634F-4D12-AA58-179F1343905F}"/>
              </a:ext>
            </a:extLst>
          </p:cNvPr>
          <p:cNvSpPr>
            <a:spLocks xmlns:a="http://schemas.openxmlformats.org/drawingml/2006/main"/>
          </p:cNvSpPr>
          <p:nvPr/>
        </p:nvSpPr>
        <p:spPr>
          <a:xfrm xmlns:a="http://schemas.openxmlformats.org/drawingml/2006/main">
            <a:off x="152400" y="4143375"/>
            <a:ext cx="609600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735" b="0">
                <a:solidFill>
                  <a:srgbClr val="52575F"/>
                </a:solidFill>
                <a:latin typeface="Arial"/>
                <a:ea typeface="Arial"/>
                <a:cs typeface="Arial"/>
              </a:defRPr>
            </a:pPr>
            <a:r>
              <a:rPr sz="735" b="0">
                <a:solidFill>
                  <a:srgbClr val="52575F"/>
                </a:solidFill>
                <a:latin typeface="Arial"/>
                <a:ea typeface="Arial"/>
                <a:cs typeface="Arial"/>
              </a:rPr>
              <a:t>Illustrative route graph and discrete schedule; no measured performance.</a:t>
            </a:r>
          </a:p>
        </p:txBody>
      </p:sp>
    </p:spTree>
    <p:extLst>
      <p:ext uri="{BB962C8B-B14F-4D97-AF65-F5344CB8AC3E}">
        <p14:creationId xmlns:p14="http://schemas.microsoft.com/office/powerpoint/2010/main" val="17183969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2026-10-01T01:02:08.6640000Z</dcterms:created>
  <dcterms:modified xsi:type="dcterms:W3CDTF">2026-10-01T01:02:08.6640000Z</dcterms:modified>
</coreProperties>
</file>