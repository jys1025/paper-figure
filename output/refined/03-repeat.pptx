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452c4f0574695" /><Relationship Type="http://schemas.openxmlformats.org/officeDocument/2006/relationships/extended-properties" Target="/docProps/app.xml" Id="Rd7faec74b76f42bb" /><Relationship Type="http://schemas.openxmlformats.org/officeDocument/2006/relationships/officeDocument" Target="/ppt/presentation.xml" Id="Rf45fd296d5c1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e12f37e75d41fc"/>
  </p:sldMasterIdLst>
  <p:notesMasterIdLst>
    <p:notesMasterId xmlns:r="http://schemas.openxmlformats.org/officeDocument/2006/relationships" r:id="R92e60a4593b440a7"/>
  </p:notesMasterIdLst>
  <p:sldIdLst>
    <p:sldId xmlns:r="http://schemas.openxmlformats.org/officeDocument/2006/relationships" id="256" r:id="R81d0ab5b44ad47ec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04b7c885fb4b72" /><Relationship Type="http://schemas.openxmlformats.org/officeDocument/2006/relationships/slideMaster" Target="/ppt/slideMasters/slideMaster1.xml" Id="Re5e12f37e75d41fc" /><Relationship Type="http://schemas.openxmlformats.org/officeDocument/2006/relationships/notesMaster" Target="/ppt/notesMasters/notesMaster1.xml" Id="R92e60a4593b440a7" /><Relationship Type="http://schemas.openxmlformats.org/officeDocument/2006/relationships/presProps" Target="/ppt/presProps.xml" Id="R4ffc485ca7ba4ee7" /><Relationship Type="http://schemas.openxmlformats.org/officeDocument/2006/relationships/tableStyles" Target="/ppt/tableStyles.xml" Id="R7de903ae55ec4ea0" /><Relationship Type="http://schemas.openxmlformats.org/officeDocument/2006/relationships/slide" Target="/ppt/slides/slide1.xml" Id="R81d0ab5b44ad47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8a5d02867f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6b1f1fdaab44da" /><Relationship Type="http://schemas.openxmlformats.org/officeDocument/2006/relationships/notesMaster" Target="/ppt/notesMasters/notesMaster1.xml" Id="R2cfea635e0d0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Residual refinement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bc190fb1c4d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91644754b94d1c" /><Relationship Type="http://schemas.openxmlformats.org/officeDocument/2006/relationships/slideLayout" Target="/ppt/slideLayouts/slideLayout1.xml" Id="R177f1ba762ea4c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f1ba762ea4c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71f7fc854c3e" /><Relationship Type="http://schemas.openxmlformats.org/officeDocument/2006/relationships/notesSlide" Target="/ppt/notesSlides/notesSlide1.xml" Id="Rbbc63211bc8f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heading">
            <a:extLst xmlns:a="http://schemas.openxmlformats.org/drawingml/2006/main">
              <a:ext uri="{FF2B5EF4-FFF2-40B4-BE49-F238E27FC236}">
                <a16:creationId xmlns:a16="http://schemas.microsoft.com/office/drawing/2014/main" id="{C040A6DC-2CFF-4E81-826D-B1A1EF2946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Residual refinement: state sequence and one block</a:t>
            </a:r>
          </a:p>
        </p:txBody>
      </p:sp>
      <p:grpSp>
        <p:nvGrpSpPr>
          <p:cNvPr id="176" name="state0"/>
          <p:cNvGrpSpPr/>
          <p:nvPr/>
        </p:nvGrpSpPr>
        <p:grpSpPr>
          <ns1:xfrm xmlns:ns1="http://schemas.openxmlformats.org/drawingml/2006/main">
            <ns1:off x="266700" y="504825"/>
            <ns1:ext cx="552450" cy="371475"/>
            <ns1:chOff x="266700" y="504825"/>
            <ns1:chExt cx="552450" cy="371475"/>
          </ns1:xfrm>
        </p:grpSpPr>
        <p:sp>
          <p:nvSpPr>
            <p:cNvPr id="2" name="state0.0">
              <a:extLst xmlns:a="http://schemas.openxmlformats.org/drawingml/2006/main">
                <a:ext uri="{FF2B5EF4-FFF2-40B4-BE49-F238E27FC236}">
                  <a16:creationId xmlns:a16="http://schemas.microsoft.com/office/drawing/2014/main" id="{A9D31371-646F-48E4-8621-FF7BC4DD94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" name="state0.0.value">
              <a:extLst xmlns:a="http://schemas.openxmlformats.org/drawingml/2006/main">
                <a:ext uri="{FF2B5EF4-FFF2-40B4-BE49-F238E27FC236}">
                  <a16:creationId xmlns:a16="http://schemas.microsoft.com/office/drawing/2014/main" id="{FEBF556B-9C17-4615-9EBD-4655727988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6700" y="746284"/>
              <a:ext cx="123825" cy="13001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" name="state0.1">
              <a:extLst xmlns:a="http://schemas.openxmlformats.org/drawingml/2006/main">
                <a:ext uri="{FF2B5EF4-FFF2-40B4-BE49-F238E27FC236}">
                  <a16:creationId xmlns:a16="http://schemas.microsoft.com/office/drawing/2014/main" id="{F1FAED8E-DEE1-454C-97EA-247E1084F1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" name="state0.1.value">
              <a:extLst xmlns:a="http://schemas.openxmlformats.org/drawingml/2006/main">
                <a:ext uri="{FF2B5EF4-FFF2-40B4-BE49-F238E27FC236}">
                  <a16:creationId xmlns:a16="http://schemas.microsoft.com/office/drawing/2014/main" id="{13AE4572-0A4C-4834-8B19-DC4A0C87DD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9575" y="597694"/>
              <a:ext cx="123825" cy="27860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" name="state0.2">
              <a:extLst xmlns:a="http://schemas.openxmlformats.org/drawingml/2006/main">
                <a:ext uri="{FF2B5EF4-FFF2-40B4-BE49-F238E27FC236}">
                  <a16:creationId xmlns:a16="http://schemas.microsoft.com/office/drawing/2014/main" id="{7386C62A-0821-40BF-B0D0-24E346AC86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" name="state0.2.value">
              <a:extLst xmlns:a="http://schemas.openxmlformats.org/drawingml/2006/main">
                <a:ext uri="{FF2B5EF4-FFF2-40B4-BE49-F238E27FC236}">
                  <a16:creationId xmlns:a16="http://schemas.microsoft.com/office/drawing/2014/main" id="{B17CA2AC-7377-458E-9FB0-A2006F6894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727710"/>
              <a:ext cx="123825" cy="14859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" name="state0.3">
              <a:extLst xmlns:a="http://schemas.openxmlformats.org/drawingml/2006/main">
                <a:ext uri="{FF2B5EF4-FFF2-40B4-BE49-F238E27FC236}">
                  <a16:creationId xmlns:a16="http://schemas.microsoft.com/office/drawing/2014/main" id="{517A4F8C-E5A4-46E7-9647-F9CB6329BF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9" name="state0.3.value">
              <a:extLst xmlns:a="http://schemas.openxmlformats.org/drawingml/2006/main">
                <a:ext uri="{FF2B5EF4-FFF2-40B4-BE49-F238E27FC236}">
                  <a16:creationId xmlns:a16="http://schemas.microsoft.com/office/drawing/2014/main" id="{1CC74A7D-15F3-4BBF-8368-611611AB97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532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10" name="state-name0">
            <a:extLst xmlns:a="http://schemas.openxmlformats.org/drawingml/2006/main">
              <a:ext uri="{FF2B5EF4-FFF2-40B4-BE49-F238E27FC236}">
                <a16:creationId xmlns:a16="http://schemas.microsoft.com/office/drawing/2014/main" id="{79E3036D-693F-4950-BEF3-09DD47ACBA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385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11" name="stage-line0">
            <a:extLst xmlns:a="http://schemas.openxmlformats.org/drawingml/2006/main">
              <a:ext uri="{FF2B5EF4-FFF2-40B4-BE49-F238E27FC236}">
                <a16:creationId xmlns:a16="http://schemas.microsoft.com/office/drawing/2014/main" id="{15492678-C56D-4E22-B137-F624AF19AC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12" name="stage-arrow0">
            <a:extLst xmlns:a="http://schemas.openxmlformats.org/drawingml/2006/main">
              <a:ext uri="{FF2B5EF4-FFF2-40B4-BE49-F238E27FC236}">
                <a16:creationId xmlns:a16="http://schemas.microsoft.com/office/drawing/2014/main" id="{BC22C269-3889-4037-AD3A-6D99AB55DF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025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theta0">
            <a:extLst xmlns:a="http://schemas.openxmlformats.org/drawingml/2006/main">
              <a:ext uri="{FF2B5EF4-FFF2-40B4-BE49-F238E27FC236}">
                <a16:creationId xmlns:a16="http://schemas.microsoft.com/office/drawing/2014/main" id="{68434907-4B18-4357-8A2C-8EB7E55ED7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90600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θ₁</a:t>
            </a:r>
          </a:p>
        </p:txBody>
      </p:sp>
      <p:grpSp>
        <p:nvGrpSpPr>
          <p:cNvPr id="177" name="state1"/>
          <p:cNvGrpSpPr/>
          <p:nvPr/>
        </p:nvGrpSpPr>
        <p:grpSpPr>
          <ns1:xfrm xmlns:ns1="http://schemas.openxmlformats.org/drawingml/2006/main">
            <ns1:off x="1533525" y="504825"/>
            <ns1:ext cx="552450" cy="371476"/>
            <ns1:chOff x="1533525" y="504825"/>
            <ns1:chExt cx="552450" cy="371476"/>
          </ns1:xfrm>
        </p:grpSpPr>
        <p:sp>
          <p:nvSpPr>
            <p:cNvPr id="14" name="state1.0">
              <a:extLst xmlns:a="http://schemas.openxmlformats.org/drawingml/2006/main">
                <a:ext uri="{FF2B5EF4-FFF2-40B4-BE49-F238E27FC236}">
                  <a16:creationId xmlns:a16="http://schemas.microsoft.com/office/drawing/2014/main" id="{B4ECBC39-25C0-4EEE-9E3C-5D90F3A9E7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5" name="state1.0.value">
              <a:extLst xmlns:a="http://schemas.openxmlformats.org/drawingml/2006/main">
                <a:ext uri="{FF2B5EF4-FFF2-40B4-BE49-F238E27FC236}">
                  <a16:creationId xmlns:a16="http://schemas.microsoft.com/office/drawing/2014/main" id="{CF408BD2-BB33-4C10-AF84-44FE861BED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25" y="716566"/>
              <a:ext cx="123825" cy="15973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state1.1">
              <a:extLst xmlns:a="http://schemas.openxmlformats.org/drawingml/2006/main">
                <a:ext uri="{FF2B5EF4-FFF2-40B4-BE49-F238E27FC236}">
                  <a16:creationId xmlns:a16="http://schemas.microsoft.com/office/drawing/2014/main" id="{66D82BF6-0AE0-4BE8-BDE5-5512F6BD24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64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state1.1.value">
              <a:extLst xmlns:a="http://schemas.openxmlformats.org/drawingml/2006/main">
                <a:ext uri="{FF2B5EF4-FFF2-40B4-BE49-F238E27FC236}">
                  <a16:creationId xmlns:a16="http://schemas.microsoft.com/office/drawing/2014/main" id="{1A1404B2-B3BA-4261-939C-EB5261D564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6400" y="612553"/>
              <a:ext cx="123825" cy="26374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state1.2">
              <a:extLst xmlns:a="http://schemas.openxmlformats.org/drawingml/2006/main">
                <a:ext uri="{FF2B5EF4-FFF2-40B4-BE49-F238E27FC236}">
                  <a16:creationId xmlns:a16="http://schemas.microsoft.com/office/drawing/2014/main" id="{9FAD7E16-BAB4-4683-97E8-06718CEE08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92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state1.2.value">
              <a:extLst xmlns:a="http://schemas.openxmlformats.org/drawingml/2006/main">
                <a:ext uri="{FF2B5EF4-FFF2-40B4-BE49-F238E27FC236}">
                  <a16:creationId xmlns:a16="http://schemas.microsoft.com/office/drawing/2014/main" id="{D0C18DB0-45A6-4050-8AB1-8BBE9B2B8B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19275" y="705422"/>
              <a:ext cx="123825" cy="17087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state1.3">
              <a:extLst xmlns:a="http://schemas.openxmlformats.org/drawingml/2006/main">
                <a:ext uri="{FF2B5EF4-FFF2-40B4-BE49-F238E27FC236}">
                  <a16:creationId xmlns:a16="http://schemas.microsoft.com/office/drawing/2014/main" id="{CD0F97C8-1D19-4F77-96AE-9BFF1BB013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21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state1.3.value">
              <a:extLst xmlns:a="http://schemas.openxmlformats.org/drawingml/2006/main">
                <a:ext uri="{FF2B5EF4-FFF2-40B4-BE49-F238E27FC236}">
                  <a16:creationId xmlns:a16="http://schemas.microsoft.com/office/drawing/2014/main" id="{BE3B7D78-274A-41B8-BF42-71B1749772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62150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22" name="state-name1">
            <a:extLst xmlns:a="http://schemas.openxmlformats.org/drawingml/2006/main">
              <a:ext uri="{FF2B5EF4-FFF2-40B4-BE49-F238E27FC236}">
                <a16:creationId xmlns:a16="http://schemas.microsoft.com/office/drawing/2014/main" id="{AFA7D362-BD8C-411F-B218-601462D032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90675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h₁</a:t>
            </a:r>
          </a:p>
        </p:txBody>
      </p:sp>
      <p:sp>
        <p:nvSpPr>
          <p:cNvPr id="23" name="stage-line1">
            <a:extLst xmlns:a="http://schemas.openxmlformats.org/drawingml/2006/main">
              <a:ext uri="{FF2B5EF4-FFF2-40B4-BE49-F238E27FC236}">
                <a16:creationId xmlns:a16="http://schemas.microsoft.com/office/drawing/2014/main" id="{88B00085-EB16-4BA8-87BC-D534C4ED04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62175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24" name="stage-arrow1">
            <a:extLst xmlns:a="http://schemas.openxmlformats.org/drawingml/2006/main">
              <a:ext uri="{FF2B5EF4-FFF2-40B4-BE49-F238E27FC236}">
                <a16:creationId xmlns:a16="http://schemas.microsoft.com/office/drawing/2014/main" id="{401A9E05-BE0C-4B5C-83E3-C2D4F91692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09850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theta1">
            <a:extLst xmlns:a="http://schemas.openxmlformats.org/drawingml/2006/main">
              <a:ext uri="{FF2B5EF4-FFF2-40B4-BE49-F238E27FC236}">
                <a16:creationId xmlns:a16="http://schemas.microsoft.com/office/drawing/2014/main" id="{342E7957-E364-4B14-8C60-EE34C129A0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57425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θ₂</a:t>
            </a:r>
          </a:p>
        </p:txBody>
      </p:sp>
      <p:grpSp>
        <p:nvGrpSpPr>
          <p:cNvPr id="178" name="state2"/>
          <p:cNvGrpSpPr/>
          <p:nvPr/>
        </p:nvGrpSpPr>
        <p:grpSpPr>
          <ns1:xfrm xmlns:ns1="http://schemas.openxmlformats.org/drawingml/2006/main">
            <ns1:off x="2800350" y="504825"/>
            <ns1:ext cx="552450" cy="371475"/>
            <ns1:chOff x="2800350" y="504825"/>
            <ns1:chExt cx="552450" cy="371475"/>
          </ns1:xfrm>
        </p:grpSpPr>
        <p:sp>
          <p:nvSpPr>
            <p:cNvPr id="26" name="state2.0">
              <a:extLst xmlns:a="http://schemas.openxmlformats.org/drawingml/2006/main">
                <a:ext uri="{FF2B5EF4-FFF2-40B4-BE49-F238E27FC236}">
                  <a16:creationId xmlns:a16="http://schemas.microsoft.com/office/drawing/2014/main" id="{73157063-66D9-493A-AB22-1C58778DEF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003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7" name="state2.0.value">
              <a:extLst xmlns:a="http://schemas.openxmlformats.org/drawingml/2006/main">
                <a:ext uri="{FF2B5EF4-FFF2-40B4-BE49-F238E27FC236}">
                  <a16:creationId xmlns:a16="http://schemas.microsoft.com/office/drawing/2014/main" id="{C7182D17-22EE-4BE0-9FF6-13BB96B7970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00350" y="686848"/>
              <a:ext cx="123825" cy="18945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8" name="state2.1">
              <a:extLst xmlns:a="http://schemas.openxmlformats.org/drawingml/2006/main">
                <a:ext uri="{FF2B5EF4-FFF2-40B4-BE49-F238E27FC236}">
                  <a16:creationId xmlns:a16="http://schemas.microsoft.com/office/drawing/2014/main" id="{CC9442D1-96A2-49DC-A1D5-4CD9ACF616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32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9" name="state2.1.value">
              <a:extLst xmlns:a="http://schemas.openxmlformats.org/drawingml/2006/main">
                <a:ext uri="{FF2B5EF4-FFF2-40B4-BE49-F238E27FC236}">
                  <a16:creationId xmlns:a16="http://schemas.microsoft.com/office/drawing/2014/main" id="{A35021F5-B5AD-425D-9647-D7D918CCA4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3225" y="627412"/>
              <a:ext cx="123825" cy="248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0" name="state2.2">
              <a:extLst xmlns:a="http://schemas.openxmlformats.org/drawingml/2006/main">
                <a:ext uri="{FF2B5EF4-FFF2-40B4-BE49-F238E27FC236}">
                  <a16:creationId xmlns:a16="http://schemas.microsoft.com/office/drawing/2014/main" id="{D114ECBB-7F35-4DD2-8610-4DE6F27D27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1" name="state2.2.value">
              <a:extLst xmlns:a="http://schemas.openxmlformats.org/drawingml/2006/main">
                <a:ext uri="{FF2B5EF4-FFF2-40B4-BE49-F238E27FC236}">
                  <a16:creationId xmlns:a16="http://schemas.microsoft.com/office/drawing/2014/main" id="{8D7824CD-5C40-4182-A20D-0D8946BD80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6100" y="683133"/>
              <a:ext cx="123825" cy="193167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2" name="state2.3">
              <a:extLst xmlns:a="http://schemas.openxmlformats.org/drawingml/2006/main">
                <a:ext uri="{FF2B5EF4-FFF2-40B4-BE49-F238E27FC236}">
                  <a16:creationId xmlns:a16="http://schemas.microsoft.com/office/drawing/2014/main" id="{08017F1E-E50B-4677-A24D-03F03BBC47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289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3" name="state2.3.value">
              <a:extLst xmlns:a="http://schemas.openxmlformats.org/drawingml/2006/main">
                <a:ext uri="{FF2B5EF4-FFF2-40B4-BE49-F238E27FC236}">
                  <a16:creationId xmlns:a16="http://schemas.microsoft.com/office/drawing/2014/main" id="{37C198C8-C411-4EC4-8A5A-04BF777791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2897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34" name="state-name2">
            <a:extLst xmlns:a="http://schemas.openxmlformats.org/drawingml/2006/main">
              <a:ext uri="{FF2B5EF4-FFF2-40B4-BE49-F238E27FC236}">
                <a16:creationId xmlns:a16="http://schemas.microsoft.com/office/drawing/2014/main" id="{A6A7A114-B27A-455D-8DE2-8151172DBB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5750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h₂</a:t>
            </a:r>
          </a:p>
        </p:txBody>
      </p:sp>
      <p:sp>
        <p:nvSpPr>
          <p:cNvPr id="35" name="stage-line2">
            <a:extLst xmlns:a="http://schemas.openxmlformats.org/drawingml/2006/main">
              <a:ext uri="{FF2B5EF4-FFF2-40B4-BE49-F238E27FC236}">
                <a16:creationId xmlns:a16="http://schemas.microsoft.com/office/drawing/2014/main" id="{0CB93AED-AE85-4A70-940B-6A845569E5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29000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36" name="stage-arrow2">
            <a:extLst xmlns:a="http://schemas.openxmlformats.org/drawingml/2006/main">
              <a:ext uri="{FF2B5EF4-FFF2-40B4-BE49-F238E27FC236}">
                <a16:creationId xmlns:a16="http://schemas.microsoft.com/office/drawing/2014/main" id="{28D9926E-1225-4395-9A11-21545E85EA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6675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theta2">
            <a:extLst xmlns:a="http://schemas.openxmlformats.org/drawingml/2006/main">
              <a:ext uri="{FF2B5EF4-FFF2-40B4-BE49-F238E27FC236}">
                <a16:creationId xmlns:a16="http://schemas.microsoft.com/office/drawing/2014/main" id="{F0612506-7284-42BC-B5C7-4933EB457A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θ₃</a:t>
            </a:r>
          </a:p>
        </p:txBody>
      </p:sp>
      <p:grpSp>
        <p:nvGrpSpPr>
          <p:cNvPr id="179" name="state3"/>
          <p:cNvGrpSpPr/>
          <p:nvPr/>
        </p:nvGrpSpPr>
        <p:grpSpPr>
          <ns1:xfrm xmlns:ns1="http://schemas.openxmlformats.org/drawingml/2006/main">
            <ns1:off x="4067175" y="504825"/>
            <ns1:ext cx="552450" cy="371476"/>
            <ns1:chOff x="4067175" y="504825"/>
            <ns1:chExt cx="552450" cy="371476"/>
          </ns1:xfrm>
        </p:grpSpPr>
        <p:sp>
          <p:nvSpPr>
            <p:cNvPr id="38" name="state3.0">
              <a:extLst xmlns:a="http://schemas.openxmlformats.org/drawingml/2006/main">
                <a:ext uri="{FF2B5EF4-FFF2-40B4-BE49-F238E27FC236}">
                  <a16:creationId xmlns:a16="http://schemas.microsoft.com/office/drawing/2014/main" id="{77180DAF-02E0-4041-8EA6-1437A6E24B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71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39" name="state3.0.value">
              <a:extLst xmlns:a="http://schemas.openxmlformats.org/drawingml/2006/main">
                <a:ext uri="{FF2B5EF4-FFF2-40B4-BE49-F238E27FC236}">
                  <a16:creationId xmlns:a16="http://schemas.microsoft.com/office/drawing/2014/main" id="{50CD2AD3-F651-496E-B9EA-15240BE903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7175" y="657130"/>
              <a:ext cx="123825" cy="2191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0" name="state3.1">
              <a:extLst xmlns:a="http://schemas.openxmlformats.org/drawingml/2006/main">
                <a:ext uri="{FF2B5EF4-FFF2-40B4-BE49-F238E27FC236}">
                  <a16:creationId xmlns:a16="http://schemas.microsoft.com/office/drawing/2014/main" id="{2F15465F-4B0C-4C8A-8D38-DCDEFC3408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1" name="state3.1.value">
              <a:extLst xmlns:a="http://schemas.openxmlformats.org/drawingml/2006/main">
                <a:ext uri="{FF2B5EF4-FFF2-40B4-BE49-F238E27FC236}">
                  <a16:creationId xmlns:a16="http://schemas.microsoft.com/office/drawing/2014/main" id="{370B4CE9-1513-4A63-BA11-EC355183D7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10050" y="642271"/>
              <a:ext cx="123825" cy="234029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2" name="state3.2">
              <a:extLst xmlns:a="http://schemas.openxmlformats.org/drawingml/2006/main">
                <a:ext uri="{FF2B5EF4-FFF2-40B4-BE49-F238E27FC236}">
                  <a16:creationId xmlns:a16="http://schemas.microsoft.com/office/drawing/2014/main" id="{6D95233D-37ED-4D44-99FA-CBF510B7C4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529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3" name="state3.2.value">
              <a:extLst xmlns:a="http://schemas.openxmlformats.org/drawingml/2006/main">
                <a:ext uri="{FF2B5EF4-FFF2-40B4-BE49-F238E27FC236}">
                  <a16:creationId xmlns:a16="http://schemas.microsoft.com/office/drawing/2014/main" id="{1DFF5DE3-953C-416B-A3A8-0FE1B9EFEF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52925" y="660845"/>
              <a:ext cx="123825" cy="21545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4" name="state3.3">
              <a:extLst xmlns:a="http://schemas.openxmlformats.org/drawingml/2006/main">
                <a:ext uri="{FF2B5EF4-FFF2-40B4-BE49-F238E27FC236}">
                  <a16:creationId xmlns:a16="http://schemas.microsoft.com/office/drawing/2014/main" id="{71FAB437-96BC-4785-860F-7DD058777E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45" name="state3.3.value">
              <a:extLst xmlns:a="http://schemas.openxmlformats.org/drawingml/2006/main">
                <a:ext uri="{FF2B5EF4-FFF2-40B4-BE49-F238E27FC236}">
                  <a16:creationId xmlns:a16="http://schemas.microsoft.com/office/drawing/2014/main" id="{7712523D-63DF-44E2-A79C-D95018172D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95800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46" name="state-name3">
            <a:extLst xmlns:a="http://schemas.openxmlformats.org/drawingml/2006/main">
              <a:ext uri="{FF2B5EF4-FFF2-40B4-BE49-F238E27FC236}">
                <a16:creationId xmlns:a16="http://schemas.microsoft.com/office/drawing/2014/main" id="{E5AE783F-6925-47B9-8294-990C754BB8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24325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h₃</a:t>
            </a:r>
          </a:p>
        </p:txBody>
      </p:sp>
      <p:sp>
        <p:nvSpPr>
          <p:cNvPr id="47" name="stage-line3">
            <a:extLst xmlns:a="http://schemas.openxmlformats.org/drawingml/2006/main">
              <a:ext uri="{FF2B5EF4-FFF2-40B4-BE49-F238E27FC236}">
                <a16:creationId xmlns:a16="http://schemas.microsoft.com/office/drawing/2014/main" id="{49029552-1872-499B-B3F6-D9C454D75F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95825" y="7143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737B"/>
            </a:solidFill>
            <a:prstDash val="solid"/>
          </a:ln>
        </p:spPr>
      </p:sp>
      <p:sp>
        <p:nvSpPr>
          <p:cNvPr id="48" name="stage-arrow3">
            <a:extLst xmlns:a="http://schemas.openxmlformats.org/drawingml/2006/main">
              <a:ext uri="{FF2B5EF4-FFF2-40B4-BE49-F238E27FC236}">
                <a16:creationId xmlns:a16="http://schemas.microsoft.com/office/drawing/2014/main" id="{74D6D315-FC67-438C-A8A9-A13C8A53DF2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43500" y="68580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66737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9" name="theta3">
            <a:extLst xmlns:a="http://schemas.openxmlformats.org/drawingml/2006/main">
              <a:ext uri="{FF2B5EF4-FFF2-40B4-BE49-F238E27FC236}">
                <a16:creationId xmlns:a16="http://schemas.microsoft.com/office/drawing/2014/main" id="{CFED9DA9-E4D7-4B5B-814B-72209A8D29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91075" y="742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θ₄</a:t>
            </a:r>
          </a:p>
        </p:txBody>
      </p:sp>
      <p:grpSp>
        <p:nvGrpSpPr>
          <p:cNvPr id="180" name="state4"/>
          <p:cNvGrpSpPr/>
          <p:nvPr/>
        </p:nvGrpSpPr>
        <p:grpSpPr>
          <ns1:xfrm xmlns:ns1="http://schemas.openxmlformats.org/drawingml/2006/main">
            <ns1:off x="5334000" y="504825"/>
            <ns1:ext cx="552450" cy="371475"/>
            <ns1:chOff x="5334000" y="504825"/>
            <ns1:chExt cx="552450" cy="371475"/>
          </ns1:xfrm>
        </p:grpSpPr>
        <p:sp>
          <p:nvSpPr>
            <p:cNvPr id="50" name="state4.0">
              <a:extLst xmlns:a="http://schemas.openxmlformats.org/drawingml/2006/main">
                <a:ext uri="{FF2B5EF4-FFF2-40B4-BE49-F238E27FC236}">
                  <a16:creationId xmlns:a16="http://schemas.microsoft.com/office/drawing/2014/main" id="{031E8C15-39D7-48F5-96DC-4446C31066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1" name="state4.0.value">
              <a:extLst xmlns:a="http://schemas.openxmlformats.org/drawingml/2006/main">
                <a:ext uri="{FF2B5EF4-FFF2-40B4-BE49-F238E27FC236}">
                  <a16:creationId xmlns:a16="http://schemas.microsoft.com/office/drawing/2014/main" id="{71E333CA-4891-4B27-A92C-CBEC4F6A3E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4000" y="627412"/>
              <a:ext cx="123825" cy="248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2" name="state4.1">
              <a:extLst xmlns:a="http://schemas.openxmlformats.org/drawingml/2006/main">
                <a:ext uri="{FF2B5EF4-FFF2-40B4-BE49-F238E27FC236}">
                  <a16:creationId xmlns:a16="http://schemas.microsoft.com/office/drawing/2014/main" id="{1E8E0D6D-5801-40F0-A52B-F4A1737002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3" name="state4.1.value">
              <a:extLst xmlns:a="http://schemas.openxmlformats.org/drawingml/2006/main">
                <a:ext uri="{FF2B5EF4-FFF2-40B4-BE49-F238E27FC236}">
                  <a16:creationId xmlns:a16="http://schemas.microsoft.com/office/drawing/2014/main" id="{18F561CA-71A3-4691-B64A-1E4FF35C66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657130"/>
              <a:ext cx="123825" cy="21917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4" name="state4.2">
              <a:extLst xmlns:a="http://schemas.openxmlformats.org/drawingml/2006/main">
                <a:ext uri="{FF2B5EF4-FFF2-40B4-BE49-F238E27FC236}">
                  <a16:creationId xmlns:a16="http://schemas.microsoft.com/office/drawing/2014/main" id="{B87F126E-A256-4B74-B2B5-2CD9A62D0A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5" name="state4.2.value">
              <a:extLst xmlns:a="http://schemas.openxmlformats.org/drawingml/2006/main">
                <a:ext uri="{FF2B5EF4-FFF2-40B4-BE49-F238E27FC236}">
                  <a16:creationId xmlns:a16="http://schemas.microsoft.com/office/drawing/2014/main" id="{5B951ECA-FD3A-4830-B613-A9268D2347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19750" y="638556"/>
              <a:ext cx="123825" cy="237744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6" name="state4.3">
              <a:extLst xmlns:a="http://schemas.openxmlformats.org/drawingml/2006/main">
                <a:ext uri="{FF2B5EF4-FFF2-40B4-BE49-F238E27FC236}">
                  <a16:creationId xmlns:a16="http://schemas.microsoft.com/office/drawing/2014/main" id="{6F739933-D3F2-47B4-AA99-98EF75507B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504825"/>
              <a:ext cx="123825" cy="3714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57" name="state4.3.value">
              <a:extLst xmlns:a="http://schemas.openxmlformats.org/drawingml/2006/main">
                <a:ext uri="{FF2B5EF4-FFF2-40B4-BE49-F238E27FC236}">
                  <a16:creationId xmlns:a16="http://schemas.microsoft.com/office/drawing/2014/main" id="{9F04F79B-4AB6-44BA-BCDD-985A8BD685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2625" y="653415"/>
              <a:ext cx="123825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58" name="state-name4">
            <a:extLst xmlns:a="http://schemas.openxmlformats.org/drawingml/2006/main">
              <a:ext uri="{FF2B5EF4-FFF2-40B4-BE49-F238E27FC236}">
                <a16:creationId xmlns:a16="http://schemas.microsoft.com/office/drawing/2014/main" id="{1EBA3920-D4E9-4953-A2C7-75F6E58955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1150" y="942975"/>
            <a:ext cx="466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h₄</a:t>
            </a:r>
          </a:p>
        </p:txBody>
      </p:sp>
      <p:sp>
        <p:nvSpPr>
          <p:cNvPr id="59" name="block">
            <a:extLst xmlns:a="http://schemas.openxmlformats.org/drawingml/2006/main">
              <a:ext uri="{FF2B5EF4-FFF2-40B4-BE49-F238E27FC236}">
                <a16:creationId xmlns:a16="http://schemas.microsoft.com/office/drawing/2014/main" id="{F274547D-6F4A-4D27-9B46-141FBCB090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325" y="1428750"/>
            <a:ext cx="34766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6668">
            <a:solidFill>
              <a:srgbClr val="C6CED1"/>
            </a:solidFill>
            <a:prstDash val="solid"/>
          </a:ln>
        </p:spPr>
      </p:sp>
      <p:sp>
        <p:nvSpPr>
          <p:cNvPr id="60" name="block.title">
            <a:extLst xmlns:a="http://schemas.openxmlformats.org/drawingml/2006/main">
              <a:ext uri="{FF2B5EF4-FFF2-40B4-BE49-F238E27FC236}">
                <a16:creationId xmlns:a16="http://schemas.microsoft.com/office/drawing/2014/main" id="{50B3F92E-6AEC-408F-8031-5BCE276E3A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33525" y="1476375"/>
            <a:ext cx="3324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Refinement block  × 4</a:t>
            </a:r>
          </a:p>
        </p:txBody>
      </p:sp>
      <p:sp>
        <p:nvSpPr>
          <p:cNvPr id="61" name="input">
            <a:extLst xmlns:a="http://schemas.openxmlformats.org/drawingml/2006/main">
              <a:ext uri="{FF2B5EF4-FFF2-40B4-BE49-F238E27FC236}">
                <a16:creationId xmlns:a16="http://schemas.microsoft.com/office/drawing/2014/main" id="{413922ED-1BF3-4BC0-B3EF-E36D1157A7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9550" y="2352675"/>
            <a:ext cx="628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grpSp>
        <p:nvGrpSpPr>
          <p:cNvPr id="181" name="input-state"/>
          <p:cNvGrpSpPr/>
          <p:nvPr/>
        </p:nvGrpSpPr>
        <p:grpSpPr>
          <ns1:xfrm xmlns:ns1="http://schemas.openxmlformats.org/drawingml/2006/main">
            <ns1:off x="228600" y="2400300"/>
            <ns1:ext cx="514350" cy="342900"/>
            <ns1:chOff x="228600" y="2400300"/>
            <ns1:chExt cx="514350" cy="342900"/>
          </ns1:xfrm>
        </p:grpSpPr>
        <p:sp>
          <p:nvSpPr>
            <p:cNvPr id="62" name="input-state.0">
              <a:extLst xmlns:a="http://schemas.openxmlformats.org/drawingml/2006/main">
                <a:ext uri="{FF2B5EF4-FFF2-40B4-BE49-F238E27FC236}">
                  <a16:creationId xmlns:a16="http://schemas.microsoft.com/office/drawing/2014/main" id="{33A8DD20-3C7C-4876-9B82-2F4E14C661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3" name="input-state.0.value">
              <a:extLst xmlns:a="http://schemas.openxmlformats.org/drawingml/2006/main">
                <a:ext uri="{FF2B5EF4-FFF2-40B4-BE49-F238E27FC236}">
                  <a16:creationId xmlns:a16="http://schemas.microsoft.com/office/drawing/2014/main" id="{6A4C01AF-A026-4CAC-89BB-4181D87296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8600" y="2606040"/>
              <a:ext cx="114300" cy="1371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4" name="input-state.1">
              <a:extLst xmlns:a="http://schemas.openxmlformats.org/drawingml/2006/main">
                <a:ext uri="{FF2B5EF4-FFF2-40B4-BE49-F238E27FC236}">
                  <a16:creationId xmlns:a16="http://schemas.microsoft.com/office/drawing/2014/main" id="{89BC6306-A411-41B6-ABAB-DE8D5B8897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195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5" name="input-state.1.value">
              <a:extLst xmlns:a="http://schemas.openxmlformats.org/drawingml/2006/main">
                <a:ext uri="{FF2B5EF4-FFF2-40B4-BE49-F238E27FC236}">
                  <a16:creationId xmlns:a16="http://schemas.microsoft.com/office/drawing/2014/main" id="{AA547978-1645-4DF2-B2E5-A802ACBB08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1950" y="2468880"/>
              <a:ext cx="114300" cy="2743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6" name="input-state.2">
              <a:extLst xmlns:a="http://schemas.openxmlformats.org/drawingml/2006/main">
                <a:ext uri="{FF2B5EF4-FFF2-40B4-BE49-F238E27FC236}">
                  <a16:creationId xmlns:a16="http://schemas.microsoft.com/office/drawing/2014/main" id="{A9D1C212-3034-4A4B-94B5-B29F711172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7" name="input-state.2.value">
              <a:extLst xmlns:a="http://schemas.openxmlformats.org/drawingml/2006/main">
                <a:ext uri="{FF2B5EF4-FFF2-40B4-BE49-F238E27FC236}">
                  <a16:creationId xmlns:a16="http://schemas.microsoft.com/office/drawing/2014/main" id="{661B885F-A9FF-4A78-9778-67C7BAA25D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5300" y="2571750"/>
              <a:ext cx="114300" cy="1714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8" name="input-state.3">
              <a:extLst xmlns:a="http://schemas.openxmlformats.org/drawingml/2006/main">
                <a:ext uri="{FF2B5EF4-FFF2-40B4-BE49-F238E27FC236}">
                  <a16:creationId xmlns:a16="http://schemas.microsoft.com/office/drawing/2014/main" id="{529B4486-A04C-4D6A-AD12-6D1576585E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2400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69" name="input-state.3.value">
              <a:extLst xmlns:a="http://schemas.openxmlformats.org/drawingml/2006/main">
                <a:ext uri="{FF2B5EF4-FFF2-40B4-BE49-F238E27FC236}">
                  <a16:creationId xmlns:a16="http://schemas.microsoft.com/office/drawing/2014/main" id="{2DC78B9A-060D-4318-BA53-B656B4E225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2537460"/>
              <a:ext cx="114300" cy="20574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87F98"/>
            </a:solidFill>
            <a:ln xmlns:a="http://schemas.openxmlformats.org/drawingml/2006/main" w="9525">
              <a:noFill/>
              <a:prstDash val="solid"/>
            </a:ln>
          </p:spPr>
        </p:sp>
      </p:grpSp>
      <p:sp>
        <p:nvSpPr>
          <p:cNvPr id="70" name="norm">
            <a:extLst xmlns:a="http://schemas.openxmlformats.org/drawingml/2006/main">
              <a:ext uri="{FF2B5EF4-FFF2-40B4-BE49-F238E27FC236}">
                <a16:creationId xmlns:a16="http://schemas.microsoft.com/office/drawing/2014/main" id="{1B1FC1FB-6780-400F-8A32-E612D449CE7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81175" y="251460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Norm</a:t>
            </a:r>
          </a:p>
        </p:txBody>
      </p:sp>
      <p:sp>
        <p:nvSpPr>
          <p:cNvPr id="71" name="mix">
            <a:extLst xmlns:a="http://schemas.openxmlformats.org/drawingml/2006/main">
              <a:ext uri="{FF2B5EF4-FFF2-40B4-BE49-F238E27FC236}">
                <a16:creationId xmlns:a16="http://schemas.microsoft.com/office/drawing/2014/main" id="{9821CA7E-4A92-46D6-B8AF-5F72F19CCA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43225" y="2514600"/>
            <a:ext cx="83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Mix</a:t>
            </a:r>
          </a:p>
        </p:txBody>
      </p:sp>
      <p:sp>
        <p:nvSpPr>
          <p:cNvPr id="72" name="add">
            <a:extLst xmlns:a="http://schemas.openxmlformats.org/drawingml/2006/main">
              <a:ext uri="{FF2B5EF4-FFF2-40B4-BE49-F238E27FC236}">
                <a16:creationId xmlns:a16="http://schemas.microsoft.com/office/drawing/2014/main" id="{41F42973-F2AF-41ED-A5F9-C21E6DD444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76725" y="2047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3540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3" name="output">
            <a:extLst xmlns:a="http://schemas.openxmlformats.org/drawingml/2006/main">
              <a:ext uri="{FF2B5EF4-FFF2-40B4-BE49-F238E27FC236}">
                <a16:creationId xmlns:a16="http://schemas.microsoft.com/office/drawing/2014/main" id="{9F669650-13E0-474E-A55F-C102977547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43550" y="1971675"/>
            <a:ext cx="638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h₄</a:t>
            </a:r>
          </a:p>
        </p:txBody>
      </p:sp>
      <p:grpSp>
        <p:nvGrpSpPr>
          <p:cNvPr id="182" name="output-state"/>
          <p:cNvGrpSpPr/>
          <p:nvPr/>
        </p:nvGrpSpPr>
        <p:grpSpPr>
          <ns1:xfrm xmlns:ns1="http://schemas.openxmlformats.org/drawingml/2006/main">
            <ns1:off x="5572125" y="2019300"/>
            <ns1:ext cx="514350" cy="342900"/>
            <ns1:chOff x="5572125" y="2019300"/>
            <ns1:chExt cx="514350" cy="342900"/>
          </ns1:xfrm>
        </p:grpSpPr>
        <p:sp>
          <p:nvSpPr>
            <p:cNvPr id="74" name="output-state.0">
              <a:extLst xmlns:a="http://schemas.openxmlformats.org/drawingml/2006/main">
                <a:ext uri="{FF2B5EF4-FFF2-40B4-BE49-F238E27FC236}">
                  <a16:creationId xmlns:a16="http://schemas.microsoft.com/office/drawing/2014/main" id="{12312433-074F-4D7B-92E3-D0BA39655D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7212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5" name="output-state.0.value">
              <a:extLst xmlns:a="http://schemas.openxmlformats.org/drawingml/2006/main">
                <a:ext uri="{FF2B5EF4-FFF2-40B4-BE49-F238E27FC236}">
                  <a16:creationId xmlns:a16="http://schemas.microsoft.com/office/drawing/2014/main" id="{4B38E24A-FCBA-42C5-99EE-B4285B5780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72125" y="2122170"/>
              <a:ext cx="114300" cy="24003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6" name="output-state.1">
              <a:extLst xmlns:a="http://schemas.openxmlformats.org/drawingml/2006/main">
                <a:ext uri="{FF2B5EF4-FFF2-40B4-BE49-F238E27FC236}">
                  <a16:creationId xmlns:a16="http://schemas.microsoft.com/office/drawing/2014/main" id="{ADD4300B-7130-474D-A6FD-97976B7F72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7" name="output-state.1.value">
              <a:extLst xmlns:a="http://schemas.openxmlformats.org/drawingml/2006/main">
                <a:ext uri="{FF2B5EF4-FFF2-40B4-BE49-F238E27FC236}">
                  <a16:creationId xmlns:a16="http://schemas.microsoft.com/office/drawing/2014/main" id="{1F3838DE-30D7-4919-961B-48BD89AF0B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475" y="2139315"/>
              <a:ext cx="114300" cy="22288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8" name="output-state.2">
              <a:extLst xmlns:a="http://schemas.openxmlformats.org/drawingml/2006/main">
                <a:ext uri="{FF2B5EF4-FFF2-40B4-BE49-F238E27FC236}">
                  <a16:creationId xmlns:a16="http://schemas.microsoft.com/office/drawing/2014/main" id="{81D99CB2-3056-4106-A360-6E74853959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79" name="output-state.2.value">
              <a:extLst xmlns:a="http://schemas.openxmlformats.org/drawingml/2006/main">
                <a:ext uri="{FF2B5EF4-FFF2-40B4-BE49-F238E27FC236}">
                  <a16:creationId xmlns:a16="http://schemas.microsoft.com/office/drawing/2014/main" id="{C50200D3-7A0D-46CD-B0F4-61F2285361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8825" y="2115312"/>
              <a:ext cx="114300" cy="24688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0" name="output-state.3">
              <a:extLst xmlns:a="http://schemas.openxmlformats.org/drawingml/2006/main">
                <a:ext uri="{FF2B5EF4-FFF2-40B4-BE49-F238E27FC236}">
                  <a16:creationId xmlns:a16="http://schemas.microsoft.com/office/drawing/2014/main" id="{A07C71AF-5D84-44A0-9A30-E78666012A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2019300"/>
              <a:ext cx="114300" cy="342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81" name="output-state.3.value">
              <a:extLst xmlns:a="http://schemas.openxmlformats.org/drawingml/2006/main">
                <a:ext uri="{FF2B5EF4-FFF2-40B4-BE49-F238E27FC236}">
                  <a16:creationId xmlns:a16="http://schemas.microsoft.com/office/drawing/2014/main" id="{0CB1A909-9972-4343-B6B1-061E64EA2E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2175" y="2129028"/>
              <a:ext cx="114300" cy="233172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cxnSp>
        <p:nvCxnSpPr>
          <p:cNvPr id="171" name="e0"/>
          <p:cNvCxnSpPr>
            <a:stCxn xmlns:a="http://schemas.openxmlformats.org/drawingml/2006/main" id="61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838200" y="2709863"/>
            <a:ext cx="942975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72" name="e1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2600325" y="27146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73" name="e2"/>
          <p:cNvCxnSpPr>
            <a:stCxn xmlns:a="http://schemas.openxmlformats.org/drawingml/2006/main" id="71" idx="3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3781425" y="2371725"/>
            <a:ext cx="657225" cy="342900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74" name="e3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600575" y="2209800"/>
            <a:ext cx="942975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175" name="residual"/>
          <p:cNvCxnSpPr>
            <a:stCxn xmlns:a="http://schemas.openxmlformats.org/drawingml/2006/main" id="61" idx="0"/>
            <a:endCxn xmlns:a="http://schemas.openxmlformats.org/drawingml/2006/main" id="72" idx="1"/>
          </p:cNvCxnSpPr>
          <p:nvPr/>
        </p:nvCxnSpPr>
        <p:spPr>
          <a:xfrm xmlns:a="http://schemas.openxmlformats.org/drawingml/2006/main" flipV="1">
            <a:off x="523875" y="2209800"/>
            <a:ext cx="3752850" cy="1428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2383">
            <a:solidFill>
              <a:srgbClr val="66737B"/>
            </a:solidFill>
            <a:prstDash val="dash"/>
            <a:tailEnd type="triangle" w="sm" len="sm"/>
          </a:ln>
        </p:spPr>
      </p:cxnSp>
      <p:sp>
        <p:nvSpPr>
          <p:cNvPr id="87" name="identity">
            <a:extLst xmlns:a="http://schemas.openxmlformats.org/drawingml/2006/main">
              <a:ext uri="{FF2B5EF4-FFF2-40B4-BE49-F238E27FC236}">
                <a16:creationId xmlns:a16="http://schemas.microsoft.com/office/drawing/2014/main" id="{0C46C891-3DBC-4D7A-B425-330E6F072A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1050" y="17430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88" name="recurrence">
            <a:extLst xmlns:a="http://schemas.openxmlformats.org/drawingml/2006/main">
              <a:ext uri="{FF2B5EF4-FFF2-40B4-BE49-F238E27FC236}">
                <a16:creationId xmlns:a16="http://schemas.microsoft.com/office/drawing/2014/main" id="{0E03467D-DD74-4996-A20C-D2A9393C09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85950" y="3038475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540"/>
                </a:solidFill>
                <a:latin typeface="Arial"/>
                <a:ea typeface="Arial"/>
                <a:cs typeface="Arial"/>
              </a:rPr>
              <a:t>hₜ₊₁ = hₜ + Mixθₜ(Norm(hₜ))</a:t>
            </a:r>
          </a:p>
        </p:txBody>
      </p:sp>
      <p:sp>
        <p:nvSpPr>
          <p:cNvPr id="89" name="disclosure">
            <a:extLst xmlns:a="http://schemas.openxmlformats.org/drawingml/2006/main">
              <a:ext uri="{FF2B5EF4-FFF2-40B4-BE49-F238E27FC236}">
                <a16:creationId xmlns:a16="http://schemas.microsoft.com/office/drawing/2014/main" id="{42E79156-02F3-4EF4-A364-CE5731B31B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Same block structure; separate parameters. State glyphs are schematic.</a:t>
            </a:r>
          </a:p>
        </p:txBody>
      </p:sp>
    </p:spTree>
    <p:extLst>
      <p:ext uri="{BB962C8B-B14F-4D97-AF65-F5344CB8AC3E}">
        <p14:creationId xmlns:p14="http://schemas.microsoft.com/office/powerpoint/2010/main" val="609275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2026-09-29T11:04:58.2800000Z</dcterms:created>
  <dcterms:modified xsi:type="dcterms:W3CDTF">2026-09-29T11:04:58.2800000Z</dcterms:modified>
</coreProperties>
</file>