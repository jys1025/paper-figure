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bad2c1cf345d2" /><Relationship Type="http://schemas.openxmlformats.org/officeDocument/2006/relationships/extended-properties" Target="/docProps/app.xml" Id="R37401470ef764a5e" /><Relationship Type="http://schemas.openxmlformats.org/officeDocument/2006/relationships/officeDocument" Target="/ppt/presentation.xml" Id="R9532e03f308f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4613838d04810"/>
  </p:sldMasterIdLst>
  <p:notesMasterIdLst>
    <p:notesMasterId xmlns:r="http://schemas.openxmlformats.org/officeDocument/2006/relationships" r:id="Rf57a3aa813cd43b5"/>
  </p:notesMasterIdLst>
  <p:sldIdLst>
    <p:sldId xmlns:r="http://schemas.openxmlformats.org/officeDocument/2006/relationships" id="256" r:id="R9c68cd61a89c4281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d6c456c75429c" /><Relationship Type="http://schemas.openxmlformats.org/officeDocument/2006/relationships/slideMaster" Target="/ppt/slideMasters/slideMaster1.xml" Id="R2cf4613838d04810" /><Relationship Type="http://schemas.openxmlformats.org/officeDocument/2006/relationships/notesMaster" Target="/ppt/notesMasters/notesMaster1.xml" Id="Rf57a3aa813cd43b5" /><Relationship Type="http://schemas.openxmlformats.org/officeDocument/2006/relationships/presProps" Target="/ppt/presProps.xml" Id="Ra9cb8de910e5415a" /><Relationship Type="http://schemas.openxmlformats.org/officeDocument/2006/relationships/tableStyles" Target="/ppt/tableStyles.xml" Id="R4084c44dfe274d84" /><Relationship Type="http://schemas.openxmlformats.org/officeDocument/2006/relationships/slide" Target="/ppt/slides/slide1.xml" Id="R9c68cd61a89c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189ab250c0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98e214edc440a" /><Relationship Type="http://schemas.openxmlformats.org/officeDocument/2006/relationships/notesMaster" Target="/ppt/notesMasters/notesMaster1.xml" Id="Rabe714134a6c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and inference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85b7f9bd8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f4986a9b1d41e7" /><Relationship Type="http://schemas.openxmlformats.org/officeDocument/2006/relationships/slideLayout" Target="/ppt/slideLayouts/slideLayout1.xml" Id="R75053ebd55ca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53ebd55ca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4f2a59a8849cc" /><Relationship Type="http://schemas.openxmlformats.org/officeDocument/2006/relationships/notesSlide" Target="/ppt/notesSlides/notesSlide1.xml" Id="R2211b035411f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train-heading">
            <a:extLst xmlns:a="http://schemas.openxmlformats.org/drawingml/2006/main">
              <a:ext uri="{FF2B5EF4-FFF2-40B4-BE49-F238E27FC236}">
                <a16:creationId xmlns:a16="http://schemas.microsoft.com/office/drawing/2014/main" id="{2D8472EF-C326-433A-B6B8-9CF36C0891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5250"/>
            <a:ext cx="6086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Training · supervision updates the parameters</a:t>
            </a:r>
          </a:p>
        </p:txBody>
      </p:sp>
      <p:sp>
        <p:nvSpPr>
          <p:cNvPr id="2" name="phase-divider">
            <a:extLst xmlns:a="http://schemas.openxmlformats.org/drawingml/2006/main">
              <a:ext uri="{FF2B5EF4-FFF2-40B4-BE49-F238E27FC236}">
                <a16:creationId xmlns:a16="http://schemas.microsoft.com/office/drawing/2014/main" id="{135A9A14-1274-4585-8DDB-0EEE6E5960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076450"/>
            <a:ext cx="6057900" cy="95"/>
          </a:xfrm>
          <a:custGeom xmlns:a="http://schemas.openxmlformats.org/drawingml/2006/main">
            <a:pathLst>
              <a:path w="6057900" h="9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3" name="train-x">
            <a:extLst xmlns:a="http://schemas.openxmlformats.org/drawingml/2006/main">
              <a:ext uri="{FF2B5EF4-FFF2-40B4-BE49-F238E27FC236}">
                <a16:creationId xmlns:a16="http://schemas.microsoft.com/office/drawing/2014/main" id="{E8895757-0F47-45EB-9D1D-B6F64654BC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025" y="581025"/>
            <a:ext cx="1085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Sample x</a:t>
            </a:r>
          </a:p>
        </p:txBody>
      </p:sp>
      <p:sp>
        <p:nvSpPr>
          <p:cNvPr id="4" name="training-sample.axis">
            <a:extLst xmlns:a="http://schemas.openxmlformats.org/drawingml/2006/main">
              <a:ext uri="{FF2B5EF4-FFF2-40B4-BE49-F238E27FC236}">
                <a16:creationId xmlns:a16="http://schemas.microsoft.com/office/drawing/2014/main" id="{5A33462F-3A77-40F7-8529-99431ED20C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1114425"/>
            <a:ext cx="952500" cy="95"/>
          </a:xfrm>
          <a:custGeom xmlns:a="http://schemas.openxmlformats.org/drawingml/2006/main"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5" name="training-sample.err0">
            <a:extLst xmlns:a="http://schemas.openxmlformats.org/drawingml/2006/main">
              <a:ext uri="{FF2B5EF4-FFF2-40B4-BE49-F238E27FC236}">
                <a16:creationId xmlns:a16="http://schemas.microsoft.com/office/drawing/2014/main" id="{C13F15E4-AA5B-48EE-B3E3-78D741B2AB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850773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" name="training-sample.p0">
            <a:extLst xmlns:a="http://schemas.openxmlformats.org/drawingml/2006/main">
              <a:ext uri="{FF2B5EF4-FFF2-40B4-BE49-F238E27FC236}">
                <a16:creationId xmlns:a16="http://schemas.microsoft.com/office/drawing/2014/main" id="{DDB17434-2B8E-4116-95D5-6067D0806C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" y="87934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training-sample.err1">
            <a:extLst xmlns:a="http://schemas.openxmlformats.org/drawingml/2006/main">
              <a:ext uri="{FF2B5EF4-FFF2-40B4-BE49-F238E27FC236}">
                <a16:creationId xmlns:a16="http://schemas.microsoft.com/office/drawing/2014/main" id="{36342885-B0B4-4D72-B9AE-20B8D7871C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" y="77514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8" name="training-sample.p1">
            <a:extLst xmlns:a="http://schemas.openxmlformats.org/drawingml/2006/main">
              <a:ext uri="{FF2B5EF4-FFF2-40B4-BE49-F238E27FC236}">
                <a16:creationId xmlns:a16="http://schemas.microsoft.com/office/drawing/2014/main" id="{B9638BDD-7EF2-46EF-80B5-F1CC4631B8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" y="8227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training-sample.err2">
            <a:extLst xmlns:a="http://schemas.openxmlformats.org/drawingml/2006/main">
              <a:ext uri="{FF2B5EF4-FFF2-40B4-BE49-F238E27FC236}">
                <a16:creationId xmlns:a16="http://schemas.microsoft.com/office/drawing/2014/main" id="{A3A8ED07-CA0F-49A1-BBAC-B31A100921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575" y="642938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0" name="training-sample.p2">
            <a:extLst xmlns:a="http://schemas.openxmlformats.org/drawingml/2006/main">
              <a:ext uri="{FF2B5EF4-FFF2-40B4-BE49-F238E27FC236}">
                <a16:creationId xmlns:a16="http://schemas.microsoft.com/office/drawing/2014/main" id="{12063DB5-9784-4647-BABF-0817358C08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25" y="70961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training-sample.err3">
            <a:extLst xmlns:a="http://schemas.openxmlformats.org/drawingml/2006/main">
              <a:ext uri="{FF2B5EF4-FFF2-40B4-BE49-F238E27FC236}">
                <a16:creationId xmlns:a16="http://schemas.microsoft.com/office/drawing/2014/main" id="{B789EDD4-85EE-4578-84E2-98A14A6377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711899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2" name="training-sample.p3">
            <a:extLst xmlns:a="http://schemas.openxmlformats.org/drawingml/2006/main">
              <a:ext uri="{FF2B5EF4-FFF2-40B4-BE49-F238E27FC236}">
                <a16:creationId xmlns:a16="http://schemas.microsoft.com/office/drawing/2014/main" id="{0AB0B7C4-9179-4029-B111-BC33E64CA6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150" y="7404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training-sample.err4">
            <a:extLst xmlns:a="http://schemas.openxmlformats.org/drawingml/2006/main">
              <a:ext uri="{FF2B5EF4-FFF2-40B4-BE49-F238E27FC236}">
                <a16:creationId xmlns:a16="http://schemas.microsoft.com/office/drawing/2014/main" id="{3A3786CE-6D75-4343-8BC3-C02B11DA46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125" y="87801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4" name="training-sample.p4">
            <a:extLst xmlns:a="http://schemas.openxmlformats.org/drawingml/2006/main">
              <a:ext uri="{FF2B5EF4-FFF2-40B4-BE49-F238E27FC236}">
                <a16:creationId xmlns:a16="http://schemas.microsoft.com/office/drawing/2014/main" id="{52FF7E51-17E2-4E70-994F-68A1416006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0075" y="9256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training-sample.err5">
            <a:extLst xmlns:a="http://schemas.openxmlformats.org/drawingml/2006/main">
              <a:ext uri="{FF2B5EF4-FFF2-40B4-BE49-F238E27FC236}">
                <a16:creationId xmlns:a16="http://schemas.microsoft.com/office/drawing/2014/main" id="{70611129-CDF4-40CC-B8D1-0AD7BC37D9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6750" y="936117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6" name="training-sample.p5">
            <a:extLst xmlns:a="http://schemas.openxmlformats.org/drawingml/2006/main">
              <a:ext uri="{FF2B5EF4-FFF2-40B4-BE49-F238E27FC236}">
                <a16:creationId xmlns:a16="http://schemas.microsoft.com/office/drawing/2014/main" id="{11629770-4804-4D70-9428-9594A9DC3B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7700" y="100279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training-sample.err6">
            <a:extLst xmlns:a="http://schemas.openxmlformats.org/drawingml/2006/main">
              <a:ext uri="{FF2B5EF4-FFF2-40B4-BE49-F238E27FC236}">
                <a16:creationId xmlns:a16="http://schemas.microsoft.com/office/drawing/2014/main" id="{1141D1CD-10D5-406C-9A04-C907E9422C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9625" y="86106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8" name="training-sample.p6">
            <a:extLst xmlns:a="http://schemas.openxmlformats.org/drawingml/2006/main">
              <a:ext uri="{FF2B5EF4-FFF2-40B4-BE49-F238E27FC236}">
                <a16:creationId xmlns:a16="http://schemas.microsoft.com/office/drawing/2014/main" id="{0EAD16F2-DABC-4A56-BDD6-1BBB22438B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0575" y="8896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training-sample.err7">
            <a:extLst xmlns:a="http://schemas.openxmlformats.org/drawingml/2006/main">
              <a:ext uri="{FF2B5EF4-FFF2-40B4-BE49-F238E27FC236}">
                <a16:creationId xmlns:a16="http://schemas.microsoft.com/office/drawing/2014/main" id="{72EE5248-A024-4FE8-976F-2C43FA2CA0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2500" y="682562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0" name="training-sample.p7">
            <a:extLst xmlns:a="http://schemas.openxmlformats.org/drawingml/2006/main">
              <a:ext uri="{FF2B5EF4-FFF2-40B4-BE49-F238E27FC236}">
                <a16:creationId xmlns:a16="http://schemas.microsoft.com/office/drawing/2014/main" id="{1970B74F-E807-4305-AC55-8708E9C312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7301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training-sample.err8">
            <a:extLst xmlns:a="http://schemas.openxmlformats.org/drawingml/2006/main">
              <a:ext uri="{FF2B5EF4-FFF2-40B4-BE49-F238E27FC236}">
                <a16:creationId xmlns:a16="http://schemas.microsoft.com/office/drawing/2014/main" id="{BFD71126-675E-44A7-9F86-16E6DE5703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9650" y="612077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2" name="training-sample.p8">
            <a:extLst xmlns:a="http://schemas.openxmlformats.org/drawingml/2006/main">
              <a:ext uri="{FF2B5EF4-FFF2-40B4-BE49-F238E27FC236}">
                <a16:creationId xmlns:a16="http://schemas.microsoft.com/office/drawing/2014/main" id="{4C3A4F5F-54D1-426F-850B-6DC7F3BAC0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6787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training-sample.err9">
            <a:extLst xmlns:a="http://schemas.openxmlformats.org/drawingml/2006/main">
              <a:ext uri="{FF2B5EF4-FFF2-40B4-BE49-F238E27FC236}">
                <a16:creationId xmlns:a16="http://schemas.microsoft.com/office/drawing/2014/main" id="{4BE2AA46-5116-42C0-A254-F9BF0A98DD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3475" y="74276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4" name="training-sample.p9">
            <a:extLst xmlns:a="http://schemas.openxmlformats.org/drawingml/2006/main">
              <a:ext uri="{FF2B5EF4-FFF2-40B4-BE49-F238E27FC236}">
                <a16:creationId xmlns:a16="http://schemas.microsoft.com/office/drawing/2014/main" id="{5243E167-5AC0-4F90-9E48-7CD22BC299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425" y="77133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training-sample.err10">
            <a:extLst xmlns:a="http://schemas.openxmlformats.org/drawingml/2006/main">
              <a:ext uri="{FF2B5EF4-FFF2-40B4-BE49-F238E27FC236}">
                <a16:creationId xmlns:a16="http://schemas.microsoft.com/office/drawing/2014/main" id="{B9C9F4CF-78A2-405B-BB04-5B6B9887DD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811149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6" name="training-sample.p10">
            <a:extLst xmlns:a="http://schemas.openxmlformats.org/drawingml/2006/main">
              <a:ext uri="{FF2B5EF4-FFF2-40B4-BE49-F238E27FC236}">
                <a16:creationId xmlns:a16="http://schemas.microsoft.com/office/drawing/2014/main" id="{7A98B451-DD9D-4D77-8537-B73086FA2C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0625" y="85877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train-model">
            <a:extLst xmlns:a="http://schemas.openxmlformats.org/drawingml/2006/main">
              <a:ext uri="{FF2B5EF4-FFF2-40B4-BE49-F238E27FC236}">
                <a16:creationId xmlns:a16="http://schemas.microsoft.com/office/drawing/2014/main" id="{C9D7BE0F-5860-4B71-8597-DA66176A7C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225" y="714375"/>
            <a:ext cx="12573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Model fθ</a:t>
            </a:r>
          </a:p>
        </p:txBody>
      </p:sp>
      <p:sp>
        <p:nvSpPr>
          <p:cNvPr id="28" name="loss">
            <a:extLst xmlns:a="http://schemas.openxmlformats.org/drawingml/2006/main">
              <a:ext uri="{FF2B5EF4-FFF2-40B4-BE49-F238E27FC236}">
                <a16:creationId xmlns:a16="http://schemas.microsoft.com/office/drawing/2014/main" id="{3995FEBB-CD5F-4744-8282-F43F23F1B1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57625" y="1438275"/>
            <a:ext cx="733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29" name="target">
            <a:extLst xmlns:a="http://schemas.openxmlformats.org/drawingml/2006/main">
              <a:ext uri="{FF2B5EF4-FFF2-40B4-BE49-F238E27FC236}">
                <a16:creationId xmlns:a16="http://schemas.microsoft.com/office/drawing/2014/main" id="{AFE4BD7F-A37A-4F6A-AAF1-079F586F0B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38725" y="990600"/>
            <a:ext cx="1181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Target y</a:t>
            </a:r>
          </a:p>
        </p:txBody>
      </p:sp>
      <p:sp>
        <p:nvSpPr>
          <p:cNvPr id="30" name="target-values.axis">
            <a:extLst xmlns:a="http://schemas.openxmlformats.org/drawingml/2006/main">
              <a:ext uri="{FF2B5EF4-FFF2-40B4-BE49-F238E27FC236}">
                <a16:creationId xmlns:a16="http://schemas.microsoft.com/office/drawing/2014/main" id="{C5CDF6B4-28FB-4347-AE0D-876DC8AD9A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14925" y="1533525"/>
            <a:ext cx="1028700" cy="95"/>
          </a:xfrm>
          <a:custGeom xmlns:a="http://schemas.openxmlformats.org/drawingml/2006/main">
            <a:pathLst>
              <a:path w="1028700" h="9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31" name="target-values.curve">
            <a:extLst xmlns:a="http://schemas.openxmlformats.org/drawingml/2006/main">
              <a:ext uri="{FF2B5EF4-FFF2-40B4-BE49-F238E27FC236}">
                <a16:creationId xmlns:a16="http://schemas.microsoft.com/office/drawing/2014/main" id="{2F0A1E43-8425-4AF9-8048-6F82DBBF09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14925" y="1140047"/>
            <a:ext cx="1028700" cy="306038"/>
          </a:xfrm>
          <a:custGeom xmlns:a="http://schemas.openxmlformats.org/drawingml/2006/main">
            <a:pathLst>
              <a:path w="1028700" h="306038">
                <a:moveTo>
                  <a:pt x="0" y="189452"/>
                </a:moveTo>
                <a:lnTo>
                  <a:pt x="102870" y="136017"/>
                </a:lnTo>
                <a:lnTo>
                  <a:pt x="205740" y="29147"/>
                </a:lnTo>
                <a:lnTo>
                  <a:pt x="308610" y="58293"/>
                </a:lnTo>
                <a:lnTo>
                  <a:pt x="411480" y="233172"/>
                </a:lnTo>
                <a:lnTo>
                  <a:pt x="514350" y="306038"/>
                </a:lnTo>
                <a:lnTo>
                  <a:pt x="617220" y="199168"/>
                </a:lnTo>
                <a:lnTo>
                  <a:pt x="720090" y="48577"/>
                </a:lnTo>
                <a:lnTo>
                  <a:pt x="822960" y="0"/>
                </a:lnTo>
                <a:lnTo>
                  <a:pt x="925830" y="87440"/>
                </a:lnTo>
                <a:lnTo>
                  <a:pt x="1028700" y="17002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D7854"/>
            </a:solidFill>
            <a:prstDash val="solid"/>
          </a:ln>
        </p:spPr>
      </p:sp>
      <p:sp>
        <p:nvSpPr>
          <p:cNvPr id="32" name="target-values.p0">
            <a:extLst xmlns:a="http://schemas.openxmlformats.org/drawingml/2006/main">
              <a:ext uri="{FF2B5EF4-FFF2-40B4-BE49-F238E27FC236}">
                <a16:creationId xmlns:a16="http://schemas.microsoft.com/office/drawing/2014/main" id="{8907C87D-FE94-4367-88D0-31F5227796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5875" y="131044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target-values.p1">
            <a:extLst xmlns:a="http://schemas.openxmlformats.org/drawingml/2006/main">
              <a:ext uri="{FF2B5EF4-FFF2-40B4-BE49-F238E27FC236}">
                <a16:creationId xmlns:a16="http://schemas.microsoft.com/office/drawing/2014/main" id="{93D7627C-0C5C-48FA-BB9E-1627E1ADB0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98745" y="125701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target-values.p2">
            <a:extLst xmlns:a="http://schemas.openxmlformats.org/drawingml/2006/main">
              <a:ext uri="{FF2B5EF4-FFF2-40B4-BE49-F238E27FC236}">
                <a16:creationId xmlns:a16="http://schemas.microsoft.com/office/drawing/2014/main" id="{D0F8BD82-5708-4140-8BCB-EE7B5D9751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01615" y="11501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target-values.p3">
            <a:extLst xmlns:a="http://schemas.openxmlformats.org/drawingml/2006/main">
              <a:ext uri="{FF2B5EF4-FFF2-40B4-BE49-F238E27FC236}">
                <a16:creationId xmlns:a16="http://schemas.microsoft.com/office/drawing/2014/main" id="{B971469C-E7FD-4C33-94B4-303A35E630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04485" y="117929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target-values.p4">
            <a:extLst xmlns:a="http://schemas.openxmlformats.org/drawingml/2006/main">
              <a:ext uri="{FF2B5EF4-FFF2-40B4-BE49-F238E27FC236}">
                <a16:creationId xmlns:a16="http://schemas.microsoft.com/office/drawing/2014/main" id="{8194CE4E-306A-449C-A973-ECD1348492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07355" y="13541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target-values.p5">
            <a:extLst xmlns:a="http://schemas.openxmlformats.org/drawingml/2006/main">
              <a:ext uri="{FF2B5EF4-FFF2-40B4-BE49-F238E27FC236}">
                <a16:creationId xmlns:a16="http://schemas.microsoft.com/office/drawing/2014/main" id="{1B674410-4BAE-4219-9FF0-0088B1E99A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0225" y="142703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target-values.p6">
            <a:extLst xmlns:a="http://schemas.openxmlformats.org/drawingml/2006/main">
              <a:ext uri="{FF2B5EF4-FFF2-40B4-BE49-F238E27FC236}">
                <a16:creationId xmlns:a16="http://schemas.microsoft.com/office/drawing/2014/main" id="{9B434154-EB76-4F06-8BBD-7F76802B94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3095" y="13201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target-values.p7">
            <a:extLst xmlns:a="http://schemas.openxmlformats.org/drawingml/2006/main">
              <a:ext uri="{FF2B5EF4-FFF2-40B4-BE49-F238E27FC236}">
                <a16:creationId xmlns:a16="http://schemas.microsoft.com/office/drawing/2014/main" id="{E079200D-E009-4507-95D5-3E582AB2DE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15965" y="11695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target-values.p8">
            <a:extLst xmlns:a="http://schemas.openxmlformats.org/drawingml/2006/main">
              <a:ext uri="{FF2B5EF4-FFF2-40B4-BE49-F238E27FC236}">
                <a16:creationId xmlns:a16="http://schemas.microsoft.com/office/drawing/2014/main" id="{228E02AC-4AFF-497E-BD31-0DD235184A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18835" y="112099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target-values.p9">
            <a:extLst xmlns:a="http://schemas.openxmlformats.org/drawingml/2006/main">
              <a:ext uri="{FF2B5EF4-FFF2-40B4-BE49-F238E27FC236}">
                <a16:creationId xmlns:a16="http://schemas.microsoft.com/office/drawing/2014/main" id="{519F3E72-8EA3-491A-A459-3B891F0B01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21705" y="120843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target-values.p10">
            <a:extLst xmlns:a="http://schemas.openxmlformats.org/drawingml/2006/main">
              <a:ext uri="{FF2B5EF4-FFF2-40B4-BE49-F238E27FC236}">
                <a16:creationId xmlns:a16="http://schemas.microsoft.com/office/drawing/2014/main" id="{6BF4B13A-91F7-4AF2-9120-F83C659062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24575" y="12910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cxnSp>
        <p:nvCxnSpPr>
          <p:cNvPr id="135" name="train-forward"/>
          <p:cNvCxnSpPr>
            <a:stCxn xmlns:a="http://schemas.openxmlformats.org/drawingml/2006/main" id="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1285875" y="1014413"/>
            <a:ext cx="5143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36" name="objective"/>
          <p:cNvCxnSpPr>
            <a:stCxn xmlns:a="http://schemas.openxmlformats.org/drawingml/2006/main" id="27" idx="3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3057525" y="1014413"/>
            <a:ext cx="1166813" cy="423863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37" name="supervision"/>
          <p:cNvCxnSpPr>
            <a:stCxn xmlns:a="http://schemas.openxmlformats.org/drawingml/2006/main" id="29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4591050" y="1457325"/>
            <a:ext cx="447675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BD7854"/>
            </a:solidFill>
            <a:prstDash val="solid"/>
            <a:tailEnd type="triangle" w="sm" len="sm"/>
          </a:ln>
        </p:spPr>
      </p:cxnSp>
      <p:cxnSp>
        <p:nvCxnSpPr>
          <p:cNvPr id="138" name="gradient"/>
          <p:cNvCxnSpPr>
            <a:stCxn xmlns:a="http://schemas.openxmlformats.org/drawingml/2006/main" id="28" idx="1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H="1" flipV="1">
            <a:off x="2428875" y="1314450"/>
            <a:ext cx="1428750" cy="342900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BD7854"/>
            </a:solidFill>
            <a:prstDash val="dash"/>
            <a:tailEnd type="triangle" w="sm" len="sm"/>
          </a:ln>
        </p:spPr>
      </p:cxnSp>
      <p:sp>
        <p:nvSpPr>
          <p:cNvPr id="47" name="update-label">
            <a:extLst xmlns:a="http://schemas.openxmlformats.org/drawingml/2006/main">
              <a:ext uri="{FF2B5EF4-FFF2-40B4-BE49-F238E27FC236}">
                <a16:creationId xmlns:a16="http://schemas.microsoft.com/office/drawing/2014/main" id="{EB8A4CFF-96E5-4DFC-A050-E94A935CCA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14650" y="18573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update θ</a:t>
            </a:r>
          </a:p>
        </p:txBody>
      </p:sp>
      <p:sp>
        <p:nvSpPr>
          <p:cNvPr id="48" name="infer-heading">
            <a:extLst xmlns:a="http://schemas.openxmlformats.org/drawingml/2006/main">
              <a:ext uri="{FF2B5EF4-FFF2-40B4-BE49-F238E27FC236}">
                <a16:creationId xmlns:a16="http://schemas.microsoft.com/office/drawing/2014/main" id="{895890F1-3374-44C1-98E2-007D60C16D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190750"/>
            <a:ext cx="6086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Inference · apply the learned mapping</a:t>
            </a:r>
          </a:p>
        </p:txBody>
      </p:sp>
      <p:sp>
        <p:nvSpPr>
          <p:cNvPr id="49" name="infer-x">
            <a:extLst xmlns:a="http://schemas.openxmlformats.org/drawingml/2006/main">
              <a:ext uri="{FF2B5EF4-FFF2-40B4-BE49-F238E27FC236}">
                <a16:creationId xmlns:a16="http://schemas.microsoft.com/office/drawing/2014/main" id="{BE8FB3F6-A1EF-4807-897D-75D5F1DD30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025" y="2571750"/>
            <a:ext cx="1085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New x</a:t>
            </a:r>
          </a:p>
        </p:txBody>
      </p:sp>
      <p:sp>
        <p:nvSpPr>
          <p:cNvPr id="50" name="new-sample.axis">
            <a:extLst xmlns:a="http://schemas.openxmlformats.org/drawingml/2006/main">
              <a:ext uri="{FF2B5EF4-FFF2-40B4-BE49-F238E27FC236}">
                <a16:creationId xmlns:a16="http://schemas.microsoft.com/office/drawing/2014/main" id="{F10652E0-815F-4F60-8CFA-46EDDD8300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3028950"/>
            <a:ext cx="952500" cy="95"/>
          </a:xfrm>
          <a:custGeom xmlns:a="http://schemas.openxmlformats.org/drawingml/2006/main"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51" name="new-sample.err0">
            <a:extLst xmlns:a="http://schemas.openxmlformats.org/drawingml/2006/main">
              <a:ext uri="{FF2B5EF4-FFF2-40B4-BE49-F238E27FC236}">
                <a16:creationId xmlns:a16="http://schemas.microsoft.com/office/drawing/2014/main" id="{BD0A0411-DB8E-4C68-9FD6-320185DA84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2793302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2" name="new-sample.p0">
            <a:extLst xmlns:a="http://schemas.openxmlformats.org/drawingml/2006/main">
              <a:ext uri="{FF2B5EF4-FFF2-40B4-BE49-F238E27FC236}">
                <a16:creationId xmlns:a16="http://schemas.microsoft.com/office/drawing/2014/main" id="{58EA7B59-1D90-4513-B785-428B419BE9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" y="282187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new-sample.err1">
            <a:extLst xmlns:a="http://schemas.openxmlformats.org/drawingml/2006/main">
              <a:ext uri="{FF2B5EF4-FFF2-40B4-BE49-F238E27FC236}">
                <a16:creationId xmlns:a16="http://schemas.microsoft.com/office/drawing/2014/main" id="{A0FAA5C9-10D6-4F33-A78B-3E366146C2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" y="2725007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4" name="new-sample.p1">
            <a:extLst xmlns:a="http://schemas.openxmlformats.org/drawingml/2006/main">
              <a:ext uri="{FF2B5EF4-FFF2-40B4-BE49-F238E27FC236}">
                <a16:creationId xmlns:a16="http://schemas.microsoft.com/office/drawing/2014/main" id="{611DED28-B739-4E6E-83A3-626D90CE9D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" y="277263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new-sample.err2">
            <a:extLst xmlns:a="http://schemas.openxmlformats.org/drawingml/2006/main">
              <a:ext uri="{FF2B5EF4-FFF2-40B4-BE49-F238E27FC236}">
                <a16:creationId xmlns:a16="http://schemas.microsoft.com/office/drawing/2014/main" id="{7281E851-5A18-41A1-AEAD-E1C502E29B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575" y="2607469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6" name="new-sample.p2">
            <a:extLst xmlns:a="http://schemas.openxmlformats.org/drawingml/2006/main">
              <a:ext uri="{FF2B5EF4-FFF2-40B4-BE49-F238E27FC236}">
                <a16:creationId xmlns:a16="http://schemas.microsoft.com/office/drawing/2014/main" id="{65337EE6-36CE-4CCF-9FD5-5BC17D6158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25" y="267414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new-sample.err3">
            <a:extLst xmlns:a="http://schemas.openxmlformats.org/drawingml/2006/main">
              <a:ext uri="{FF2B5EF4-FFF2-40B4-BE49-F238E27FC236}">
                <a16:creationId xmlns:a16="http://schemas.microsoft.com/office/drawing/2014/main" id="{F3342632-CC19-4553-8E9A-81F4DA099C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" y="2672429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8" name="new-sample.p3">
            <a:extLst xmlns:a="http://schemas.openxmlformats.org/drawingml/2006/main">
              <a:ext uri="{FF2B5EF4-FFF2-40B4-BE49-F238E27FC236}">
                <a16:creationId xmlns:a16="http://schemas.microsoft.com/office/drawing/2014/main" id="{201AE66E-8F05-4CC4-9CC5-13F375F4D2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150" y="270100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new-sample.err4">
            <a:extLst xmlns:a="http://schemas.openxmlformats.org/drawingml/2006/main">
              <a:ext uri="{FF2B5EF4-FFF2-40B4-BE49-F238E27FC236}">
                <a16:creationId xmlns:a16="http://schemas.microsoft.com/office/drawing/2014/main" id="{D0AA8C1A-DFCA-4DF5-8C79-3AFDE047AE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125" y="2814542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0" name="new-sample.p4">
            <a:extLst xmlns:a="http://schemas.openxmlformats.org/drawingml/2006/main">
              <a:ext uri="{FF2B5EF4-FFF2-40B4-BE49-F238E27FC236}">
                <a16:creationId xmlns:a16="http://schemas.microsoft.com/office/drawing/2014/main" id="{8F0E187B-985D-4D4B-8DB5-7677551321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0075" y="28621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1" name="new-sample.err5">
            <a:extLst xmlns:a="http://schemas.openxmlformats.org/drawingml/2006/main">
              <a:ext uri="{FF2B5EF4-FFF2-40B4-BE49-F238E27FC236}">
                <a16:creationId xmlns:a16="http://schemas.microsoft.com/office/drawing/2014/main" id="{648DB9D1-84FF-4092-AC48-8B2F93F3BD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6750" y="2862644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2" name="new-sample.p5">
            <a:extLst xmlns:a="http://schemas.openxmlformats.org/drawingml/2006/main">
              <a:ext uri="{FF2B5EF4-FFF2-40B4-BE49-F238E27FC236}">
                <a16:creationId xmlns:a16="http://schemas.microsoft.com/office/drawing/2014/main" id="{F3A364CB-1FD1-4DB5-BE37-262D979C3E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7700" y="29293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new-sample.err6">
            <a:extLst xmlns:a="http://schemas.openxmlformats.org/drawingml/2006/main">
              <a:ext uri="{FF2B5EF4-FFF2-40B4-BE49-F238E27FC236}">
                <a16:creationId xmlns:a16="http://schemas.microsoft.com/office/drawing/2014/main" id="{5978E841-F91C-4473-8E23-88A57F7FE6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9625" y="280225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4" name="new-sample.p6">
            <a:extLst xmlns:a="http://schemas.openxmlformats.org/drawingml/2006/main">
              <a:ext uri="{FF2B5EF4-FFF2-40B4-BE49-F238E27FC236}">
                <a16:creationId xmlns:a16="http://schemas.microsoft.com/office/drawing/2014/main" id="{4A672420-10F6-480C-AF4A-962AFF01E8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0575" y="28308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new-sample.err7">
            <a:extLst xmlns:a="http://schemas.openxmlformats.org/drawingml/2006/main">
              <a:ext uri="{FF2B5EF4-FFF2-40B4-BE49-F238E27FC236}">
                <a16:creationId xmlns:a16="http://schemas.microsoft.com/office/drawing/2014/main" id="{244186BB-4D3E-4F76-A134-DB63B092D2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2500" y="2644426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6" name="new-sample.p7">
            <a:extLst xmlns:a="http://schemas.openxmlformats.org/drawingml/2006/main">
              <a:ext uri="{FF2B5EF4-FFF2-40B4-BE49-F238E27FC236}">
                <a16:creationId xmlns:a16="http://schemas.microsoft.com/office/drawing/2014/main" id="{29156291-FDB3-4F76-A857-A8B8A52145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26920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new-sample.err8">
            <a:extLst xmlns:a="http://schemas.openxmlformats.org/drawingml/2006/main">
              <a:ext uri="{FF2B5EF4-FFF2-40B4-BE49-F238E27FC236}">
                <a16:creationId xmlns:a16="http://schemas.microsoft.com/office/drawing/2014/main" id="{7B6F7E2E-6C39-49C6-9E4E-B89CBFB38B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9650" y="2580608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68" name="new-sample.p8">
            <a:extLst xmlns:a="http://schemas.openxmlformats.org/drawingml/2006/main">
              <a:ext uri="{FF2B5EF4-FFF2-40B4-BE49-F238E27FC236}">
                <a16:creationId xmlns:a16="http://schemas.microsoft.com/office/drawing/2014/main" id="{0625755C-F1FF-4EA6-BF9D-069877B8EC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264728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new-sample.err9">
            <a:extLst xmlns:a="http://schemas.openxmlformats.org/drawingml/2006/main">
              <a:ext uri="{FF2B5EF4-FFF2-40B4-BE49-F238E27FC236}">
                <a16:creationId xmlns:a16="http://schemas.microsoft.com/office/drawing/2014/main" id="{5FFE5A10-BE60-489F-BB4C-21D9A463D3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3475" y="269929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70" name="new-sample.p9">
            <a:extLst xmlns:a="http://schemas.openxmlformats.org/drawingml/2006/main">
              <a:ext uri="{FF2B5EF4-FFF2-40B4-BE49-F238E27FC236}">
                <a16:creationId xmlns:a16="http://schemas.microsoft.com/office/drawing/2014/main" id="{53A3A893-EB2A-4BA8-90B6-9C38BCDCA1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425" y="272786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new-sample.err10">
            <a:extLst xmlns:a="http://schemas.openxmlformats.org/drawingml/2006/main">
              <a:ext uri="{FF2B5EF4-FFF2-40B4-BE49-F238E27FC236}">
                <a16:creationId xmlns:a16="http://schemas.microsoft.com/office/drawing/2014/main" id="{85A41BC7-0F63-4D14-9FB4-450F813B82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275634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72" name="new-sample.p10">
            <a:extLst xmlns:a="http://schemas.openxmlformats.org/drawingml/2006/main">
              <a:ext uri="{FF2B5EF4-FFF2-40B4-BE49-F238E27FC236}">
                <a16:creationId xmlns:a16="http://schemas.microsoft.com/office/drawing/2014/main" id="{482D415D-E79C-400A-8CB5-3D42B1D206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0625" y="280397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3" name="infer-model">
            <a:extLst xmlns:a="http://schemas.openxmlformats.org/drawingml/2006/main">
              <a:ext uri="{FF2B5EF4-FFF2-40B4-BE49-F238E27FC236}">
                <a16:creationId xmlns:a16="http://schemas.microsoft.com/office/drawing/2014/main" id="{4A590CC3-2384-4F59-8DB0-69CDB1FFF4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225" y="267652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Model fθ</a:t>
            </a:r>
          </a:p>
        </p:txBody>
      </p:sp>
      <p:sp>
        <p:nvSpPr>
          <p:cNvPr id="74" name="prediction">
            <a:extLst xmlns:a="http://schemas.openxmlformats.org/drawingml/2006/main">
              <a:ext uri="{FF2B5EF4-FFF2-40B4-BE49-F238E27FC236}">
                <a16:creationId xmlns:a16="http://schemas.microsoft.com/office/drawing/2014/main" id="{3D90B193-71F5-464E-8B26-CEA33786F2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81525" y="2543175"/>
            <a:ext cx="16478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Prediction ŷ</a:t>
            </a:r>
          </a:p>
        </p:txBody>
      </p:sp>
      <p:sp>
        <p:nvSpPr>
          <p:cNvPr id="75" name="inference-pred.axis">
            <a:extLst xmlns:a="http://schemas.openxmlformats.org/drawingml/2006/main">
              <a:ext uri="{FF2B5EF4-FFF2-40B4-BE49-F238E27FC236}">
                <a16:creationId xmlns:a16="http://schemas.microsoft.com/office/drawing/2014/main" id="{3B96F663-FDFF-445B-AD8A-ED5924B7D3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3038475"/>
            <a:ext cx="1371600" cy="95"/>
          </a:xfrm>
          <a:custGeom xmlns:a="http://schemas.openxmlformats.org/drawingml/2006/main">
            <a:pathLst>
              <a:path w="1371600" h="9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76" name="inference-pred.band">
            <a:extLst xmlns:a="http://schemas.openxmlformats.org/drawingml/2006/main">
              <a:ext uri="{FF2B5EF4-FFF2-40B4-BE49-F238E27FC236}">
                <a16:creationId xmlns:a16="http://schemas.microsoft.com/office/drawing/2014/main" id="{C1E9CA7B-4461-4027-942E-11D514844E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2587847"/>
            <a:ext cx="1371600" cy="420338"/>
          </a:xfrm>
          <a:custGeom xmlns:a="http://schemas.openxmlformats.org/drawingml/2006/main">
            <a:pathLst>
              <a:path w="1371600" h="420338">
                <a:moveTo>
                  <a:pt x="0" y="189452"/>
                </a:moveTo>
                <a:lnTo>
                  <a:pt x="137160" y="136017"/>
                </a:lnTo>
                <a:lnTo>
                  <a:pt x="274320" y="29147"/>
                </a:lnTo>
                <a:lnTo>
                  <a:pt x="411480" y="58293"/>
                </a:lnTo>
                <a:lnTo>
                  <a:pt x="548640" y="233172"/>
                </a:lnTo>
                <a:lnTo>
                  <a:pt x="685800" y="306038"/>
                </a:lnTo>
                <a:lnTo>
                  <a:pt x="822960" y="199168"/>
                </a:lnTo>
                <a:lnTo>
                  <a:pt x="960120" y="48578"/>
                </a:lnTo>
                <a:lnTo>
                  <a:pt x="1097280" y="0"/>
                </a:lnTo>
                <a:lnTo>
                  <a:pt x="1234440" y="87440"/>
                </a:lnTo>
                <a:lnTo>
                  <a:pt x="1371600" y="170021"/>
                </a:lnTo>
                <a:lnTo>
                  <a:pt x="1371600" y="284321"/>
                </a:lnTo>
                <a:lnTo>
                  <a:pt x="1234440" y="201740"/>
                </a:lnTo>
                <a:lnTo>
                  <a:pt x="1097280" y="114300"/>
                </a:lnTo>
                <a:lnTo>
                  <a:pt x="960120" y="162878"/>
                </a:lnTo>
                <a:lnTo>
                  <a:pt x="822960" y="313468"/>
                </a:lnTo>
                <a:lnTo>
                  <a:pt x="685800" y="420338"/>
                </a:lnTo>
                <a:lnTo>
                  <a:pt x="548640" y="347472"/>
                </a:lnTo>
                <a:lnTo>
                  <a:pt x="411480" y="172593"/>
                </a:lnTo>
                <a:lnTo>
                  <a:pt x="274320" y="143447"/>
                </a:lnTo>
                <a:lnTo>
                  <a:pt x="137160" y="250317"/>
                </a:lnTo>
                <a:lnTo>
                  <a:pt x="0" y="303752"/>
                </a:lnTo>
                <a:close/>
              </a:path>
            </a:pathLst>
          </a:cu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inference-pred.curve">
            <a:extLst xmlns:a="http://schemas.openxmlformats.org/drawingml/2006/main">
              <a:ext uri="{FF2B5EF4-FFF2-40B4-BE49-F238E27FC236}">
                <a16:creationId xmlns:a16="http://schemas.microsoft.com/office/drawing/2014/main" id="{152C94AB-41AA-496E-88CB-AFFA5A1982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2644997"/>
            <a:ext cx="1371600" cy="306038"/>
          </a:xfrm>
          <a:custGeom xmlns:a="http://schemas.openxmlformats.org/drawingml/2006/main">
            <a:pathLst>
              <a:path w="1371600" h="306038">
                <a:moveTo>
                  <a:pt x="0" y="189452"/>
                </a:moveTo>
                <a:lnTo>
                  <a:pt x="137160" y="136017"/>
                </a:lnTo>
                <a:lnTo>
                  <a:pt x="274320" y="29147"/>
                </a:lnTo>
                <a:lnTo>
                  <a:pt x="411480" y="58293"/>
                </a:lnTo>
                <a:lnTo>
                  <a:pt x="548640" y="233172"/>
                </a:lnTo>
                <a:lnTo>
                  <a:pt x="685800" y="306038"/>
                </a:lnTo>
                <a:lnTo>
                  <a:pt x="822960" y="199168"/>
                </a:lnTo>
                <a:lnTo>
                  <a:pt x="960120" y="48578"/>
                </a:lnTo>
                <a:lnTo>
                  <a:pt x="1097280" y="0"/>
                </a:lnTo>
                <a:lnTo>
                  <a:pt x="1234440" y="87440"/>
                </a:lnTo>
                <a:lnTo>
                  <a:pt x="1371600" y="17002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97665"/>
            </a:solidFill>
            <a:prstDash val="solid"/>
          </a:ln>
        </p:spPr>
      </p:sp>
      <p:sp>
        <p:nvSpPr>
          <p:cNvPr id="78" name="inference-pred.p0">
            <a:extLst xmlns:a="http://schemas.openxmlformats.org/drawingml/2006/main">
              <a:ext uri="{FF2B5EF4-FFF2-40B4-BE49-F238E27FC236}">
                <a16:creationId xmlns:a16="http://schemas.microsoft.com/office/drawing/2014/main" id="{97D24C75-DEFA-4AF9-8AA6-7A5AC2B5C3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95825" y="2815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inference-pred.p1">
            <a:extLst xmlns:a="http://schemas.openxmlformats.org/drawingml/2006/main">
              <a:ext uri="{FF2B5EF4-FFF2-40B4-BE49-F238E27FC236}">
                <a16:creationId xmlns:a16="http://schemas.microsoft.com/office/drawing/2014/main" id="{07B0F0D4-9FAE-42BA-A6EE-54E54C0ABB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32985" y="276196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0" name="inference-pred.p2">
            <a:extLst xmlns:a="http://schemas.openxmlformats.org/drawingml/2006/main">
              <a:ext uri="{FF2B5EF4-FFF2-40B4-BE49-F238E27FC236}">
                <a16:creationId xmlns:a16="http://schemas.microsoft.com/office/drawing/2014/main" id="{82593EB2-6E1D-4AEE-9DBC-246AAAA2D0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70145" y="265509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inference-pred.p3">
            <a:extLst xmlns:a="http://schemas.openxmlformats.org/drawingml/2006/main">
              <a:ext uri="{FF2B5EF4-FFF2-40B4-BE49-F238E27FC236}">
                <a16:creationId xmlns:a16="http://schemas.microsoft.com/office/drawing/2014/main" id="{02ABB145-B873-49AD-A5D2-E8B8A9C103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07305" y="268424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inference-pred.p4">
            <a:extLst xmlns:a="http://schemas.openxmlformats.org/drawingml/2006/main">
              <a:ext uri="{FF2B5EF4-FFF2-40B4-BE49-F238E27FC236}">
                <a16:creationId xmlns:a16="http://schemas.microsoft.com/office/drawing/2014/main" id="{541F05E8-2DA2-45FA-8F86-2B236E63D1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44465" y="285911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inference-pred.p5">
            <a:extLst xmlns:a="http://schemas.openxmlformats.org/drawingml/2006/main">
              <a:ext uri="{FF2B5EF4-FFF2-40B4-BE49-F238E27FC236}">
                <a16:creationId xmlns:a16="http://schemas.microsoft.com/office/drawing/2014/main" id="{55DDE940-6A03-405C-BC98-3D9117216D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81625" y="293198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inference-pred.p6">
            <a:extLst xmlns:a="http://schemas.openxmlformats.org/drawingml/2006/main">
              <a:ext uri="{FF2B5EF4-FFF2-40B4-BE49-F238E27FC236}">
                <a16:creationId xmlns:a16="http://schemas.microsoft.com/office/drawing/2014/main" id="{93B0DDC9-59F8-4975-B887-A97CAC8228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18785" y="282511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5" name="inference-pred.p7">
            <a:extLst xmlns:a="http://schemas.openxmlformats.org/drawingml/2006/main">
              <a:ext uri="{FF2B5EF4-FFF2-40B4-BE49-F238E27FC236}">
                <a16:creationId xmlns:a16="http://schemas.microsoft.com/office/drawing/2014/main" id="{4A5991B5-D99F-42D5-B48B-461FB70DA5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55945" y="2674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6" name="inference-pred.p8">
            <a:extLst xmlns:a="http://schemas.openxmlformats.org/drawingml/2006/main">
              <a:ext uri="{FF2B5EF4-FFF2-40B4-BE49-F238E27FC236}">
                <a16:creationId xmlns:a16="http://schemas.microsoft.com/office/drawing/2014/main" id="{B71CCF4D-856C-4730-8683-A01F179B02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93105" y="262594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7" name="inference-pred.p9">
            <a:extLst xmlns:a="http://schemas.openxmlformats.org/drawingml/2006/main">
              <a:ext uri="{FF2B5EF4-FFF2-40B4-BE49-F238E27FC236}">
                <a16:creationId xmlns:a16="http://schemas.microsoft.com/office/drawing/2014/main" id="{A6A0137C-6739-4D95-B3AE-8F61D00653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30265" y="27133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inference-pred.p10">
            <a:extLst xmlns:a="http://schemas.openxmlformats.org/drawingml/2006/main">
              <a:ext uri="{FF2B5EF4-FFF2-40B4-BE49-F238E27FC236}">
                <a16:creationId xmlns:a16="http://schemas.microsoft.com/office/drawing/2014/main" id="{8C2C3B25-6CDE-420A-A0F2-5BC9979BE3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67425" y="27959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cxnSp>
        <p:nvCxnSpPr>
          <p:cNvPr id="181" name="infer-forward"/>
          <p:cNvCxnSpPr>
            <a:stCxn xmlns:a="http://schemas.openxmlformats.org/drawingml/2006/main" id="49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 flipV="1">
            <a:off x="1285875" y="2947988"/>
            <a:ext cx="5143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82" name="infer-output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3057525" y="2947988"/>
            <a:ext cx="15240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91" name="fixed">
            <a:extLst xmlns:a="http://schemas.openxmlformats.org/drawingml/2006/main">
              <a:ext uri="{FF2B5EF4-FFF2-40B4-BE49-F238E27FC236}">
                <a16:creationId xmlns:a16="http://schemas.microsoft.com/office/drawing/2014/main" id="{D746A7CB-BF4E-4130-A274-6005F4E703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2600" y="32480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fixed parameters</a:t>
            </a:r>
          </a:p>
        </p:txBody>
      </p:sp>
      <p:sp>
        <p:nvSpPr>
          <p:cNvPr id="92" name="disclosure">
            <a:extLst xmlns:a="http://schemas.openxmlformats.org/drawingml/2006/main">
              <a:ext uri="{FF2B5EF4-FFF2-40B4-BE49-F238E27FC236}">
                <a16:creationId xmlns:a16="http://schemas.microsoft.com/office/drawing/2014/main" id="{AA47656C-85E8-400A-B561-0527238EAA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signals, not model outputs. Inference uses no target or parameter-update path.</a:t>
            </a:r>
          </a:p>
        </p:txBody>
      </p:sp>
    </p:spTree>
    <p:extLst>
      <p:ext uri="{BB962C8B-B14F-4D97-AF65-F5344CB8AC3E}">
        <p14:creationId xmlns:p14="http://schemas.microsoft.com/office/powerpoint/2010/main" val="795311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2026-09-29T11:05:03.0390000Z</dcterms:created>
  <dcterms:modified xsi:type="dcterms:W3CDTF">2026-09-29T11:05:03.0390000Z</dcterms:modified>
</coreProperties>
</file>