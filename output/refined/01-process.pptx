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d7b815f9c94bbd" /><Relationship Type="http://schemas.openxmlformats.org/officeDocument/2006/relationships/extended-properties" Target="/docProps/app.xml" Id="R14c8e1b38f1a4a1d" /><Relationship Type="http://schemas.openxmlformats.org/officeDocument/2006/relationships/officeDocument" Target="/ppt/presentation.xml" Id="R776c300083ad43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3681df92d24b12"/>
  </p:sldMasterIdLst>
  <p:notesMasterIdLst>
    <p:notesMasterId xmlns:r="http://schemas.openxmlformats.org/officeDocument/2006/relationships" r:id="Rec2486de7a2948a4"/>
  </p:notesMasterIdLst>
  <p:sldIdLst>
    <p:sldId xmlns:r="http://schemas.openxmlformats.org/officeDocument/2006/relationships" id="256" r:id="R00f7c23e51b84852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554b4647f3409c" /><Relationship Type="http://schemas.openxmlformats.org/officeDocument/2006/relationships/slideMaster" Target="/ppt/slideMasters/slideMaster1.xml" Id="R6a3681df92d24b12" /><Relationship Type="http://schemas.openxmlformats.org/officeDocument/2006/relationships/notesMaster" Target="/ppt/notesMasters/notesMaster1.xml" Id="Rec2486de7a2948a4" /><Relationship Type="http://schemas.openxmlformats.org/officeDocument/2006/relationships/presProps" Target="/ppt/presProps.xml" Id="Re553d43aaad44a23" /><Relationship Type="http://schemas.openxmlformats.org/officeDocument/2006/relationships/tableStyles" Target="/ppt/tableStyles.xml" Id="Rcaa471f601e94a31" /><Relationship Type="http://schemas.openxmlformats.org/officeDocument/2006/relationships/slide" Target="/ppt/slides/slide1.xml" Id="R00f7c23e51b848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e155a5331d41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ffe2e4beea43d0" /><Relationship Type="http://schemas.openxmlformats.org/officeDocument/2006/relationships/notesMaster" Target="/ppt/notesMasters/notesMaster1.xml" Id="R879cae6b44d541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Confidence-aware retrieval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a9fd4fe1b41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c7077870a041ae" /><Relationship Type="http://schemas.openxmlformats.org/officeDocument/2006/relationships/slideLayout" Target="/ppt/slideLayouts/slideLayout1.xml" Id="Rc25a025c9c0f47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5a025c9c0f47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5c028126248e9" /><Relationship Type="http://schemas.openxmlformats.org/officeDocument/2006/relationships/notesSlide" Target="/ppt/notesSlides/notesSlide1.xml" Id="Rc8ce67f322a749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heading">
            <a:extLst xmlns:a="http://schemas.openxmlformats.org/drawingml/2006/main">
              <a:ext uri="{FF2B5EF4-FFF2-40B4-BE49-F238E27FC236}">
                <a16:creationId xmlns:a16="http://schemas.microsoft.com/office/drawing/2014/main" id="{908EADF9-7B17-45D3-A204-5F64FBFBF1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Confidence-aware retrieval</a:t>
            </a:r>
          </a:p>
        </p:txBody>
      </p:sp>
      <p:sp>
        <p:nvSpPr>
          <p:cNvPr id="2" name="rerank-focus">
            <a:extLst xmlns:a="http://schemas.openxmlformats.org/drawingml/2006/main">
              <a:ext uri="{FF2B5EF4-FFF2-40B4-BE49-F238E27FC236}">
                <a16:creationId xmlns:a16="http://schemas.microsoft.com/office/drawing/2014/main" id="{B262261F-5293-4682-AC4E-41970C4FDF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76525" y="514350"/>
            <a:ext cx="16287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query">
            <a:extLst xmlns:a="http://schemas.openxmlformats.org/drawingml/2006/main">
              <a:ext uri="{FF2B5EF4-FFF2-40B4-BE49-F238E27FC236}">
                <a16:creationId xmlns:a16="http://schemas.microsoft.com/office/drawing/2014/main" id="{386C2691-98A3-4197-88AC-56A9A29FBA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942975"/>
            <a:ext cx="81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4" name="query-example">
            <a:extLst xmlns:a="http://schemas.openxmlformats.org/drawingml/2006/main">
              <a:ext uri="{FF2B5EF4-FFF2-40B4-BE49-F238E27FC236}">
                <a16:creationId xmlns:a16="http://schemas.microsoft.com/office/drawing/2014/main" id="{C34BA14F-4C4D-401A-BAEC-8D0A069745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66775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Which evidence</a:t>
            </a:r>
          </a:p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supports the claim?</a:t>
            </a:r>
          </a:p>
        </p:txBody>
      </p:sp>
      <p:sp>
        <p:nvSpPr>
          <p:cNvPr id="5" name="retrieve">
            <a:extLst xmlns:a="http://schemas.openxmlformats.org/drawingml/2006/main">
              <a:ext uri="{FF2B5EF4-FFF2-40B4-BE49-F238E27FC236}">
                <a16:creationId xmlns:a16="http://schemas.microsoft.com/office/drawing/2014/main" id="{EDAFFC15-C665-4859-AA07-DF04501605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7775" y="1114425"/>
            <a:ext cx="1066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6" name="rerank">
            <a:extLst xmlns:a="http://schemas.openxmlformats.org/drawingml/2006/main">
              <a:ext uri="{FF2B5EF4-FFF2-40B4-BE49-F238E27FC236}">
                <a16:creationId xmlns:a16="http://schemas.microsoft.com/office/drawing/2014/main" id="{22CCBC30-975D-4CF8-A924-D231E80C79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09875" y="1057275"/>
            <a:ext cx="13620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Rerank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FAC88869-0B8C-41DD-B8F9-24197DC1CE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14850" y="942975"/>
            <a:ext cx="8667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8" name="answer-snippet">
            <a:extLst xmlns:a="http://schemas.openxmlformats.org/drawingml/2006/main">
              <a:ext uri="{FF2B5EF4-FFF2-40B4-BE49-F238E27FC236}">
                <a16:creationId xmlns:a16="http://schemas.microsoft.com/office/drawing/2014/main" id="{95AFEB40-51FD-44FC-AA6C-29FBCE8D7C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14850" y="107632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Claim … [d₂]</a:t>
            </a:r>
          </a:p>
        </p:txBody>
      </p:sp>
      <p:sp>
        <p:nvSpPr>
          <p:cNvPr id="9" name="evidence">
            <a:extLst xmlns:a="http://schemas.openxmlformats.org/drawingml/2006/main">
              <a:ext uri="{FF2B5EF4-FFF2-40B4-BE49-F238E27FC236}">
                <a16:creationId xmlns:a16="http://schemas.microsoft.com/office/drawing/2014/main" id="{3C7F211E-CF32-4A3F-BF76-DFC9ACBB90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38800" y="942975"/>
            <a:ext cx="60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cxnSp>
        <p:nvCxnSpPr>
          <p:cNvPr id="65" name="e0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90600" y="1314450"/>
            <a:ext cx="2571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66" name="e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14575" y="1319213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67" name="e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171950" y="1314450"/>
            <a:ext cx="3429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68" name="e3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381625" y="131445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3947"/>
            </a:solidFill>
            <a:prstDash val="solid"/>
            <a:tailEnd type="triangle" w="sm" len="sm"/>
          </a:ln>
        </p:spPr>
      </p:cxnSp>
      <p:grpSp>
        <p:nvGrpSpPr>
          <p:cNvPr id="69" name="candidate-back"/>
          <p:cNvGrpSpPr/>
          <p:nvPr/>
        </p:nvGrpSpPr>
        <p:grpSpPr>
          <ns1:xfrm xmlns:ns1="http://schemas.openxmlformats.org/drawingml/2006/main">
            <ns1:off x="1514475" y="1857375"/>
            <ns1:ext cx="514350" cy="666750"/>
            <ns1:chOff x="1514475" y="1857375"/>
            <ns1:chExt cx="514350" cy="666750"/>
          </ns1:xfrm>
        </p:grpSpPr>
        <p:sp>
          <p:nvSpPr>
            <p:cNvPr id="14" name="candidate-back.sheet">
              <a:extLst xmlns:a="http://schemas.openxmlformats.org/drawingml/2006/main">
                <a:ext uri="{FF2B5EF4-FFF2-40B4-BE49-F238E27FC236}">
                  <a16:creationId xmlns:a16="http://schemas.microsoft.com/office/drawing/2014/main" id="{B6A1003C-7940-480B-B736-34EC7F7841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14475" y="1857375"/>
              <a:ext cx="514350" cy="666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7620">
              <a:solidFill>
                <a:srgbClr val="C6CED1"/>
              </a:solidFill>
              <a:prstDash val="solid"/>
            </a:ln>
          </p:spPr>
        </p:sp>
        <p:sp>
          <p:nvSpPr>
            <p:cNvPr id="15" name="candidate-back.line0">
              <a:extLst xmlns:a="http://schemas.openxmlformats.org/drawingml/2006/main">
                <a:ext uri="{FF2B5EF4-FFF2-40B4-BE49-F238E27FC236}">
                  <a16:creationId xmlns:a16="http://schemas.microsoft.com/office/drawing/2014/main" id="{C7487578-300A-4DA0-9BB3-69BD41B6BE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81150" y="2000250"/>
              <a:ext cx="381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" name="candidate-back.line1">
              <a:extLst xmlns:a="http://schemas.openxmlformats.org/drawingml/2006/main">
                <a:ext uri="{FF2B5EF4-FFF2-40B4-BE49-F238E27FC236}">
                  <a16:creationId xmlns:a16="http://schemas.microsoft.com/office/drawing/2014/main" id="{D28A5F0D-589B-4786-B4FB-8C70C13815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81150" y="2076450"/>
              <a:ext cx="3143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candidate-back.line2">
              <a:extLst xmlns:a="http://schemas.openxmlformats.org/drawingml/2006/main">
                <a:ext uri="{FF2B5EF4-FFF2-40B4-BE49-F238E27FC236}">
                  <a16:creationId xmlns:a16="http://schemas.microsoft.com/office/drawing/2014/main" id="{87D5842C-4C5E-4BBD-846D-EB8863EB1E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81150" y="2152650"/>
              <a:ext cx="381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candidate-back.line3">
              <a:extLst xmlns:a="http://schemas.openxmlformats.org/drawingml/2006/main">
                <a:ext uri="{FF2B5EF4-FFF2-40B4-BE49-F238E27FC236}">
                  <a16:creationId xmlns:a16="http://schemas.microsoft.com/office/drawing/2014/main" id="{E5DE8858-BF33-4ED2-8FEB-2AE923F3BAA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81150" y="2228850"/>
              <a:ext cx="3143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candidate-back.tag">
              <a:extLst xmlns:a="http://schemas.openxmlformats.org/drawingml/2006/main">
                <a:ext uri="{FF2B5EF4-FFF2-40B4-BE49-F238E27FC236}">
                  <a16:creationId xmlns:a16="http://schemas.microsoft.com/office/drawing/2014/main" id="{15F9F419-F69A-43A1-A50A-AFE6793841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52575" y="1866900"/>
              <a:ext cx="43815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dₖ</a:t>
              </a:r>
            </a:p>
          </p:txBody>
        </p:sp>
      </p:grpSp>
      <p:grpSp>
        <p:nvGrpSpPr>
          <p:cNvPr id="70" name="candidate-mid"/>
          <p:cNvGrpSpPr/>
          <p:nvPr/>
        </p:nvGrpSpPr>
        <p:grpSpPr>
          <ns1:xfrm xmlns:ns1="http://schemas.openxmlformats.org/drawingml/2006/main">
            <ns1:off x="1419225" y="1914525"/>
            <ns1:ext cx="514350" cy="666750"/>
            <ns1:chOff x="1419225" y="1914525"/>
            <ns1:chExt cx="514350" cy="666750"/>
          </ns1:xfrm>
        </p:grpSpPr>
        <p:sp>
          <p:nvSpPr>
            <p:cNvPr id="20" name="candidate-mid.sheet">
              <a:extLst xmlns:a="http://schemas.openxmlformats.org/drawingml/2006/main">
                <a:ext uri="{FF2B5EF4-FFF2-40B4-BE49-F238E27FC236}">
                  <a16:creationId xmlns:a16="http://schemas.microsoft.com/office/drawing/2014/main" id="{C304C8D3-9FBF-4BCC-A6A6-C7550B9322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19225" y="1914525"/>
              <a:ext cx="514350" cy="666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7620">
              <a:solidFill>
                <a:srgbClr val="C6CED1"/>
              </a:solidFill>
              <a:prstDash val="solid"/>
            </a:ln>
          </p:spPr>
        </p:sp>
        <p:sp>
          <p:nvSpPr>
            <p:cNvPr id="21" name="candidate-mid.line0">
              <a:extLst xmlns:a="http://schemas.openxmlformats.org/drawingml/2006/main">
                <a:ext uri="{FF2B5EF4-FFF2-40B4-BE49-F238E27FC236}">
                  <a16:creationId xmlns:a16="http://schemas.microsoft.com/office/drawing/2014/main" id="{BF305159-010F-4015-8525-84789B5506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5900" y="2057400"/>
              <a:ext cx="381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" name="candidate-mid.line1">
              <a:extLst xmlns:a="http://schemas.openxmlformats.org/drawingml/2006/main">
                <a:ext uri="{FF2B5EF4-FFF2-40B4-BE49-F238E27FC236}">
                  <a16:creationId xmlns:a16="http://schemas.microsoft.com/office/drawing/2014/main" id="{FC921CDB-8832-408A-B707-CB1DDBBE31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5900" y="2133600"/>
              <a:ext cx="3143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" name="candidate-mid.line2">
              <a:extLst xmlns:a="http://schemas.openxmlformats.org/drawingml/2006/main">
                <a:ext uri="{FF2B5EF4-FFF2-40B4-BE49-F238E27FC236}">
                  <a16:creationId xmlns:a16="http://schemas.microsoft.com/office/drawing/2014/main" id="{4750F26E-E067-4B32-8F02-5A011F7CC8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5900" y="2209800"/>
              <a:ext cx="381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" name="candidate-mid.line3">
              <a:extLst xmlns:a="http://schemas.openxmlformats.org/drawingml/2006/main">
                <a:ext uri="{FF2B5EF4-FFF2-40B4-BE49-F238E27FC236}">
                  <a16:creationId xmlns:a16="http://schemas.microsoft.com/office/drawing/2014/main" id="{518A1493-FD6E-48BD-94FC-A05524F6D6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5900" y="2286000"/>
              <a:ext cx="3143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" name="candidate-mid.tag">
              <a:extLst xmlns:a="http://schemas.openxmlformats.org/drawingml/2006/main">
                <a:ext uri="{FF2B5EF4-FFF2-40B4-BE49-F238E27FC236}">
                  <a16:creationId xmlns:a16="http://schemas.microsoft.com/office/drawing/2014/main" id="{22899EC8-8D63-4A18-AB0F-3BD8915C33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7325" y="1924050"/>
              <a:ext cx="43815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d₂</a:t>
              </a:r>
            </a:p>
          </p:txBody>
        </p:sp>
      </p:grpSp>
      <p:grpSp>
        <p:nvGrpSpPr>
          <p:cNvPr id="71" name="candidate-front"/>
          <p:cNvGrpSpPr/>
          <p:nvPr/>
        </p:nvGrpSpPr>
        <p:grpSpPr>
          <ns1:xfrm xmlns:ns1="http://schemas.openxmlformats.org/drawingml/2006/main">
            <ns1:off x="1323975" y="1971675"/>
            <ns1:ext cx="514350" cy="666750"/>
            <ns1:chOff x="1323975" y="1971675"/>
            <ns1:chExt cx="514350" cy="666750"/>
          </ns1:xfrm>
        </p:grpSpPr>
        <p:sp>
          <p:nvSpPr>
            <p:cNvPr id="26" name="candidate-front.sheet">
              <a:extLst xmlns:a="http://schemas.openxmlformats.org/drawingml/2006/main">
                <a:ext uri="{FF2B5EF4-FFF2-40B4-BE49-F238E27FC236}">
                  <a16:creationId xmlns:a16="http://schemas.microsoft.com/office/drawing/2014/main" id="{F8A8C8D1-0B0B-44D1-9B1A-8B20562EDAF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3975" y="1971675"/>
              <a:ext cx="514350" cy="666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7620">
              <a:solidFill>
                <a:srgbClr val="C6CED1"/>
              </a:solidFill>
              <a:prstDash val="solid"/>
            </a:ln>
          </p:spPr>
        </p:sp>
        <p:sp>
          <p:nvSpPr>
            <p:cNvPr id="27" name="candidate-front.line0">
              <a:extLst xmlns:a="http://schemas.openxmlformats.org/drawingml/2006/main">
                <a:ext uri="{FF2B5EF4-FFF2-40B4-BE49-F238E27FC236}">
                  <a16:creationId xmlns:a16="http://schemas.microsoft.com/office/drawing/2014/main" id="{46226F3A-D798-488A-ABB1-1ACCFE62AA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2114550"/>
              <a:ext cx="381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" name="candidate-front.line1">
              <a:extLst xmlns:a="http://schemas.openxmlformats.org/drawingml/2006/main">
                <a:ext uri="{FF2B5EF4-FFF2-40B4-BE49-F238E27FC236}">
                  <a16:creationId xmlns:a16="http://schemas.microsoft.com/office/drawing/2014/main" id="{DD2762C3-E096-4876-8C13-3E29A36124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2190750"/>
              <a:ext cx="3143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" name="candidate-front.line2">
              <a:extLst xmlns:a="http://schemas.openxmlformats.org/drawingml/2006/main">
                <a:ext uri="{FF2B5EF4-FFF2-40B4-BE49-F238E27FC236}">
                  <a16:creationId xmlns:a16="http://schemas.microsoft.com/office/drawing/2014/main" id="{9C20E046-331D-44C6-9C43-DBAEDEBB82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2266950"/>
              <a:ext cx="381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" name="candidate-front.line3">
              <a:extLst xmlns:a="http://schemas.openxmlformats.org/drawingml/2006/main">
                <a:ext uri="{FF2B5EF4-FFF2-40B4-BE49-F238E27FC236}">
                  <a16:creationId xmlns:a16="http://schemas.microsoft.com/office/drawing/2014/main" id="{AE1B0FA9-CBE3-4FE4-9ECE-9D5D17DB3B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2343150"/>
              <a:ext cx="3143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" name="candidate-front.tag">
              <a:extLst xmlns:a="http://schemas.openxmlformats.org/drawingml/2006/main">
                <a:ext uri="{FF2B5EF4-FFF2-40B4-BE49-F238E27FC236}">
                  <a16:creationId xmlns:a16="http://schemas.microsoft.com/office/drawing/2014/main" id="{99292A8C-8288-4FD2-B47B-E7FF6FDDE5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2075" y="1981200"/>
              <a:ext cx="43815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d₁</a:t>
              </a:r>
            </a:p>
          </p:txBody>
        </p:sp>
      </p:grpSp>
      <p:sp>
        <p:nvSpPr>
          <p:cNvPr id="32" name="candidate-label">
            <a:extLst xmlns:a="http://schemas.openxmlformats.org/drawingml/2006/main">
              <a:ext uri="{FF2B5EF4-FFF2-40B4-BE49-F238E27FC236}">
                <a16:creationId xmlns:a16="http://schemas.microsoft.com/office/drawing/2014/main" id="{D8F05E8E-0F85-43B3-A5ED-046F12C69F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7775" y="2695575"/>
            <a:ext cx="1066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k candidates</a:t>
            </a:r>
          </a:p>
        </p:txBody>
      </p:sp>
      <p:sp>
        <p:nvSpPr>
          <p:cNvPr id="33" name="score-cols">
            <a:extLst xmlns:a="http://schemas.openxmlformats.org/drawingml/2006/main">
              <a:ext uri="{FF2B5EF4-FFF2-40B4-BE49-F238E27FC236}">
                <a16:creationId xmlns:a16="http://schemas.microsoft.com/office/drawing/2014/main" id="{828E7A1A-2DC1-447F-8AC6-0ECFA68F31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71775" y="17049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relevance r   confidence c</a:t>
            </a:r>
          </a:p>
        </p:txBody>
      </p:sp>
      <p:sp>
        <p:nvSpPr>
          <p:cNvPr id="34" name="rank-row0">
            <a:extLst xmlns:a="http://schemas.openxmlformats.org/drawingml/2006/main">
              <a:ext uri="{FF2B5EF4-FFF2-40B4-BE49-F238E27FC236}">
                <a16:creationId xmlns:a16="http://schemas.microsoft.com/office/drawing/2014/main" id="{3854F5F0-D771-45C6-8D58-BE4F641157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0" y="1971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d₁</a:t>
            </a:r>
          </a:p>
        </p:txBody>
      </p:sp>
      <p:sp>
        <p:nvSpPr>
          <p:cNvPr id="35" name="r0">
            <a:extLst xmlns:a="http://schemas.openxmlformats.org/drawingml/2006/main">
              <a:ext uri="{FF2B5EF4-FFF2-40B4-BE49-F238E27FC236}">
                <a16:creationId xmlns:a16="http://schemas.microsoft.com/office/drawing/2014/main" id="{14B6AC25-50B0-4C5D-85A0-53F41D36E3E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62300" y="2038350"/>
            <a:ext cx="2571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c0">
            <a:extLst xmlns:a="http://schemas.openxmlformats.org/drawingml/2006/main">
              <a:ext uri="{FF2B5EF4-FFF2-40B4-BE49-F238E27FC236}">
                <a16:creationId xmlns:a16="http://schemas.microsoft.com/office/drawing/2014/main" id="{609C560E-6BFA-47D2-8B0E-493051F187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05225" y="2038350"/>
            <a:ext cx="323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rank-row1">
            <a:extLst xmlns:a="http://schemas.openxmlformats.org/drawingml/2006/main">
              <a:ext uri="{FF2B5EF4-FFF2-40B4-BE49-F238E27FC236}">
                <a16:creationId xmlns:a16="http://schemas.microsoft.com/office/drawing/2014/main" id="{DEDFCCEA-11F2-4D28-836E-41118B885B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0" y="2228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d₂</a:t>
            </a:r>
          </a:p>
        </p:txBody>
      </p:sp>
      <p:sp>
        <p:nvSpPr>
          <p:cNvPr id="38" name="r1">
            <a:extLst xmlns:a="http://schemas.openxmlformats.org/drawingml/2006/main">
              <a:ext uri="{FF2B5EF4-FFF2-40B4-BE49-F238E27FC236}">
                <a16:creationId xmlns:a16="http://schemas.microsoft.com/office/drawing/2014/main" id="{26C93268-0C32-4B64-8F91-D93126DD52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62300" y="2295525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c1">
            <a:extLst xmlns:a="http://schemas.openxmlformats.org/drawingml/2006/main">
              <a:ext uri="{FF2B5EF4-FFF2-40B4-BE49-F238E27FC236}">
                <a16:creationId xmlns:a16="http://schemas.microsoft.com/office/drawing/2014/main" id="{A7F364FD-88BA-4A26-96AD-3AFB0CF872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05225" y="2295525"/>
            <a:ext cx="2190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rank-row2">
            <a:extLst xmlns:a="http://schemas.openxmlformats.org/drawingml/2006/main">
              <a:ext uri="{FF2B5EF4-FFF2-40B4-BE49-F238E27FC236}">
                <a16:creationId xmlns:a16="http://schemas.microsoft.com/office/drawing/2014/main" id="{D10027FB-6D8A-4254-B822-724641D917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0" y="24860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dₖ</a:t>
            </a:r>
          </a:p>
        </p:txBody>
      </p:sp>
      <p:sp>
        <p:nvSpPr>
          <p:cNvPr id="41" name="r2">
            <a:extLst xmlns:a="http://schemas.openxmlformats.org/drawingml/2006/main">
              <a:ext uri="{FF2B5EF4-FFF2-40B4-BE49-F238E27FC236}">
                <a16:creationId xmlns:a16="http://schemas.microsoft.com/office/drawing/2014/main" id="{F747E812-40A8-4EDF-B5C2-05FDA25E2E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62300" y="2552700"/>
            <a:ext cx="15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c2">
            <a:extLst xmlns:a="http://schemas.openxmlformats.org/drawingml/2006/main">
              <a:ext uri="{FF2B5EF4-FFF2-40B4-BE49-F238E27FC236}">
                <a16:creationId xmlns:a16="http://schemas.microsoft.com/office/drawing/2014/main" id="{CA688B3A-30DA-4ADE-9A23-5B6D2E5B9C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05225" y="2552700"/>
            <a:ext cx="142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formula">
            <a:extLst xmlns:a="http://schemas.openxmlformats.org/drawingml/2006/main">
              <a:ext uri="{FF2B5EF4-FFF2-40B4-BE49-F238E27FC236}">
                <a16:creationId xmlns:a16="http://schemas.microsoft.com/office/drawing/2014/main" id="{DFD28E5E-D884-4C32-9750-7FD099A417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81300" y="2876550"/>
            <a:ext cx="1419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s = αr + (1 − α)c</a:t>
            </a:r>
          </a:p>
        </p:txBody>
      </p:sp>
      <p:grpSp>
        <p:nvGrpSpPr>
          <p:cNvPr id="72" name="answer-sheet"/>
          <p:cNvGrpSpPr/>
          <p:nvPr/>
        </p:nvGrpSpPr>
        <p:grpSpPr>
          <ns1:xfrm xmlns:ns1="http://schemas.openxmlformats.org/drawingml/2006/main">
            <ns1:off x="4657725" y="1962150"/>
            <ns1:ext cx="590550" cy="762000"/>
            <ns1:chOff x="4657725" y="1962150"/>
            <ns1:chExt cx="590550" cy="762000"/>
          </ns1:xfrm>
        </p:grpSpPr>
        <p:sp>
          <p:nvSpPr>
            <p:cNvPr id="44" name="answer-sheet.sheet">
              <a:extLst xmlns:a="http://schemas.openxmlformats.org/drawingml/2006/main">
                <a:ext uri="{FF2B5EF4-FFF2-40B4-BE49-F238E27FC236}">
                  <a16:creationId xmlns:a16="http://schemas.microsoft.com/office/drawing/2014/main" id="{D270CA96-CCB0-4681-B702-73DA7C9AF5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57725" y="1962150"/>
              <a:ext cx="590550" cy="762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7620">
              <a:solidFill>
                <a:srgbClr val="C6CED1"/>
              </a:solidFill>
              <a:prstDash val="solid"/>
            </a:ln>
          </p:spPr>
        </p:sp>
        <p:sp>
          <p:nvSpPr>
            <p:cNvPr id="45" name="answer-sheet.line0">
              <a:extLst xmlns:a="http://schemas.openxmlformats.org/drawingml/2006/main">
                <a:ext uri="{FF2B5EF4-FFF2-40B4-BE49-F238E27FC236}">
                  <a16:creationId xmlns:a16="http://schemas.microsoft.com/office/drawing/2014/main" id="{D0CB0744-93FD-49B4-B8A9-D079C195D7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4400" y="2105025"/>
              <a:ext cx="4572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6" name="answer-sheet.line1">
              <a:extLst xmlns:a="http://schemas.openxmlformats.org/drawingml/2006/main">
                <a:ext uri="{FF2B5EF4-FFF2-40B4-BE49-F238E27FC236}">
                  <a16:creationId xmlns:a16="http://schemas.microsoft.com/office/drawing/2014/main" id="{26750BFD-51BE-4ADE-95D0-0DDC94A82F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4400" y="2181225"/>
              <a:ext cx="3905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7" name="answer-sheet.line2">
              <a:extLst xmlns:a="http://schemas.openxmlformats.org/drawingml/2006/main">
                <a:ext uri="{FF2B5EF4-FFF2-40B4-BE49-F238E27FC236}">
                  <a16:creationId xmlns:a16="http://schemas.microsoft.com/office/drawing/2014/main" id="{0093A433-9BDB-4C22-BB18-B2AC37CAA3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4400" y="2257425"/>
              <a:ext cx="4572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8" name="answer-sheet.line3">
              <a:extLst xmlns:a="http://schemas.openxmlformats.org/drawingml/2006/main">
                <a:ext uri="{FF2B5EF4-FFF2-40B4-BE49-F238E27FC236}">
                  <a16:creationId xmlns:a16="http://schemas.microsoft.com/office/drawing/2014/main" id="{D0358335-1035-4F1A-BF36-EF267E1D5D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24400" y="2333625"/>
              <a:ext cx="39052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9" name="answer-sheet.tag">
              <a:extLst xmlns:a="http://schemas.openxmlformats.org/drawingml/2006/main">
                <a:ext uri="{FF2B5EF4-FFF2-40B4-BE49-F238E27FC236}">
                  <a16:creationId xmlns:a16="http://schemas.microsoft.com/office/drawing/2014/main" id="{EEF948ED-4AFF-4125-842E-7CFBAD5115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95825" y="1971675"/>
              <a:ext cx="51435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answer</a:t>
              </a:r>
            </a:p>
          </p:txBody>
        </p:sp>
      </p:grpSp>
      <p:grpSp>
        <p:nvGrpSpPr>
          <p:cNvPr id="73" name="evidence-sheet"/>
          <p:cNvGrpSpPr/>
          <p:nvPr/>
        </p:nvGrpSpPr>
        <p:grpSpPr>
          <ns1:xfrm xmlns:ns1="http://schemas.openxmlformats.org/drawingml/2006/main">
            <ns1:off x="5695950" y="1038225"/>
            <ns1:ext cx="457200" cy="342900"/>
            <ns1:chOff x="5695950" y="1038225"/>
            <ns1:chExt cx="457200" cy="342900"/>
          </ns1:xfrm>
        </p:grpSpPr>
        <p:sp>
          <p:nvSpPr>
            <p:cNvPr id="50" name="evidence-sheet.sheet">
              <a:extLst xmlns:a="http://schemas.openxmlformats.org/drawingml/2006/main">
                <a:ext uri="{FF2B5EF4-FFF2-40B4-BE49-F238E27FC236}">
                  <a16:creationId xmlns:a16="http://schemas.microsoft.com/office/drawing/2014/main" id="{BB04D350-752F-4285-BF2C-E90DC5FE96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95950" y="1038225"/>
              <a:ext cx="4572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7620">
              <a:solidFill>
                <a:srgbClr val="C6CED1"/>
              </a:solidFill>
              <a:prstDash val="solid"/>
            </a:ln>
          </p:spPr>
        </p:sp>
        <p:sp>
          <p:nvSpPr>
            <p:cNvPr id="51" name="evidence-sheet.line0">
              <a:extLst xmlns:a="http://schemas.openxmlformats.org/drawingml/2006/main">
                <a:ext uri="{FF2B5EF4-FFF2-40B4-BE49-F238E27FC236}">
                  <a16:creationId xmlns:a16="http://schemas.microsoft.com/office/drawing/2014/main" id="{0E890E6A-2C50-4622-841E-D5C0556E40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2625" y="1181100"/>
              <a:ext cx="32385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D1D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2" name="evidence-sheet.line1">
              <a:extLst xmlns:a="http://schemas.openxmlformats.org/drawingml/2006/main">
                <a:ext uri="{FF2B5EF4-FFF2-40B4-BE49-F238E27FC236}">
                  <a16:creationId xmlns:a16="http://schemas.microsoft.com/office/drawing/2014/main" id="{ABF8969A-3CC6-4582-AFD2-A620801400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2625" y="1257300"/>
              <a:ext cx="257175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3" name="evidence-sheet.tag">
              <a:extLst xmlns:a="http://schemas.openxmlformats.org/drawingml/2006/main">
                <a:ext uri="{FF2B5EF4-FFF2-40B4-BE49-F238E27FC236}">
                  <a16:creationId xmlns:a16="http://schemas.microsoft.com/office/drawing/2014/main" id="{12AF3040-3CEF-4100-AFD1-78CD7698E1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34050" y="1047750"/>
              <a:ext cx="381000" cy="133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defRPr>
              </a:pPr>
              <a:r>
                <a:rPr sz="750" b="1">
                  <a:solidFill>
                    <a:srgbClr val="253540"/>
                  </a:solidFill>
                  <a:latin typeface="Arial"/>
                  <a:ea typeface="Arial"/>
                  <a:cs typeface="Arial"/>
                </a:rPr>
                <a:t>d₂</a:t>
              </a:r>
            </a:p>
          </p:txBody>
        </p:sp>
      </p:grpSp>
      <p:sp>
        <p:nvSpPr>
          <p:cNvPr id="54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1D18FFCB-3EEA-4F63-BCD2-2692DF53AC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10225" y="1962150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linked</a:t>
            </a:r>
          </a:p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55" name="disclosure">
            <a:extLst xmlns:a="http://schemas.openxmlformats.org/drawingml/2006/main">
              <a:ext uri="{FF2B5EF4-FFF2-40B4-BE49-F238E27FC236}">
                <a16:creationId xmlns:a16="http://schemas.microsoft.com/office/drawing/2014/main" id="{5964905C-15F5-44BC-8F10-1513AAC1AC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Schematic candidate features and document snippets; bar lengths are illustrative.</a:t>
            </a:r>
          </a:p>
        </p:txBody>
      </p:sp>
    </p:spTree>
    <p:extLst>
      <p:ext uri="{BB962C8B-B14F-4D97-AF65-F5344CB8AC3E}">
        <p14:creationId xmlns:p14="http://schemas.microsoft.com/office/powerpoint/2010/main" val="25160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2026-09-29T11:03:09.6490000Z</dcterms:created>
  <dcterms:modified xsi:type="dcterms:W3CDTF">2026-09-29T11:03:09.6490000Z</dcterms:modified>
</coreProperties>
</file>