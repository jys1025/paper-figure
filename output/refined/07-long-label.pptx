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d0cc7cb1c425d" /><Relationship Type="http://schemas.openxmlformats.org/officeDocument/2006/relationships/extended-properties" Target="/docProps/app.xml" Id="R8019d60cb06942cd" /><Relationship Type="http://schemas.openxmlformats.org/officeDocument/2006/relationships/officeDocument" Target="/ppt/presentation.xml" Id="R2214799d73a3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e39b864824de8"/>
  </p:sldMasterIdLst>
  <p:notesMasterIdLst>
    <p:notesMasterId xmlns:r="http://schemas.openxmlformats.org/officeDocument/2006/relationships" r:id="R567780dfb05e490d"/>
  </p:notesMasterIdLst>
  <p:sldIdLst>
    <p:sldId xmlns:r="http://schemas.openxmlformats.org/officeDocument/2006/relationships" id="256" r:id="R2e5cad37580747df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94a1e90ef4eb1" /><Relationship Type="http://schemas.openxmlformats.org/officeDocument/2006/relationships/slideMaster" Target="/ppt/slideMasters/slideMaster1.xml" Id="Rc4be39b864824de8" /><Relationship Type="http://schemas.openxmlformats.org/officeDocument/2006/relationships/notesMaster" Target="/ppt/notesMasters/notesMaster1.xml" Id="R567780dfb05e490d" /><Relationship Type="http://schemas.openxmlformats.org/officeDocument/2006/relationships/presProps" Target="/ppt/presProps.xml" Id="R600dc8ca8fd04564" /><Relationship Type="http://schemas.openxmlformats.org/officeDocument/2006/relationships/tableStyles" Target="/ppt/tableStyles.xml" Id="Rd6e5c6efdab74ba9" /><Relationship Type="http://schemas.openxmlformats.org/officeDocument/2006/relationships/slide" Target="/ppt/slides/slide1.xml" Id="R2e5cad37580747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66652c5c4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c29bf314304c7a" /><Relationship Type="http://schemas.openxmlformats.org/officeDocument/2006/relationships/notesMaster" Target="/ppt/notesMasters/notesMaster1.xml" Id="Radb59937b6c0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Uncertainty-conditioned temporal alignment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52850d1384a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537c7620645dc" /><Relationship Type="http://schemas.openxmlformats.org/officeDocument/2006/relationships/slideLayout" Target="/ppt/slideLayouts/slideLayout1.xml" Id="R83673359699d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73359699d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3f4ecc9114b8f" /><Relationship Type="http://schemas.openxmlformats.org/officeDocument/2006/relationships/notesSlide" Target="/ppt/notesSlides/notesSlide1.xml" Id="R8d758d806fd1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heading">
            <a:extLst xmlns:a="http://schemas.openxmlformats.org/drawingml/2006/main">
              <a:ext uri="{FF2B5EF4-FFF2-40B4-BE49-F238E27FC236}">
                <a16:creationId xmlns:a16="http://schemas.microsoft.com/office/drawing/2014/main" id="{5675F0A9-DDEC-4D7B-A834-A6915DE970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Uncertainty-conditioned temporal alignment</a:t>
            </a:r>
          </a:p>
        </p:txBody>
      </p:sp>
      <p:sp>
        <p:nvSpPr>
          <p:cNvPr id="2" name="observations">
            <a:extLst xmlns:a="http://schemas.openxmlformats.org/drawingml/2006/main">
              <a:ext uri="{FF2B5EF4-FFF2-40B4-BE49-F238E27FC236}">
                <a16:creationId xmlns:a16="http://schemas.microsoft.com/office/drawing/2014/main" id="{B0A3A846-3C53-49B5-ABDF-DE456AB0CD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590550"/>
            <a:ext cx="1600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Irregularly sampled</a:t>
            </a:r>
          </a:p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3" name="observed.axis">
            <a:extLst xmlns:a="http://schemas.openxmlformats.org/drawingml/2006/main">
              <a:ext uri="{FF2B5EF4-FFF2-40B4-BE49-F238E27FC236}">
                <a16:creationId xmlns:a16="http://schemas.microsoft.com/office/drawing/2014/main" id="{942A0C00-9115-452E-BE67-84C3B3D39E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1400175"/>
            <a:ext cx="1419225" cy="95"/>
          </a:xfrm>
          <a:custGeom xmlns:a="http://schemas.openxmlformats.org/drawingml/2006/main">
            <a:pathLst>
              <a:path w="1419225" h="95">
                <a:moveTo>
                  <a:pt x="0" y="0"/>
                </a:move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4" name="observed.err0">
            <a:extLst xmlns:a="http://schemas.openxmlformats.org/drawingml/2006/main">
              <a:ext uri="{FF2B5EF4-FFF2-40B4-BE49-F238E27FC236}">
                <a16:creationId xmlns:a16="http://schemas.microsoft.com/office/drawing/2014/main" id="{C9B317AD-D8DC-429B-B42B-93EF701605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1044512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5" name="observed.p0">
            <a:extLst xmlns:a="http://schemas.openxmlformats.org/drawingml/2006/main">
              <a:ext uri="{FF2B5EF4-FFF2-40B4-BE49-F238E27FC236}">
                <a16:creationId xmlns:a16="http://schemas.microsoft.com/office/drawing/2014/main" id="{0E0C72AA-1ADB-43A6-B9D3-8F7EF4C204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650" y="107308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observed.err1">
            <a:extLst xmlns:a="http://schemas.openxmlformats.org/drawingml/2006/main">
              <a:ext uri="{FF2B5EF4-FFF2-40B4-BE49-F238E27FC236}">
                <a16:creationId xmlns:a16="http://schemas.microsoft.com/office/drawing/2014/main" id="{EDBDA13C-95BB-4415-A1BB-8F942B85E9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6046" y="94478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7" name="observed.p1">
            <a:extLst xmlns:a="http://schemas.openxmlformats.org/drawingml/2006/main">
              <a:ext uri="{FF2B5EF4-FFF2-40B4-BE49-F238E27FC236}">
                <a16:creationId xmlns:a16="http://schemas.microsoft.com/office/drawing/2014/main" id="{7D5A056D-705F-4236-A892-03B0BFD7F4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6996" y="99241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observed.err2">
            <a:extLst xmlns:a="http://schemas.openxmlformats.org/drawingml/2006/main">
              <a:ext uri="{FF2B5EF4-FFF2-40B4-BE49-F238E27FC236}">
                <a16:creationId xmlns:a16="http://schemas.microsoft.com/office/drawing/2014/main" id="{6952CC61-81CD-4B96-8413-305EEDC131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776" y="764381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9" name="observed.p2">
            <a:extLst xmlns:a="http://schemas.openxmlformats.org/drawingml/2006/main">
              <a:ext uri="{FF2B5EF4-FFF2-40B4-BE49-F238E27FC236}">
                <a16:creationId xmlns:a16="http://schemas.microsoft.com/office/drawing/2014/main" id="{7193DE4B-0921-4026-A4F9-BB1684DD35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4726" y="8310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observed.err3">
            <a:extLst xmlns:a="http://schemas.openxmlformats.org/drawingml/2006/main">
              <a:ext uri="{FF2B5EF4-FFF2-40B4-BE49-F238E27FC236}">
                <a16:creationId xmlns:a16="http://schemas.microsoft.com/office/drawing/2014/main" id="{0C5CBF83-862D-4007-B394-77F459F18E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737" y="846487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1" name="observed.p3">
            <a:extLst xmlns:a="http://schemas.openxmlformats.org/drawingml/2006/main">
              <a:ext uri="{FF2B5EF4-FFF2-40B4-BE49-F238E27FC236}">
                <a16:creationId xmlns:a16="http://schemas.microsoft.com/office/drawing/2014/main" id="{D679770B-9B2B-4B21-8F52-695A6DE458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5687" y="87506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observed.err4">
            <a:extLst xmlns:a="http://schemas.openxmlformats.org/drawingml/2006/main">
              <a:ext uri="{FF2B5EF4-FFF2-40B4-BE49-F238E27FC236}">
                <a16:creationId xmlns:a16="http://schemas.microsoft.com/office/drawing/2014/main" id="{0C4C105A-0D68-4B83-8EB2-7F42F2BA75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6006" y="109147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3" name="observed.p4">
            <a:extLst xmlns:a="http://schemas.openxmlformats.org/drawingml/2006/main">
              <a:ext uri="{FF2B5EF4-FFF2-40B4-BE49-F238E27FC236}">
                <a16:creationId xmlns:a16="http://schemas.microsoft.com/office/drawing/2014/main" id="{112DF35D-1E78-456D-A5B7-3B24887C48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6956" y="113909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observed.err5">
            <a:extLst xmlns:a="http://schemas.openxmlformats.org/drawingml/2006/main">
              <a:ext uri="{FF2B5EF4-FFF2-40B4-BE49-F238E27FC236}">
                <a16:creationId xmlns:a16="http://schemas.microsoft.com/office/drawing/2014/main" id="{24C4BB61-07F3-46AD-A56E-F3FFE8C7D1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6967" y="1182433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5" name="observed.p5">
            <a:extLst xmlns:a="http://schemas.openxmlformats.org/drawingml/2006/main">
              <a:ext uri="{FF2B5EF4-FFF2-40B4-BE49-F238E27FC236}">
                <a16:creationId xmlns:a16="http://schemas.microsoft.com/office/drawing/2014/main" id="{18FA2B5C-46E3-46AE-B36B-9D9C12A449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7917" y="124910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observed.err6">
            <a:extLst xmlns:a="http://schemas.openxmlformats.org/drawingml/2006/main">
              <a:ext uri="{FF2B5EF4-FFF2-40B4-BE49-F238E27FC236}">
                <a16:creationId xmlns:a16="http://schemas.microsoft.com/office/drawing/2014/main" id="{66743F4A-9B04-44F5-8B0C-F8A15B7AE3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9850" y="1059180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7" name="observed.p6">
            <a:extLst xmlns:a="http://schemas.openxmlformats.org/drawingml/2006/main">
              <a:ext uri="{FF2B5EF4-FFF2-40B4-BE49-F238E27FC236}">
                <a16:creationId xmlns:a16="http://schemas.microsoft.com/office/drawing/2014/main" id="{EB3FD329-A62B-4A1C-B63A-CB9CA192E0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0800" y="108775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observed.err7">
            <a:extLst xmlns:a="http://schemas.openxmlformats.org/drawingml/2006/main">
              <a:ext uri="{FF2B5EF4-FFF2-40B4-BE49-F238E27FC236}">
                <a16:creationId xmlns:a16="http://schemas.microsoft.com/office/drawing/2014/main" id="{A11CA5D4-AA4F-431A-8D52-3530EFB7EF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2734" y="812768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19" name="observed.p7">
            <a:extLst xmlns:a="http://schemas.openxmlformats.org/drawingml/2006/main">
              <a:ext uri="{FF2B5EF4-FFF2-40B4-BE49-F238E27FC236}">
                <a16:creationId xmlns:a16="http://schemas.microsoft.com/office/drawing/2014/main" id="{3FBC4EDC-5756-4C61-9F7F-B977C824E1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3684" y="86039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observed.err8">
            <a:extLst xmlns:a="http://schemas.openxmlformats.org/drawingml/2006/main">
              <a:ext uri="{FF2B5EF4-FFF2-40B4-BE49-F238E27FC236}">
                <a16:creationId xmlns:a16="http://schemas.microsoft.com/office/drawing/2014/main" id="{EE21A1D9-FC7C-4B2D-AE20-0673AAF058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87888" y="720376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1" name="observed.p8">
            <a:extLst xmlns:a="http://schemas.openxmlformats.org/drawingml/2006/main">
              <a:ext uri="{FF2B5EF4-FFF2-40B4-BE49-F238E27FC236}">
                <a16:creationId xmlns:a16="http://schemas.microsoft.com/office/drawing/2014/main" id="{96960DE5-F6D7-4267-9E3D-75817344DF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8838" y="78705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observed.err9">
            <a:extLst xmlns:a="http://schemas.openxmlformats.org/drawingml/2006/main">
              <a:ext uri="{FF2B5EF4-FFF2-40B4-BE49-F238E27FC236}">
                <a16:creationId xmlns:a16="http://schemas.microsoft.com/office/drawing/2014/main" id="{6EB4A34E-23C8-476C-99A9-DB3F96C416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2387" y="890492"/>
            <a:ext cx="95" cy="95250"/>
          </a:xfrm>
          <a:custGeom xmlns:a="http://schemas.openxmlformats.org/drawingml/2006/main"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3" name="observed.p9">
            <a:extLst xmlns:a="http://schemas.openxmlformats.org/drawingml/2006/main">
              <a:ext uri="{FF2B5EF4-FFF2-40B4-BE49-F238E27FC236}">
                <a16:creationId xmlns:a16="http://schemas.microsoft.com/office/drawing/2014/main" id="{A1A1A689-E596-4E33-8111-EFEB99798C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53337" y="91906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observed.err10">
            <a:extLst xmlns:a="http://schemas.openxmlformats.org/drawingml/2006/main">
              <a:ext uri="{FF2B5EF4-FFF2-40B4-BE49-F238E27FC236}">
                <a16:creationId xmlns:a16="http://schemas.microsoft.com/office/drawing/2014/main" id="{B9FEA6CD-7896-4E99-9E56-34D56BC5CC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9961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BCBD2"/>
            </a:solidFill>
            <a:prstDash val="solid"/>
          </a:ln>
        </p:spPr>
      </p:sp>
      <p:sp>
        <p:nvSpPr>
          <p:cNvPr id="25" name="observed.p10">
            <a:extLst xmlns:a="http://schemas.openxmlformats.org/drawingml/2006/main">
              <a:ext uri="{FF2B5EF4-FFF2-40B4-BE49-F238E27FC236}">
                <a16:creationId xmlns:a16="http://schemas.microsoft.com/office/drawing/2014/main" id="{619D1511-BEEE-4774-86E8-C6FC43FFAE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6875" y="10437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alignment">
            <a:extLst xmlns:a="http://schemas.openxmlformats.org/drawingml/2006/main">
              <a:ext uri="{FF2B5EF4-FFF2-40B4-BE49-F238E27FC236}">
                <a16:creationId xmlns:a16="http://schemas.microsoft.com/office/drawing/2014/main" id="{0FD334AF-69DD-4254-98B1-9C640611F7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8375" y="962025"/>
            <a:ext cx="20764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Uncertainty-conditioned</a:t>
            </a:r>
          </a:p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temporal alignment</a:t>
            </a:r>
          </a:p>
        </p:txBody>
      </p:sp>
      <p:sp>
        <p:nvSpPr>
          <p:cNvPr id="27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36064E21-1C1C-4B1C-B650-A6136B7B25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00600" y="590550"/>
            <a:ext cx="1428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Aligned</a:t>
            </a:r>
          </a:p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28" name="aligned.axis">
            <a:extLst xmlns:a="http://schemas.openxmlformats.org/drawingml/2006/main">
              <a:ext uri="{FF2B5EF4-FFF2-40B4-BE49-F238E27FC236}">
                <a16:creationId xmlns:a16="http://schemas.microsoft.com/office/drawing/2014/main" id="{E7148478-76AC-4A6A-8D96-99712244DC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6325" y="1390650"/>
            <a:ext cx="1257300" cy="95"/>
          </a:xfrm>
          <a:custGeom xmlns:a="http://schemas.openxmlformats.org/drawingml/2006/main">
            <a:pathLst>
              <a:path w="1257300" h="95">
                <a:moveTo>
                  <a:pt x="0" y="0"/>
                </a:move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6CED1"/>
            </a:solidFill>
            <a:prstDash val="solid"/>
          </a:ln>
        </p:spPr>
      </p:sp>
      <p:sp>
        <p:nvSpPr>
          <p:cNvPr id="29" name="aligned.band">
            <a:extLst xmlns:a="http://schemas.openxmlformats.org/drawingml/2006/main">
              <a:ext uri="{FF2B5EF4-FFF2-40B4-BE49-F238E27FC236}">
                <a16:creationId xmlns:a16="http://schemas.microsoft.com/office/drawing/2014/main" id="{6ABD0C6F-EF2B-4B5A-B64F-D1D156934B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6325" y="762572"/>
            <a:ext cx="1257300" cy="558356"/>
          </a:xfrm>
          <a:custGeom xmlns:a="http://schemas.openxmlformats.org/drawingml/2006/main">
            <a:pathLst>
              <a:path w="1257300" h="558356">
                <a:moveTo>
                  <a:pt x="0" y="274891"/>
                </a:moveTo>
                <a:lnTo>
                  <a:pt x="125730" y="197358"/>
                </a:lnTo>
                <a:lnTo>
                  <a:pt x="251460" y="42291"/>
                </a:lnTo>
                <a:lnTo>
                  <a:pt x="377190" y="84582"/>
                </a:lnTo>
                <a:lnTo>
                  <a:pt x="502920" y="338328"/>
                </a:lnTo>
                <a:lnTo>
                  <a:pt x="628650" y="444056"/>
                </a:lnTo>
                <a:lnTo>
                  <a:pt x="754380" y="288989"/>
                </a:lnTo>
                <a:lnTo>
                  <a:pt x="880110" y="70485"/>
                </a:lnTo>
                <a:lnTo>
                  <a:pt x="1005840" y="0"/>
                </a:lnTo>
                <a:lnTo>
                  <a:pt x="1131570" y="126873"/>
                </a:lnTo>
                <a:lnTo>
                  <a:pt x="1257300" y="246698"/>
                </a:lnTo>
                <a:lnTo>
                  <a:pt x="1257300" y="360998"/>
                </a:lnTo>
                <a:lnTo>
                  <a:pt x="1131570" y="241173"/>
                </a:lnTo>
                <a:lnTo>
                  <a:pt x="1005840" y="114300"/>
                </a:lnTo>
                <a:lnTo>
                  <a:pt x="880110" y="184785"/>
                </a:lnTo>
                <a:lnTo>
                  <a:pt x="754380" y="403289"/>
                </a:lnTo>
                <a:lnTo>
                  <a:pt x="628650" y="558356"/>
                </a:lnTo>
                <a:lnTo>
                  <a:pt x="502920" y="452628"/>
                </a:lnTo>
                <a:lnTo>
                  <a:pt x="377190" y="198882"/>
                </a:lnTo>
                <a:lnTo>
                  <a:pt x="251460" y="156591"/>
                </a:lnTo>
                <a:lnTo>
                  <a:pt x="125730" y="311658"/>
                </a:lnTo>
                <a:lnTo>
                  <a:pt x="0" y="389191"/>
                </a:lnTo>
                <a:close/>
              </a:path>
            </a:pathLst>
          </a:cu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ligned.curve">
            <a:extLst xmlns:a="http://schemas.openxmlformats.org/drawingml/2006/main">
              <a:ext uri="{FF2B5EF4-FFF2-40B4-BE49-F238E27FC236}">
                <a16:creationId xmlns:a16="http://schemas.microsoft.com/office/drawing/2014/main" id="{96BDB975-7D92-4957-AA89-26E900E276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86325" y="819722"/>
            <a:ext cx="1257300" cy="444056"/>
          </a:xfrm>
          <a:custGeom xmlns:a="http://schemas.openxmlformats.org/drawingml/2006/main">
            <a:pathLst>
              <a:path w="1257300" h="444056">
                <a:moveTo>
                  <a:pt x="0" y="274891"/>
                </a:moveTo>
                <a:lnTo>
                  <a:pt x="125730" y="197358"/>
                </a:lnTo>
                <a:lnTo>
                  <a:pt x="251460" y="42291"/>
                </a:lnTo>
                <a:lnTo>
                  <a:pt x="377190" y="84582"/>
                </a:lnTo>
                <a:lnTo>
                  <a:pt x="502920" y="338328"/>
                </a:lnTo>
                <a:lnTo>
                  <a:pt x="628650" y="444056"/>
                </a:lnTo>
                <a:lnTo>
                  <a:pt x="754380" y="288989"/>
                </a:lnTo>
                <a:lnTo>
                  <a:pt x="880110" y="70485"/>
                </a:lnTo>
                <a:lnTo>
                  <a:pt x="1005840" y="0"/>
                </a:lnTo>
                <a:lnTo>
                  <a:pt x="1131570" y="126873"/>
                </a:lnTo>
                <a:lnTo>
                  <a:pt x="1257300" y="2466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87F98"/>
            </a:solidFill>
            <a:prstDash val="solid"/>
          </a:ln>
        </p:spPr>
      </p:sp>
      <p:sp>
        <p:nvSpPr>
          <p:cNvPr id="31" name="aligned.p0">
            <a:extLst xmlns:a="http://schemas.openxmlformats.org/drawingml/2006/main">
              <a:ext uri="{FF2B5EF4-FFF2-40B4-BE49-F238E27FC236}">
                <a16:creationId xmlns:a16="http://schemas.microsoft.com/office/drawing/2014/main" id="{A053271C-74AC-43F2-B436-6B0142D537F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67275" y="10755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aligned.p1">
            <a:extLst xmlns:a="http://schemas.openxmlformats.org/drawingml/2006/main">
              <a:ext uri="{FF2B5EF4-FFF2-40B4-BE49-F238E27FC236}">
                <a16:creationId xmlns:a16="http://schemas.microsoft.com/office/drawing/2014/main" id="{6DC2A997-1AD4-481D-86B4-00A6C02879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93005" y="99803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aligned.p2">
            <a:extLst xmlns:a="http://schemas.openxmlformats.org/drawingml/2006/main">
              <a:ext uri="{FF2B5EF4-FFF2-40B4-BE49-F238E27FC236}">
                <a16:creationId xmlns:a16="http://schemas.microsoft.com/office/drawing/2014/main" id="{47160F86-8FCB-4EDE-9781-F6E7EE6078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18735" y="8429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aligned.p3">
            <a:extLst xmlns:a="http://schemas.openxmlformats.org/drawingml/2006/main">
              <a:ext uri="{FF2B5EF4-FFF2-40B4-BE49-F238E27FC236}">
                <a16:creationId xmlns:a16="http://schemas.microsoft.com/office/drawing/2014/main" id="{1AA0D702-CEFE-4D73-BBE3-FD282A41F6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44465" y="88525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aligned.p4">
            <a:extLst xmlns:a="http://schemas.openxmlformats.org/drawingml/2006/main">
              <a:ext uri="{FF2B5EF4-FFF2-40B4-BE49-F238E27FC236}">
                <a16:creationId xmlns:a16="http://schemas.microsoft.com/office/drawing/2014/main" id="{DCB5DA5C-486C-4940-AAC3-3298DC80F5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70195" y="1139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aligned.p5">
            <a:extLst xmlns:a="http://schemas.openxmlformats.org/drawingml/2006/main">
              <a:ext uri="{FF2B5EF4-FFF2-40B4-BE49-F238E27FC236}">
                <a16:creationId xmlns:a16="http://schemas.microsoft.com/office/drawing/2014/main" id="{7E512D7B-C8BC-4025-B38E-32FAE1F5C7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95925" y="1244727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aligned.p6">
            <a:extLst xmlns:a="http://schemas.openxmlformats.org/drawingml/2006/main">
              <a:ext uri="{FF2B5EF4-FFF2-40B4-BE49-F238E27FC236}">
                <a16:creationId xmlns:a16="http://schemas.microsoft.com/office/drawing/2014/main" id="{C1F0322E-2A15-4CA7-B3F8-B4E1EEE7F2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21655" y="108966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aligned.p7">
            <a:extLst xmlns:a="http://schemas.openxmlformats.org/drawingml/2006/main">
              <a:ext uri="{FF2B5EF4-FFF2-40B4-BE49-F238E27FC236}">
                <a16:creationId xmlns:a16="http://schemas.microsoft.com/office/drawing/2014/main" id="{1C827E0E-ACBC-4E38-9E29-1BB17FEEC5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47385" y="871156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aligned.p8">
            <a:extLst xmlns:a="http://schemas.openxmlformats.org/drawingml/2006/main">
              <a:ext uri="{FF2B5EF4-FFF2-40B4-BE49-F238E27FC236}">
                <a16:creationId xmlns:a16="http://schemas.microsoft.com/office/drawing/2014/main" id="{B619D27F-988B-4C3C-8735-4AD3138B2A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73115" y="800672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aligned.p9">
            <a:extLst xmlns:a="http://schemas.openxmlformats.org/drawingml/2006/main">
              <a:ext uri="{FF2B5EF4-FFF2-40B4-BE49-F238E27FC236}">
                <a16:creationId xmlns:a16="http://schemas.microsoft.com/office/drawing/2014/main" id="{5F36BAE5-07D1-494B-8F00-71C1BCF7B9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98845" y="92754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aligned.p10">
            <a:extLst xmlns:a="http://schemas.openxmlformats.org/drawingml/2006/main">
              <a:ext uri="{FF2B5EF4-FFF2-40B4-BE49-F238E27FC236}">
                <a16:creationId xmlns:a16="http://schemas.microsoft.com/office/drawing/2014/main" id="{B7112936-DCD4-4D63-A291-1283D7C526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24575" y="1047369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7F98"/>
          </a:solidFill>
          <a:ln xmlns:a="http://schemas.openxmlformats.org/drawingml/2006/main" w="9525">
            <a:noFill/>
            <a:prstDash val="solid"/>
          </a:ln>
        </p:spPr>
      </p:sp>
      <p:cxnSp>
        <p:nvCxnSpPr>
          <p:cNvPr id="112" name="e0"/>
          <p:cNvCxnSpPr>
            <a:stCxn xmlns:a="http://schemas.openxmlformats.org/drawingml/2006/main" id="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771650" y="1252538"/>
            <a:ext cx="4667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13" name="e1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4314825" y="1252538"/>
            <a:ext cx="4857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44" name="metadata">
            <a:extLst xmlns:a="http://schemas.openxmlformats.org/drawingml/2006/main">
              <a:ext uri="{FF2B5EF4-FFF2-40B4-BE49-F238E27FC236}">
                <a16:creationId xmlns:a16="http://schemas.microsoft.com/office/drawing/2014/main" id="{7CC8BA53-56BC-4EDC-8D28-CA2387664D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14550" y="27527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Sampling intervals + confidence</a:t>
            </a:r>
          </a:p>
        </p:txBody>
      </p:sp>
      <p:cxnSp>
        <p:nvCxnSpPr>
          <p:cNvPr id="115" name="context"/>
          <p:cNvCxnSpPr>
            <a:stCxn xmlns:a="http://schemas.openxmlformats.org/drawingml/2006/main" id="44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H="1" flipV="1">
            <a:off x="3276600" y="1600200"/>
            <a:ext cx="4763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BD7854"/>
            </a:solidFill>
            <a:prstDash val="solid"/>
            <a:tailEnd type="triangle" w="sm" len="sm"/>
          </a:ln>
        </p:spPr>
      </p:cxnSp>
      <p:sp>
        <p:nvSpPr>
          <p:cNvPr id="46" name="source-grid">
            <a:extLst xmlns:a="http://schemas.openxmlformats.org/drawingml/2006/main">
              <a:ext uri="{FF2B5EF4-FFF2-40B4-BE49-F238E27FC236}">
                <a16:creationId xmlns:a16="http://schemas.microsoft.com/office/drawing/2014/main" id="{A76788CF-98B3-496C-AF2B-5ED696009A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0025" y="2085975"/>
            <a:ext cx="154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irregular time support</a:t>
            </a:r>
          </a:p>
        </p:txBody>
      </p:sp>
      <p:sp>
        <p:nvSpPr>
          <p:cNvPr id="47" name="target-grid">
            <a:extLst xmlns:a="http://schemas.openxmlformats.org/drawingml/2006/main">
              <a:ext uri="{FF2B5EF4-FFF2-40B4-BE49-F238E27FC236}">
                <a16:creationId xmlns:a16="http://schemas.microsoft.com/office/drawing/2014/main" id="{3568749B-9080-4F6A-8565-18EA1C4388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2085975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common time support</a:t>
            </a:r>
          </a:p>
        </p:txBody>
      </p:sp>
      <p:sp>
        <p:nvSpPr>
          <p:cNvPr id="48" name="input-tick0">
            <a:extLst xmlns:a="http://schemas.openxmlformats.org/drawingml/2006/main">
              <a:ext uri="{FF2B5EF4-FFF2-40B4-BE49-F238E27FC236}">
                <a16:creationId xmlns:a16="http://schemas.microsoft.com/office/drawing/2014/main" id="{86CAD1CB-FDB6-4DE7-9C6E-4C5C9AF679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49" name="output-tick0">
            <a:extLst xmlns:a="http://schemas.openxmlformats.org/drawingml/2006/main">
              <a:ext uri="{FF2B5EF4-FFF2-40B4-BE49-F238E27FC236}">
                <a16:creationId xmlns:a16="http://schemas.microsoft.com/office/drawing/2014/main" id="{DFC09F93-79FE-451F-B1BB-B1556DB8F1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482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0" name="input-tick1">
            <a:extLst xmlns:a="http://schemas.openxmlformats.org/drawingml/2006/main">
              <a:ext uri="{FF2B5EF4-FFF2-40B4-BE49-F238E27FC236}">
                <a16:creationId xmlns:a16="http://schemas.microsoft.com/office/drawing/2014/main" id="{8C4B501A-6DE4-41F3-966C-7A6B9613EA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14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1" name="output-tick1">
            <a:extLst xmlns:a="http://schemas.openxmlformats.org/drawingml/2006/main">
              <a:ext uri="{FF2B5EF4-FFF2-40B4-BE49-F238E27FC236}">
                <a16:creationId xmlns:a16="http://schemas.microsoft.com/office/drawing/2014/main" id="{662EE64A-AAB3-4EC9-ADE2-CE9C04D20B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577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2" name="input-tick2">
            <a:extLst xmlns:a="http://schemas.openxmlformats.org/drawingml/2006/main">
              <a:ext uri="{FF2B5EF4-FFF2-40B4-BE49-F238E27FC236}">
                <a16:creationId xmlns:a16="http://schemas.microsoft.com/office/drawing/2014/main" id="{785AE6B6-7D88-41B7-9835-325DB4042B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2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3" name="output-tick2">
            <a:extLst xmlns:a="http://schemas.openxmlformats.org/drawingml/2006/main">
              <a:ext uri="{FF2B5EF4-FFF2-40B4-BE49-F238E27FC236}">
                <a16:creationId xmlns:a16="http://schemas.microsoft.com/office/drawing/2014/main" id="{09647C34-D570-4D1E-BB99-1F390B106D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673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4" name="input-tick3">
            <a:extLst xmlns:a="http://schemas.openxmlformats.org/drawingml/2006/main">
              <a:ext uri="{FF2B5EF4-FFF2-40B4-BE49-F238E27FC236}">
                <a16:creationId xmlns:a16="http://schemas.microsoft.com/office/drawing/2014/main" id="{9040911D-A81E-4A40-A148-96BA3CE090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2950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5" name="output-tick3">
            <a:extLst xmlns:a="http://schemas.openxmlformats.org/drawingml/2006/main">
              <a:ext uri="{FF2B5EF4-FFF2-40B4-BE49-F238E27FC236}">
                <a16:creationId xmlns:a16="http://schemas.microsoft.com/office/drawing/2014/main" id="{596BCDB7-3E68-421A-BB86-14636F02BF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768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6" name="input-tick4">
            <a:extLst xmlns:a="http://schemas.openxmlformats.org/drawingml/2006/main">
              <a:ext uri="{FF2B5EF4-FFF2-40B4-BE49-F238E27FC236}">
                <a16:creationId xmlns:a16="http://schemas.microsoft.com/office/drawing/2014/main" id="{221E45C8-3E21-45BE-BA61-EBA8D63588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8700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7" name="output-tick4">
            <a:extLst xmlns:a="http://schemas.openxmlformats.org/drawingml/2006/main">
              <a:ext uri="{FF2B5EF4-FFF2-40B4-BE49-F238E27FC236}">
                <a16:creationId xmlns:a16="http://schemas.microsoft.com/office/drawing/2014/main" id="{3D3FEF12-DC41-492D-BD6B-3C79867429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864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8" name="input-tick5">
            <a:extLst xmlns:a="http://schemas.openxmlformats.org/drawingml/2006/main">
              <a:ext uri="{FF2B5EF4-FFF2-40B4-BE49-F238E27FC236}">
                <a16:creationId xmlns:a16="http://schemas.microsoft.com/office/drawing/2014/main" id="{DAC89D98-5F47-4B89-8CC9-9436AEA314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0650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59" name="output-tick5">
            <a:extLst xmlns:a="http://schemas.openxmlformats.org/drawingml/2006/main">
              <a:ext uri="{FF2B5EF4-FFF2-40B4-BE49-F238E27FC236}">
                <a16:creationId xmlns:a16="http://schemas.microsoft.com/office/drawing/2014/main" id="{B36E4F01-7231-4F96-8DE2-973E215EEF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959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60" name="input-tick6">
            <a:extLst xmlns:a="http://schemas.openxmlformats.org/drawingml/2006/main">
              <a:ext uri="{FF2B5EF4-FFF2-40B4-BE49-F238E27FC236}">
                <a16:creationId xmlns:a16="http://schemas.microsoft.com/office/drawing/2014/main" id="{62673C93-4AA0-439F-9C77-2C4FFFA7B6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0497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61" name="output-tick6">
            <a:extLst xmlns:a="http://schemas.openxmlformats.org/drawingml/2006/main">
              <a:ext uri="{FF2B5EF4-FFF2-40B4-BE49-F238E27FC236}">
                <a16:creationId xmlns:a16="http://schemas.microsoft.com/office/drawing/2014/main" id="{027255EA-58BC-4F08-8516-208DAC778A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05525" y="23526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87F98"/>
            </a:solidFill>
            <a:prstDash val="solid"/>
          </a:ln>
        </p:spPr>
      </p:sp>
      <p:sp>
        <p:nvSpPr>
          <p:cNvPr id="62" name="dt">
            <a:extLst xmlns:a="http://schemas.openxmlformats.org/drawingml/2006/main">
              <a:ext uri="{FF2B5EF4-FFF2-40B4-BE49-F238E27FC236}">
                <a16:creationId xmlns:a16="http://schemas.microsoft.com/office/drawing/2014/main" id="{98FB866E-3BB1-4F1E-AFD7-5344C03C22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2571750"/>
            <a:ext cx="149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Δt₁   Δt₂       Δt₃</a:t>
            </a:r>
          </a:p>
        </p:txBody>
      </p:sp>
      <p:sp>
        <p:nvSpPr>
          <p:cNvPr id="63" name="confidence">
            <a:extLst xmlns:a="http://schemas.openxmlformats.org/drawingml/2006/main">
              <a:ext uri="{FF2B5EF4-FFF2-40B4-BE49-F238E27FC236}">
                <a16:creationId xmlns:a16="http://schemas.microsoft.com/office/drawing/2014/main" id="{14D465FF-CA8B-4898-BA77-445D029CB1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" y="3000375"/>
            <a:ext cx="1257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confidence cᵢ</a:t>
            </a:r>
          </a:p>
        </p:txBody>
      </p:sp>
      <p:sp>
        <p:nvSpPr>
          <p:cNvPr id="64" name="confidence-bar0">
            <a:extLst xmlns:a="http://schemas.openxmlformats.org/drawingml/2006/main">
              <a:ext uri="{FF2B5EF4-FFF2-40B4-BE49-F238E27FC236}">
                <a16:creationId xmlns:a16="http://schemas.microsoft.com/office/drawing/2014/main" id="{E5E11867-E672-4DBA-9077-74C38783BE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3875" y="2828925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confidence-bar1">
            <a:extLst xmlns:a="http://schemas.openxmlformats.org/drawingml/2006/main">
              <a:ext uri="{FF2B5EF4-FFF2-40B4-BE49-F238E27FC236}">
                <a16:creationId xmlns:a16="http://schemas.microsoft.com/office/drawing/2014/main" id="{C2AC5952-1FCF-44EE-AC25-6F6365B9BB8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5325" y="2714625"/>
            <a:ext cx="9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confidence-bar2">
            <a:extLst xmlns:a="http://schemas.openxmlformats.org/drawingml/2006/main">
              <a:ext uri="{FF2B5EF4-FFF2-40B4-BE49-F238E27FC236}">
                <a16:creationId xmlns:a16="http://schemas.microsoft.com/office/drawing/2014/main" id="{AE07606D-A089-4DD5-A13C-189B20CDA0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6775" y="2771775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confidence-bar3">
            <a:extLst xmlns:a="http://schemas.openxmlformats.org/drawingml/2006/main">
              <a:ext uri="{FF2B5EF4-FFF2-40B4-BE49-F238E27FC236}">
                <a16:creationId xmlns:a16="http://schemas.microsoft.com/office/drawing/2014/main" id="{FD3CF4EA-13EA-4B49-B0D5-9C195A10EA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8225" y="2657475"/>
            <a:ext cx="9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confidence-bar4">
            <a:extLst xmlns:a="http://schemas.openxmlformats.org/drawingml/2006/main">
              <a:ext uri="{FF2B5EF4-FFF2-40B4-BE49-F238E27FC236}">
                <a16:creationId xmlns:a16="http://schemas.microsoft.com/office/drawing/2014/main" id="{997FC5B6-3B8C-4D2A-9AFF-1A37BA545B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28098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49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support-caption">
            <a:extLst xmlns:a="http://schemas.openxmlformats.org/drawingml/2006/main">
              <a:ext uri="{FF2B5EF4-FFF2-40B4-BE49-F238E27FC236}">
                <a16:creationId xmlns:a16="http://schemas.microsoft.com/office/drawing/2014/main" id="{772668A9-3191-42FE-A0ED-61003A773E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91050" y="269557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alignment depends on both timing and confidence</a:t>
            </a:r>
          </a:p>
        </p:txBody>
      </p:sp>
      <p:sp>
        <p:nvSpPr>
          <p:cNvPr id="70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64E4A1-D142-438A-95B2-43A4DA6AEB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observations and uncertainty; no measured reconstruction performance is shown.</a:t>
            </a:r>
          </a:p>
        </p:txBody>
      </p:sp>
    </p:spTree>
    <p:extLst>
      <p:ext uri="{BB962C8B-B14F-4D97-AF65-F5344CB8AC3E}">
        <p14:creationId xmlns:p14="http://schemas.microsoft.com/office/powerpoint/2010/main" val="860536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2026-09-29T11:03:18.5070000Z</dcterms:created>
  <dcterms:modified xsi:type="dcterms:W3CDTF">2026-09-29T11:03:18.5070000Z</dcterms:modified>
</coreProperties>
</file>