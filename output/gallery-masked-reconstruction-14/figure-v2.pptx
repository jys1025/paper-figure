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6fd6e354f943b0" /><Relationship Type="http://schemas.openxmlformats.org/officeDocument/2006/relationships/extended-properties" Target="/docProps/app.xml" Id="R96540824175640f6" /><Relationship Type="http://schemas.openxmlformats.org/officeDocument/2006/relationships/officeDocument" Target="/ppt/presentation.xml" Id="R708840d2cbff48ed" /></Relationships>
</file>

<file path=ppt/presentation.xml><?xml version="1.0" encoding="utf-8"?>
<p:presentation xmlns:p="http://schemas.openxmlformats.org/presentationml/2006/main">
  <p:sldMasterIdLst>
    <p:sldMasterId xmlns:r="http://schemas.openxmlformats.org/officeDocument/2006/relationships" id="2147483648" r:id="R0af0914e889c49ad"/>
  </p:sldMasterIdLst>
  <p:notesMasterIdLst>
    <p:notesMasterId xmlns:r="http://schemas.openxmlformats.org/officeDocument/2006/relationships" r:id="R4473cee6bafe479d"/>
  </p:notesMasterIdLst>
  <p:sldIdLst>
    <p:sldId xmlns:r="http://schemas.openxmlformats.org/officeDocument/2006/relationships" id="256" r:id="R90e9e3dfe6e640f7"/>
  </p:sldIdLst>
  <p:sldSz cx="6400800" cy="4000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4482579d7447bf" /><Relationship Type="http://schemas.openxmlformats.org/officeDocument/2006/relationships/slideMaster" Target="/ppt/slideMasters/slideMaster1.xml" Id="R0af0914e889c49ad" /><Relationship Type="http://schemas.openxmlformats.org/officeDocument/2006/relationships/notesMaster" Target="/ppt/notesMasters/notesMaster1.xml" Id="R4473cee6bafe479d" /><Relationship Type="http://schemas.openxmlformats.org/officeDocument/2006/relationships/presProps" Target="/ppt/presProps.xml" Id="R1bc0574f8f524944" /><Relationship Type="http://schemas.openxmlformats.org/officeDocument/2006/relationships/tableStyles" Target="/ppt/tableStyles.xml" Id="Rf6b78c8a419d49ec" /><Relationship Type="http://schemas.openxmlformats.org/officeDocument/2006/relationships/slide" Target="/ppt/slides/slide1.xml" Id="R90e9e3dfe6e640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ae1e08ad804b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dadd71a3e14728" /><Relationship Type="http://schemas.openxmlformats.org/officeDocument/2006/relationships/notesMaster" Target="/ppt/notesMasters/notesMaster1.xml" Id="R111987090c0747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from missing image patches</a:t>
            </a:r>
          </a:p>
          <a:p xmlns:a="http://schemas.openxmlformats.org/drawingml/2006/main">
            <a:r>
              <a:t>Original illustrative MAE-inspired training schematic. The separately generated red-panda source is not experimental data. Predictions are symbolic native cells, not a reconstruction. Four of sixteen patches are visible. The twelve masked positions contribute to the loss. Full generated composition draft is not embedded. All explanatory text, masks, tokens, borders and arrows are native. Cropped pictures are independently replaceable. Intended width 177.8 mm.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ae7075091347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1dcbeb07104fd9" /><Relationship Type="http://schemas.openxmlformats.org/officeDocument/2006/relationships/slideLayout" Target="/ppt/slideLayouts/slideLayout1.xml" Id="R1e86c8d29c094b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86c8d29c094b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046a7026a80a4dd7"/><Relationship Type="http://schemas.openxmlformats.org/officeDocument/2006/relationships/image" Target="/ppt/media/image.png" Id="Re143754ea6864086"/><Relationship Type="http://schemas.openxmlformats.org/officeDocument/2006/relationships/image" Target="../media/image.png" Id="R590ec4989b96483d"/><Relationship Type="http://schemas.openxmlformats.org/officeDocument/2006/relationships/image" Target="../media/image.png" Id="R94c954c12f72402a"/><Relationship Type="http://schemas.openxmlformats.org/officeDocument/2006/relationships/image" Target="../media/image.png" Id="Rda3d99fb76d54ab1"/><Relationship Type="http://schemas.openxmlformats.org/officeDocument/2006/relationships/image" Target="../media/image.png" Id="R33c6709821484db1"/><Relationship Type="http://schemas.openxmlformats.org/officeDocument/2006/relationships/image" Target="../media/image.png" Id="R47268298ae714006"/><Relationship Type="http://schemas.openxmlformats.org/officeDocument/2006/relationships/image" Target="../media/image.png" Id="R5d1a420d2ffd4dfd"/><Relationship Type="http://schemas.openxmlformats.org/officeDocument/2006/relationships/image" Target="../media/image.png" Id="Rbe248fd721064ec3"/><Relationship Type="http://schemas.openxmlformats.org/officeDocument/2006/relationships/image" Target="../media/image.png" Id="R6152f1e5fa3f49dc"/><Relationship Type="http://schemas.openxmlformats.org/officeDocument/2006/relationships/notesSlide" Target="/ppt/notesSlides/notesSlide1.xml" Id="Rb1b3eb0fa82a4fbe"/></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title">
            <a:extLst xmlns:a="http://schemas.openxmlformats.org/drawingml/2006/main">
              <a:ext uri="{FF2B5EF4-FFF2-40B4-BE49-F238E27FC236}">
                <a16:creationId xmlns:a16="http://schemas.microsoft.com/office/drawing/2014/main" id="{3A14AAD8-F919-4E44-A001-17C404E576D2}"/>
              </a:ext>
            </a:extLst>
          </p:cNvPr>
          <p:cNvSpPr>
            <a:spLocks xmlns:a="http://schemas.openxmlformats.org/drawingml/2006/main"/>
          </p:cNvSpPr>
          <p:nvPr/>
        </p:nvSpPr>
        <p:spPr>
          <a:xfrm xmlns:a="http://schemas.openxmlformats.org/drawingml/2006/main">
            <a:off x="152400" y="133350"/>
            <a:ext cx="609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6292B"/>
                </a:solidFill>
                <a:latin typeface="Arial"/>
                <a:ea typeface="Arial"/>
                <a:cs typeface="Arial"/>
              </a:defRPr>
            </a:pPr>
            <a:r>
              <a:rPr sz="1425" b="1">
                <a:solidFill>
                  <a:srgbClr val="26292B"/>
                </a:solidFill>
                <a:latin typeface="Arial"/>
                <a:ea typeface="Arial"/>
                <a:cs typeface="Arial"/>
              </a:rPr>
              <a:t>Learning from missing image patches</a:t>
            </a:r>
          </a:p>
        </p:txBody>
      </p:sp>
      <p:sp>
        <p:nvSpPr>
          <p:cNvPr id="2" name="input-heading">
            <a:extLst xmlns:a="http://schemas.openxmlformats.org/drawingml/2006/main">
              <a:ext uri="{FF2B5EF4-FFF2-40B4-BE49-F238E27FC236}">
                <a16:creationId xmlns:a16="http://schemas.microsoft.com/office/drawing/2014/main" id="{ECE8BA08-757C-4791-8D83-03D092DF7CD9}"/>
              </a:ext>
            </a:extLst>
          </p:cNvPr>
          <p:cNvSpPr>
            <a:spLocks xmlns:a="http://schemas.openxmlformats.org/drawingml/2006/main"/>
          </p:cNvSpPr>
          <p:nvPr/>
        </p:nvSpPr>
        <p:spPr>
          <a:xfrm xmlns:a="http://schemas.openxmlformats.org/drawingml/2006/main">
            <a:off x="152400" y="676275"/>
            <a:ext cx="1219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292B"/>
                </a:solidFill>
                <a:latin typeface="Arial"/>
                <a:ea typeface="Arial"/>
                <a:cs typeface="Arial"/>
              </a:defRPr>
            </a:pPr>
            <a:r>
              <a:rPr sz="900" b="1">
                <a:solidFill>
                  <a:srgbClr val="26292B"/>
                </a:solidFill>
                <a:latin typeface="Arial"/>
                <a:ea typeface="Arial"/>
                <a:cs typeface="Arial"/>
              </a:rPr>
              <a:t>Masked image</a:t>
            </a:r>
          </a:p>
        </p:txBody>
      </p:sp>
      <p:sp>
        <p:nvSpPr>
          <p:cNvPr id="3" name="input-sub">
            <a:extLst xmlns:a="http://schemas.openxmlformats.org/drawingml/2006/main">
              <a:ext uri="{FF2B5EF4-FFF2-40B4-BE49-F238E27FC236}">
                <a16:creationId xmlns:a16="http://schemas.microsoft.com/office/drawing/2014/main" id="{06C14911-71AE-4FD4-9AF8-1225C848C5FF}"/>
              </a:ext>
            </a:extLst>
          </p:cNvPr>
          <p:cNvSpPr>
            <a:spLocks xmlns:a="http://schemas.openxmlformats.org/drawingml/2006/main"/>
          </p:cNvSpPr>
          <p:nvPr/>
        </p:nvSpPr>
        <p:spPr>
          <a:xfrm xmlns:a="http://schemas.openxmlformats.org/drawingml/2006/main">
            <a:off x="152400" y="866775"/>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0">
                <a:solidFill>
                  <a:srgbClr val="52585B"/>
                </a:solidFill>
                <a:latin typeface="Arial"/>
                <a:ea typeface="Arial"/>
                <a:cs typeface="Arial"/>
              </a:defRPr>
            </a:pPr>
            <a:r>
              <a:rPr sz="900" b="0">
                <a:solidFill>
                  <a:srgbClr val="52585B"/>
                </a:solidFill>
                <a:latin typeface="Arial"/>
                <a:ea typeface="Arial"/>
                <a:cs typeface="Arial"/>
              </a:rPr>
              <a:t>4 × 4 patches</a:t>
            </a:r>
          </a:p>
        </p:txBody>
      </p:sp>
      <p:sp>
        <p:nvSpPr>
          <p:cNvPr id="4" name="gather-heading">
            <a:extLst xmlns:a="http://schemas.openxmlformats.org/drawingml/2006/main">
              <a:ext uri="{FF2B5EF4-FFF2-40B4-BE49-F238E27FC236}">
                <a16:creationId xmlns:a16="http://schemas.microsoft.com/office/drawing/2014/main" id="{A5DC029C-8DD2-4B3C-AAFD-764CF0B4D966}"/>
              </a:ext>
            </a:extLst>
          </p:cNvPr>
          <p:cNvSpPr>
            <a:spLocks xmlns:a="http://schemas.openxmlformats.org/drawingml/2006/main"/>
          </p:cNvSpPr>
          <p:nvPr/>
        </p:nvSpPr>
        <p:spPr>
          <a:xfrm xmlns:a="http://schemas.openxmlformats.org/drawingml/2006/main">
            <a:off x="1524000" y="685800"/>
            <a:ext cx="609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292B"/>
                </a:solidFill>
                <a:latin typeface="Arial"/>
                <a:ea typeface="Arial"/>
                <a:cs typeface="Arial"/>
              </a:defRPr>
            </a:pPr>
            <a:r>
              <a:rPr sz="900" b="1">
                <a:solidFill>
                  <a:srgbClr val="26292B"/>
                </a:solidFill>
                <a:latin typeface="Arial"/>
                <a:ea typeface="Arial"/>
                <a:cs typeface="Arial"/>
              </a:rPr>
              <a:t>Visible</a:t>
            </a:r>
          </a:p>
          <a:p xmlns:a="http://schemas.openxmlformats.org/drawingml/2006/main">
            <a:pPr algn="ctr">
              <a:defRPr sz="900" b="1">
                <a:solidFill>
                  <a:srgbClr val="26292B"/>
                </a:solidFill>
                <a:latin typeface="Arial"/>
                <a:ea typeface="Arial"/>
                <a:cs typeface="Arial"/>
              </a:defRPr>
            </a:pPr>
            <a:r>
              <a:rPr sz="900" b="1">
                <a:solidFill>
                  <a:srgbClr val="26292B"/>
                </a:solidFill>
                <a:latin typeface="Arial"/>
                <a:ea typeface="Arial"/>
                <a:cs typeface="Arial"/>
              </a:rPr>
              <a:t>patches</a:t>
            </a:r>
          </a:p>
        </p:txBody>
      </p:sp>
      <p:sp>
        <p:nvSpPr>
          <p:cNvPr id="5" name="latent-heading">
            <a:extLst xmlns:a="http://schemas.openxmlformats.org/drawingml/2006/main">
              <a:ext uri="{FF2B5EF4-FFF2-40B4-BE49-F238E27FC236}">
                <a16:creationId xmlns:a16="http://schemas.microsoft.com/office/drawing/2014/main" id="{64165953-3853-4BD3-AD86-03DE3F81DE37}"/>
              </a:ext>
            </a:extLst>
          </p:cNvPr>
          <p:cNvSpPr>
            <a:spLocks xmlns:a="http://schemas.openxmlformats.org/drawingml/2006/main"/>
          </p:cNvSpPr>
          <p:nvPr/>
        </p:nvSpPr>
        <p:spPr>
          <a:xfrm xmlns:a="http://schemas.openxmlformats.org/drawingml/2006/main">
            <a:off x="2762250" y="79057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292B"/>
                </a:solidFill>
                <a:latin typeface="Arial"/>
                <a:ea typeface="Arial"/>
                <a:cs typeface="Arial"/>
              </a:defRPr>
            </a:pPr>
            <a:r>
              <a:rPr sz="900" b="1">
                <a:solidFill>
                  <a:srgbClr val="26292B"/>
                </a:solidFill>
                <a:latin typeface="Arial"/>
                <a:ea typeface="Arial"/>
                <a:cs typeface="Arial"/>
              </a:rPr>
              <a:t>Latents</a:t>
            </a:r>
          </a:p>
        </p:txBody>
      </p:sp>
      <p:sp>
        <p:nvSpPr>
          <p:cNvPr id="6" name="restore-heading">
            <a:extLst xmlns:a="http://schemas.openxmlformats.org/drawingml/2006/main">
              <a:ext uri="{FF2B5EF4-FFF2-40B4-BE49-F238E27FC236}">
                <a16:creationId xmlns:a16="http://schemas.microsoft.com/office/drawing/2014/main" id="{23889E07-5477-4C29-81F0-D9803A16BC50}"/>
              </a:ext>
            </a:extLst>
          </p:cNvPr>
          <p:cNvSpPr>
            <a:spLocks xmlns:a="http://schemas.openxmlformats.org/drawingml/2006/main"/>
          </p:cNvSpPr>
          <p:nvPr/>
        </p:nvSpPr>
        <p:spPr>
          <a:xfrm xmlns:a="http://schemas.openxmlformats.org/drawingml/2006/main">
            <a:off x="3324225" y="695325"/>
            <a:ext cx="1085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292B"/>
                </a:solidFill>
                <a:latin typeface="Arial"/>
                <a:ea typeface="Arial"/>
                <a:cs typeface="Arial"/>
              </a:defRPr>
            </a:pPr>
            <a:r>
              <a:rPr sz="900" b="1">
                <a:solidFill>
                  <a:srgbClr val="26292B"/>
                </a:solidFill>
                <a:latin typeface="Arial"/>
                <a:ea typeface="Arial"/>
                <a:cs typeface="Arial"/>
              </a:rPr>
              <a:t>Restore order</a:t>
            </a:r>
          </a:p>
        </p:txBody>
      </p:sp>
      <p:sp>
        <p:nvSpPr>
          <p:cNvPr id="7" name="restore-sub">
            <a:extLst xmlns:a="http://schemas.openxmlformats.org/drawingml/2006/main">
              <a:ext uri="{FF2B5EF4-FFF2-40B4-BE49-F238E27FC236}">
                <a16:creationId xmlns:a16="http://schemas.microsoft.com/office/drawing/2014/main" id="{7B0D4FF0-4724-4D3C-B648-5D59F8231F34}"/>
              </a:ext>
            </a:extLst>
          </p:cNvPr>
          <p:cNvSpPr>
            <a:spLocks xmlns:a="http://schemas.openxmlformats.org/drawingml/2006/main"/>
          </p:cNvSpPr>
          <p:nvPr/>
        </p:nvSpPr>
        <p:spPr>
          <a:xfrm xmlns:a="http://schemas.openxmlformats.org/drawingml/2006/main">
            <a:off x="3324225" y="904875"/>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0">
                <a:solidFill>
                  <a:srgbClr val="52585B"/>
                </a:solidFill>
                <a:latin typeface="Arial"/>
                <a:ea typeface="Arial"/>
                <a:cs typeface="Arial"/>
              </a:defRPr>
            </a:pPr>
            <a:r>
              <a:rPr sz="863" b="0">
                <a:solidFill>
                  <a:srgbClr val="52585B"/>
                </a:solidFill>
                <a:latin typeface="Arial"/>
                <a:ea typeface="Arial"/>
                <a:cs typeface="Arial"/>
              </a:rPr>
              <a:t>+ mask tokens</a:t>
            </a:r>
          </a:p>
        </p:txBody>
      </p:sp>
      <p:sp>
        <p:nvSpPr>
          <p:cNvPr id="8" name="prediction-heading">
            <a:extLst xmlns:a="http://schemas.openxmlformats.org/drawingml/2006/main">
              <a:ext uri="{FF2B5EF4-FFF2-40B4-BE49-F238E27FC236}">
                <a16:creationId xmlns:a16="http://schemas.microsoft.com/office/drawing/2014/main" id="{668F9425-0344-477F-AA98-376D8AD562B9}"/>
              </a:ext>
            </a:extLst>
          </p:cNvPr>
          <p:cNvSpPr>
            <a:spLocks xmlns:a="http://schemas.openxmlformats.org/drawingml/2006/main"/>
          </p:cNvSpPr>
          <p:nvPr/>
        </p:nvSpPr>
        <p:spPr>
          <a:xfrm xmlns:a="http://schemas.openxmlformats.org/drawingml/2006/main">
            <a:off x="5095875" y="714375"/>
            <a:ext cx="12477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292B"/>
                </a:solidFill>
                <a:latin typeface="Arial"/>
                <a:ea typeface="Arial"/>
                <a:cs typeface="Arial"/>
              </a:defRPr>
            </a:pPr>
            <a:r>
              <a:rPr sz="900" b="1">
                <a:solidFill>
                  <a:srgbClr val="26292B"/>
                </a:solidFill>
                <a:latin typeface="Arial"/>
                <a:ea typeface="Arial"/>
                <a:cs typeface="Arial"/>
              </a:rPr>
              <a:t>Predicted patches</a:t>
            </a:r>
          </a:p>
        </p:txBody>
      </p:sp>
      <p:sp>
        <p:nvSpPr>
          <p:cNvPr id="9" name="prediction-sub">
            <a:extLst xmlns:a="http://schemas.openxmlformats.org/drawingml/2006/main">
              <a:ext uri="{FF2B5EF4-FFF2-40B4-BE49-F238E27FC236}">
                <a16:creationId xmlns:a16="http://schemas.microsoft.com/office/drawing/2014/main" id="{3699A5FA-0216-4014-8189-2CB9593F6C56}"/>
              </a:ext>
            </a:extLst>
          </p:cNvPr>
          <p:cNvSpPr>
            <a:spLocks xmlns:a="http://schemas.openxmlformats.org/drawingml/2006/main"/>
          </p:cNvSpPr>
          <p:nvPr/>
        </p:nvSpPr>
        <p:spPr>
          <a:xfrm xmlns:a="http://schemas.openxmlformats.org/drawingml/2006/main">
            <a:off x="5095875" y="923925"/>
            <a:ext cx="12477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0">
                <a:solidFill>
                  <a:srgbClr val="52585B"/>
                </a:solidFill>
                <a:latin typeface="Arial"/>
                <a:ea typeface="Arial"/>
                <a:cs typeface="Arial"/>
              </a:defRPr>
            </a:pPr>
            <a:r>
              <a:rPr sz="900" b="0">
                <a:solidFill>
                  <a:srgbClr val="52585B"/>
                </a:solidFill>
                <a:latin typeface="Arial"/>
                <a:ea typeface="Arial"/>
                <a:cs typeface="Arial"/>
              </a:rPr>
              <a:t>symbolic</a:t>
            </a:r>
          </a:p>
        </p:txBody>
      </p:sp>
      <p:sp>
        <p:nvSpPr>
          <p:cNvPr id="10" name="masked-field">
            <a:extLst xmlns:a="http://schemas.openxmlformats.org/drawingml/2006/main">
              <a:ext uri="{FF2B5EF4-FFF2-40B4-BE49-F238E27FC236}">
                <a16:creationId xmlns:a16="http://schemas.microsoft.com/office/drawing/2014/main" id="{CF27DC42-0552-40BD-A756-DA9649B2D447}"/>
              </a:ext>
            </a:extLst>
          </p:cNvPr>
          <p:cNvSpPr>
            <a:spLocks xmlns:a="http://schemas.openxmlformats.org/drawingml/2006/main"/>
          </p:cNvSpPr>
          <p:nvPr/>
        </p:nvSpPr>
        <p:spPr>
          <a:xfrm xmlns:a="http://schemas.openxmlformats.org/drawingml/2006/main">
            <a:off x="152400" y="1143000"/>
            <a:ext cx="1219200" cy="1219200"/>
          </a:xfrm>
          <a:prstGeom xmlns:a="http://schemas.openxmlformats.org/drawingml/2006/main" prst="rect">
            <a:avLst/>
          </a:prstGeom>
          <a:noFill xmlns:a="http://schemas.openxmlformats.org/drawingml/2006/main"/>
          <a:ln xmlns:a="http://schemas.openxmlformats.org/drawingml/2006/main" w="9525">
            <a:solidFill>
              <a:srgbClr val="747B7F"/>
            </a:solidFill>
            <a:prstDash val="solid"/>
          </a:ln>
        </p:spPr>
      </p:sp>
      <p:sp>
        <p:nvSpPr>
          <p:cNvPr id="11" name="input-mask-1">
            <a:extLst xmlns:a="http://schemas.openxmlformats.org/drawingml/2006/main">
              <a:ext uri="{FF2B5EF4-FFF2-40B4-BE49-F238E27FC236}">
                <a16:creationId xmlns:a16="http://schemas.microsoft.com/office/drawing/2014/main" id="{EF83EF7C-94B7-4D3D-A082-E3943DB75A68}"/>
              </a:ext>
            </a:extLst>
          </p:cNvPr>
          <p:cNvSpPr>
            <a:spLocks xmlns:a="http://schemas.openxmlformats.org/drawingml/2006/main"/>
          </p:cNvSpPr>
          <p:nvPr/>
        </p:nvSpPr>
        <p:spPr>
          <a:xfrm xmlns:a="http://schemas.openxmlformats.org/drawingml/2006/main">
            <a:off x="152400" y="11430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12" name="input-border-1">
            <a:extLst xmlns:a="http://schemas.openxmlformats.org/drawingml/2006/main">
              <a:ext uri="{FF2B5EF4-FFF2-40B4-BE49-F238E27FC236}">
                <a16:creationId xmlns:a16="http://schemas.microsoft.com/office/drawing/2014/main" id="{5C3B5597-6F4E-4DE0-B2B8-526B57C3490F}"/>
              </a:ext>
            </a:extLst>
          </p:cNvPr>
          <p:cNvSpPr>
            <a:spLocks xmlns:a="http://schemas.openxmlformats.org/drawingml/2006/main"/>
          </p:cNvSpPr>
          <p:nvPr/>
        </p:nvSpPr>
        <p:spPr>
          <a:xfrm xmlns:a="http://schemas.openxmlformats.org/drawingml/2006/main">
            <a:off x="152400" y="11430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pic>
        <p:nvPicPr>
          <p:cNvPr id="133" name="input-photo-2" descr="Original image patch 2; row-major 4 by 4 partition."/>
          <p:cNvPicPr>
            <a:picLocks xmlns:a="http://schemas.openxmlformats.org/drawingml/2006/main" noChangeAspect="1"/>
          </p:cNvPicPr>
          <p:nvPr/>
        </p:nvPicPr>
        <p:blipFill>
          <a:blip xmlns:r="http://schemas.openxmlformats.org/officeDocument/2006/relationships" xmlns:a="http://schemas.openxmlformats.org/drawingml/2006/main" r:embed="Re143754ea6864086"/>
          <ns0:srcRect xmlns:ns0="http://schemas.openxmlformats.org/drawingml/2006/main" l="25000" t="0" r="50000" b="75000"/>
          <a:stretch xmlns:a="http://schemas.openxmlformats.org/drawingml/2006/main"/>
        </p:blipFill>
        <p:spPr>
          <a:xfrm xmlns:a="http://schemas.openxmlformats.org/drawingml/2006/main">
            <a:off x="457200" y="1143000"/>
            <a:ext cx="304800" cy="304800"/>
          </a:xfrm>
          <a:prstGeom xmlns:a="http://schemas.openxmlformats.org/drawingml/2006/main" prst="rect">
            <a:avLst/>
          </a:prstGeom>
        </p:spPr>
      </p:pic>
      <p:sp>
        <p:nvSpPr>
          <p:cNvPr id="14" name="input-id-bg-2">
            <a:extLst xmlns:a="http://schemas.openxmlformats.org/drawingml/2006/main">
              <a:ext uri="{FF2B5EF4-FFF2-40B4-BE49-F238E27FC236}">
                <a16:creationId xmlns:a16="http://schemas.microsoft.com/office/drawing/2014/main" id="{F51FCD67-0064-4E03-8483-D559F48F1B0D}"/>
              </a:ext>
            </a:extLst>
          </p:cNvPr>
          <p:cNvSpPr>
            <a:spLocks xmlns:a="http://schemas.openxmlformats.org/drawingml/2006/main"/>
          </p:cNvSpPr>
          <p:nvPr/>
        </p:nvSpPr>
        <p:spPr>
          <a:xfrm xmlns:a="http://schemas.openxmlformats.org/drawingml/2006/main">
            <a:off x="466725" y="1304925"/>
            <a:ext cx="171450" cy="133350"/>
          </a:xfrm>
          <a:prstGeom xmlns:a="http://schemas.openxmlformats.org/drawingml/2006/main" prst="rect">
            <a:avLst/>
          </a:prstGeom>
          <a:solidFill xmlns:a="http://schemas.openxmlformats.org/drawingml/2006/main">
            <a:srgbClr val="FFFFFF"/>
          </a:solidFill>
          <a:ln xmlns:a="http://schemas.openxmlformats.org/drawingml/2006/main" w="8573">
            <a:noFill/>
            <a:prstDash val="solid"/>
          </a:ln>
        </p:spPr>
      </p:sp>
      <p:sp>
        <p:nvSpPr>
          <p:cNvPr id="15" name="input-id-2">
            <a:extLst xmlns:a="http://schemas.openxmlformats.org/drawingml/2006/main">
              <a:ext uri="{FF2B5EF4-FFF2-40B4-BE49-F238E27FC236}">
                <a16:creationId xmlns:a16="http://schemas.microsoft.com/office/drawing/2014/main" id="{1DA23DBD-3E8B-447B-8322-F3C762C4CBBB}"/>
              </a:ext>
            </a:extLst>
          </p:cNvPr>
          <p:cNvSpPr>
            <a:spLocks xmlns:a="http://schemas.openxmlformats.org/drawingml/2006/main"/>
          </p:cNvSpPr>
          <p:nvPr/>
        </p:nvSpPr>
        <p:spPr>
          <a:xfrm xmlns:a="http://schemas.openxmlformats.org/drawingml/2006/main">
            <a:off x="466725" y="1304925"/>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1">
                <a:solidFill>
                  <a:srgbClr val="26292B"/>
                </a:solidFill>
                <a:latin typeface="Arial"/>
                <a:ea typeface="Arial"/>
                <a:cs typeface="Arial"/>
              </a:defRPr>
            </a:pPr>
            <a:r>
              <a:rPr sz="863" b="1">
                <a:solidFill>
                  <a:srgbClr val="26292B"/>
                </a:solidFill>
                <a:latin typeface="Arial"/>
                <a:ea typeface="Arial"/>
                <a:cs typeface="Arial"/>
              </a:rPr>
              <a:t>2</a:t>
            </a:r>
          </a:p>
        </p:txBody>
      </p:sp>
      <p:sp>
        <p:nvSpPr>
          <p:cNvPr id="16" name="input-border-2">
            <a:extLst xmlns:a="http://schemas.openxmlformats.org/drawingml/2006/main">
              <a:ext uri="{FF2B5EF4-FFF2-40B4-BE49-F238E27FC236}">
                <a16:creationId xmlns:a16="http://schemas.microsoft.com/office/drawing/2014/main" id="{0DA2696C-9089-4609-B2FD-333F21A54003}"/>
              </a:ext>
            </a:extLst>
          </p:cNvPr>
          <p:cNvSpPr>
            <a:spLocks xmlns:a="http://schemas.openxmlformats.org/drawingml/2006/main"/>
          </p:cNvSpPr>
          <p:nvPr/>
        </p:nvSpPr>
        <p:spPr>
          <a:xfrm xmlns:a="http://schemas.openxmlformats.org/drawingml/2006/main">
            <a:off x="457200" y="11430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17" name="input-mask-3">
            <a:extLst xmlns:a="http://schemas.openxmlformats.org/drawingml/2006/main">
              <a:ext uri="{FF2B5EF4-FFF2-40B4-BE49-F238E27FC236}">
                <a16:creationId xmlns:a16="http://schemas.microsoft.com/office/drawing/2014/main" id="{EEBB1DC7-FF22-4CE7-9B43-6AD225BD2229}"/>
              </a:ext>
            </a:extLst>
          </p:cNvPr>
          <p:cNvSpPr>
            <a:spLocks xmlns:a="http://schemas.openxmlformats.org/drawingml/2006/main"/>
          </p:cNvSpPr>
          <p:nvPr/>
        </p:nvSpPr>
        <p:spPr>
          <a:xfrm xmlns:a="http://schemas.openxmlformats.org/drawingml/2006/main">
            <a:off x="762000" y="11430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18" name="input-border-3">
            <a:extLst xmlns:a="http://schemas.openxmlformats.org/drawingml/2006/main">
              <a:ext uri="{FF2B5EF4-FFF2-40B4-BE49-F238E27FC236}">
                <a16:creationId xmlns:a16="http://schemas.microsoft.com/office/drawing/2014/main" id="{4145AB0A-4E34-4A29-9CA3-83C56286BBAE}"/>
              </a:ext>
            </a:extLst>
          </p:cNvPr>
          <p:cNvSpPr>
            <a:spLocks xmlns:a="http://schemas.openxmlformats.org/drawingml/2006/main"/>
          </p:cNvSpPr>
          <p:nvPr/>
        </p:nvSpPr>
        <p:spPr>
          <a:xfrm xmlns:a="http://schemas.openxmlformats.org/drawingml/2006/main">
            <a:off x="762000" y="11430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19" name="input-mask-4">
            <a:extLst xmlns:a="http://schemas.openxmlformats.org/drawingml/2006/main">
              <a:ext uri="{FF2B5EF4-FFF2-40B4-BE49-F238E27FC236}">
                <a16:creationId xmlns:a16="http://schemas.microsoft.com/office/drawing/2014/main" id="{5E88ABD1-CB88-47A0-9321-C8953DA75EB3}"/>
              </a:ext>
            </a:extLst>
          </p:cNvPr>
          <p:cNvSpPr>
            <a:spLocks xmlns:a="http://schemas.openxmlformats.org/drawingml/2006/main"/>
          </p:cNvSpPr>
          <p:nvPr/>
        </p:nvSpPr>
        <p:spPr>
          <a:xfrm xmlns:a="http://schemas.openxmlformats.org/drawingml/2006/main">
            <a:off x="1066800" y="11430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20" name="input-border-4">
            <a:extLst xmlns:a="http://schemas.openxmlformats.org/drawingml/2006/main">
              <a:ext uri="{FF2B5EF4-FFF2-40B4-BE49-F238E27FC236}">
                <a16:creationId xmlns:a16="http://schemas.microsoft.com/office/drawing/2014/main" id="{FCE006AA-FF09-40FD-84D6-0FC0B7AF8CC8}"/>
              </a:ext>
            </a:extLst>
          </p:cNvPr>
          <p:cNvSpPr>
            <a:spLocks xmlns:a="http://schemas.openxmlformats.org/drawingml/2006/main"/>
          </p:cNvSpPr>
          <p:nvPr/>
        </p:nvSpPr>
        <p:spPr>
          <a:xfrm xmlns:a="http://schemas.openxmlformats.org/drawingml/2006/main">
            <a:off x="1066800" y="11430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pic>
        <p:nvPicPr>
          <p:cNvPr id="141" name="input-photo-5" descr="Original image patch 5; row-major 4 by 4 partition."/>
          <p:cNvPicPr>
            <a:picLocks xmlns:a="http://schemas.openxmlformats.org/drawingml/2006/main" noChangeAspect="1"/>
          </p:cNvPicPr>
          <p:nvPr/>
        </p:nvPicPr>
        <p:blipFill>
          <a:blip xmlns:r="http://schemas.openxmlformats.org/officeDocument/2006/relationships" xmlns:a="http://schemas.openxmlformats.org/drawingml/2006/main" r:embed="R590ec4989b96483d"/>
          <ns0:srcRect xmlns:ns0="http://schemas.openxmlformats.org/drawingml/2006/main" l="0" t="25000" r="75000" b="50000"/>
          <a:stretch xmlns:a="http://schemas.openxmlformats.org/drawingml/2006/main"/>
        </p:blipFill>
        <p:spPr>
          <a:xfrm xmlns:a="http://schemas.openxmlformats.org/drawingml/2006/main">
            <a:off x="152400" y="1447800"/>
            <a:ext cx="304800" cy="304800"/>
          </a:xfrm>
          <a:prstGeom xmlns:a="http://schemas.openxmlformats.org/drawingml/2006/main" prst="rect">
            <a:avLst/>
          </a:prstGeom>
        </p:spPr>
      </p:pic>
      <p:sp>
        <p:nvSpPr>
          <p:cNvPr id="22" name="input-id-bg-5">
            <a:extLst xmlns:a="http://schemas.openxmlformats.org/drawingml/2006/main">
              <a:ext uri="{FF2B5EF4-FFF2-40B4-BE49-F238E27FC236}">
                <a16:creationId xmlns:a16="http://schemas.microsoft.com/office/drawing/2014/main" id="{60AD4632-F2EE-48C0-83FB-C40AD179301B}"/>
              </a:ext>
            </a:extLst>
          </p:cNvPr>
          <p:cNvSpPr>
            <a:spLocks xmlns:a="http://schemas.openxmlformats.org/drawingml/2006/main"/>
          </p:cNvSpPr>
          <p:nvPr/>
        </p:nvSpPr>
        <p:spPr>
          <a:xfrm xmlns:a="http://schemas.openxmlformats.org/drawingml/2006/main">
            <a:off x="161925" y="1609725"/>
            <a:ext cx="171450" cy="133350"/>
          </a:xfrm>
          <a:prstGeom xmlns:a="http://schemas.openxmlformats.org/drawingml/2006/main" prst="rect">
            <a:avLst/>
          </a:prstGeom>
          <a:solidFill xmlns:a="http://schemas.openxmlformats.org/drawingml/2006/main">
            <a:srgbClr val="FFFFFF"/>
          </a:solidFill>
          <a:ln xmlns:a="http://schemas.openxmlformats.org/drawingml/2006/main" w="8573">
            <a:noFill/>
            <a:prstDash val="solid"/>
          </a:ln>
        </p:spPr>
      </p:sp>
      <p:sp>
        <p:nvSpPr>
          <p:cNvPr id="23" name="input-id-5">
            <a:extLst xmlns:a="http://schemas.openxmlformats.org/drawingml/2006/main">
              <a:ext uri="{FF2B5EF4-FFF2-40B4-BE49-F238E27FC236}">
                <a16:creationId xmlns:a16="http://schemas.microsoft.com/office/drawing/2014/main" id="{F8198689-0DBF-4D7D-9B0A-CB488D15BF33}"/>
              </a:ext>
            </a:extLst>
          </p:cNvPr>
          <p:cNvSpPr>
            <a:spLocks xmlns:a="http://schemas.openxmlformats.org/drawingml/2006/main"/>
          </p:cNvSpPr>
          <p:nvPr/>
        </p:nvSpPr>
        <p:spPr>
          <a:xfrm xmlns:a="http://schemas.openxmlformats.org/drawingml/2006/main">
            <a:off x="161925" y="1609725"/>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1">
                <a:solidFill>
                  <a:srgbClr val="26292B"/>
                </a:solidFill>
                <a:latin typeface="Arial"/>
                <a:ea typeface="Arial"/>
                <a:cs typeface="Arial"/>
              </a:defRPr>
            </a:pPr>
            <a:r>
              <a:rPr sz="863" b="1">
                <a:solidFill>
                  <a:srgbClr val="26292B"/>
                </a:solidFill>
                <a:latin typeface="Arial"/>
                <a:ea typeface="Arial"/>
                <a:cs typeface="Arial"/>
              </a:rPr>
              <a:t>5</a:t>
            </a:r>
          </a:p>
        </p:txBody>
      </p:sp>
      <p:sp>
        <p:nvSpPr>
          <p:cNvPr id="24" name="input-border-5">
            <a:extLst xmlns:a="http://schemas.openxmlformats.org/drawingml/2006/main">
              <a:ext uri="{FF2B5EF4-FFF2-40B4-BE49-F238E27FC236}">
                <a16:creationId xmlns:a16="http://schemas.microsoft.com/office/drawing/2014/main" id="{19A15C5C-9FE7-4237-A5F3-C1C2D1EA197A}"/>
              </a:ext>
            </a:extLst>
          </p:cNvPr>
          <p:cNvSpPr>
            <a:spLocks xmlns:a="http://schemas.openxmlformats.org/drawingml/2006/main"/>
          </p:cNvSpPr>
          <p:nvPr/>
        </p:nvSpPr>
        <p:spPr>
          <a:xfrm xmlns:a="http://schemas.openxmlformats.org/drawingml/2006/main">
            <a:off x="152400" y="14478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25" name="input-mask-6">
            <a:extLst xmlns:a="http://schemas.openxmlformats.org/drawingml/2006/main">
              <a:ext uri="{FF2B5EF4-FFF2-40B4-BE49-F238E27FC236}">
                <a16:creationId xmlns:a16="http://schemas.microsoft.com/office/drawing/2014/main" id="{C683F98E-DB60-4CEE-8870-0EA4334CA260}"/>
              </a:ext>
            </a:extLst>
          </p:cNvPr>
          <p:cNvSpPr>
            <a:spLocks xmlns:a="http://schemas.openxmlformats.org/drawingml/2006/main"/>
          </p:cNvSpPr>
          <p:nvPr/>
        </p:nvSpPr>
        <p:spPr>
          <a:xfrm xmlns:a="http://schemas.openxmlformats.org/drawingml/2006/main">
            <a:off x="457200" y="14478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26" name="input-border-6">
            <a:extLst xmlns:a="http://schemas.openxmlformats.org/drawingml/2006/main">
              <a:ext uri="{FF2B5EF4-FFF2-40B4-BE49-F238E27FC236}">
                <a16:creationId xmlns:a16="http://schemas.microsoft.com/office/drawing/2014/main" id="{1822C4EC-75B5-4301-A265-9C061743A0BE}"/>
              </a:ext>
            </a:extLst>
          </p:cNvPr>
          <p:cNvSpPr>
            <a:spLocks xmlns:a="http://schemas.openxmlformats.org/drawingml/2006/main"/>
          </p:cNvSpPr>
          <p:nvPr/>
        </p:nvSpPr>
        <p:spPr>
          <a:xfrm xmlns:a="http://schemas.openxmlformats.org/drawingml/2006/main">
            <a:off x="457200" y="14478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27" name="input-mask-7">
            <a:extLst xmlns:a="http://schemas.openxmlformats.org/drawingml/2006/main">
              <a:ext uri="{FF2B5EF4-FFF2-40B4-BE49-F238E27FC236}">
                <a16:creationId xmlns:a16="http://schemas.microsoft.com/office/drawing/2014/main" id="{BA1FB251-4045-4F59-9346-C52DB173DC08}"/>
              </a:ext>
            </a:extLst>
          </p:cNvPr>
          <p:cNvSpPr>
            <a:spLocks xmlns:a="http://schemas.openxmlformats.org/drawingml/2006/main"/>
          </p:cNvSpPr>
          <p:nvPr/>
        </p:nvSpPr>
        <p:spPr>
          <a:xfrm xmlns:a="http://schemas.openxmlformats.org/drawingml/2006/main">
            <a:off x="762000" y="14478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28" name="input-border-7">
            <a:extLst xmlns:a="http://schemas.openxmlformats.org/drawingml/2006/main">
              <a:ext uri="{FF2B5EF4-FFF2-40B4-BE49-F238E27FC236}">
                <a16:creationId xmlns:a16="http://schemas.microsoft.com/office/drawing/2014/main" id="{AC4D36BE-C3F5-4388-8E04-9512DA9B108E}"/>
              </a:ext>
            </a:extLst>
          </p:cNvPr>
          <p:cNvSpPr>
            <a:spLocks xmlns:a="http://schemas.openxmlformats.org/drawingml/2006/main"/>
          </p:cNvSpPr>
          <p:nvPr/>
        </p:nvSpPr>
        <p:spPr>
          <a:xfrm xmlns:a="http://schemas.openxmlformats.org/drawingml/2006/main">
            <a:off x="762000" y="14478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29" name="input-mask-8">
            <a:extLst xmlns:a="http://schemas.openxmlformats.org/drawingml/2006/main">
              <a:ext uri="{FF2B5EF4-FFF2-40B4-BE49-F238E27FC236}">
                <a16:creationId xmlns:a16="http://schemas.microsoft.com/office/drawing/2014/main" id="{55974E4A-A72C-46F5-900B-B27D23ACB1BC}"/>
              </a:ext>
            </a:extLst>
          </p:cNvPr>
          <p:cNvSpPr>
            <a:spLocks xmlns:a="http://schemas.openxmlformats.org/drawingml/2006/main"/>
          </p:cNvSpPr>
          <p:nvPr/>
        </p:nvSpPr>
        <p:spPr>
          <a:xfrm xmlns:a="http://schemas.openxmlformats.org/drawingml/2006/main">
            <a:off x="1066800" y="14478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30" name="input-border-8">
            <a:extLst xmlns:a="http://schemas.openxmlformats.org/drawingml/2006/main">
              <a:ext uri="{FF2B5EF4-FFF2-40B4-BE49-F238E27FC236}">
                <a16:creationId xmlns:a16="http://schemas.microsoft.com/office/drawing/2014/main" id="{2E77F95D-74FC-460B-A11C-0AF7C7D45796}"/>
              </a:ext>
            </a:extLst>
          </p:cNvPr>
          <p:cNvSpPr>
            <a:spLocks xmlns:a="http://schemas.openxmlformats.org/drawingml/2006/main"/>
          </p:cNvSpPr>
          <p:nvPr/>
        </p:nvSpPr>
        <p:spPr>
          <a:xfrm xmlns:a="http://schemas.openxmlformats.org/drawingml/2006/main">
            <a:off x="1066800" y="14478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31" name="input-mask-9">
            <a:extLst xmlns:a="http://schemas.openxmlformats.org/drawingml/2006/main">
              <a:ext uri="{FF2B5EF4-FFF2-40B4-BE49-F238E27FC236}">
                <a16:creationId xmlns:a16="http://schemas.microsoft.com/office/drawing/2014/main" id="{36FBA2E7-09FB-496D-944D-CF1E5874A4B4}"/>
              </a:ext>
            </a:extLst>
          </p:cNvPr>
          <p:cNvSpPr>
            <a:spLocks xmlns:a="http://schemas.openxmlformats.org/drawingml/2006/main"/>
          </p:cNvSpPr>
          <p:nvPr/>
        </p:nvSpPr>
        <p:spPr>
          <a:xfrm xmlns:a="http://schemas.openxmlformats.org/drawingml/2006/main">
            <a:off x="152400" y="17526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32" name="input-border-9">
            <a:extLst xmlns:a="http://schemas.openxmlformats.org/drawingml/2006/main">
              <a:ext uri="{FF2B5EF4-FFF2-40B4-BE49-F238E27FC236}">
                <a16:creationId xmlns:a16="http://schemas.microsoft.com/office/drawing/2014/main" id="{6ADB1003-AE5D-4194-BE56-7950A2C402C7}"/>
              </a:ext>
            </a:extLst>
          </p:cNvPr>
          <p:cNvSpPr>
            <a:spLocks xmlns:a="http://schemas.openxmlformats.org/drawingml/2006/main"/>
          </p:cNvSpPr>
          <p:nvPr/>
        </p:nvSpPr>
        <p:spPr>
          <a:xfrm xmlns:a="http://schemas.openxmlformats.org/drawingml/2006/main">
            <a:off x="152400" y="17526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pic>
        <p:nvPicPr>
          <p:cNvPr id="153" name="input-photo-10" descr="Original image patch 10; row-major 4 by 4 partition."/>
          <p:cNvPicPr>
            <a:picLocks xmlns:a="http://schemas.openxmlformats.org/drawingml/2006/main" noChangeAspect="1"/>
          </p:cNvPicPr>
          <p:nvPr/>
        </p:nvPicPr>
        <p:blipFill>
          <a:blip xmlns:r="http://schemas.openxmlformats.org/officeDocument/2006/relationships" xmlns:a="http://schemas.openxmlformats.org/drawingml/2006/main" r:embed="R94c954c12f72402a"/>
          <ns0:srcRect xmlns:ns0="http://schemas.openxmlformats.org/drawingml/2006/main" l="25000" t="50000" r="50000" b="25000"/>
          <a:stretch xmlns:a="http://schemas.openxmlformats.org/drawingml/2006/main"/>
        </p:blipFill>
        <p:spPr>
          <a:xfrm xmlns:a="http://schemas.openxmlformats.org/drawingml/2006/main">
            <a:off x="457200" y="1752600"/>
            <a:ext cx="304800" cy="304800"/>
          </a:xfrm>
          <a:prstGeom xmlns:a="http://schemas.openxmlformats.org/drawingml/2006/main" prst="rect">
            <a:avLst/>
          </a:prstGeom>
        </p:spPr>
      </p:pic>
      <p:sp>
        <p:nvSpPr>
          <p:cNvPr id="34" name="input-id-bg-10">
            <a:extLst xmlns:a="http://schemas.openxmlformats.org/drawingml/2006/main">
              <a:ext uri="{FF2B5EF4-FFF2-40B4-BE49-F238E27FC236}">
                <a16:creationId xmlns:a16="http://schemas.microsoft.com/office/drawing/2014/main" id="{4A489438-B3E0-441A-B83C-2A44EC965E5D}"/>
              </a:ext>
            </a:extLst>
          </p:cNvPr>
          <p:cNvSpPr>
            <a:spLocks xmlns:a="http://schemas.openxmlformats.org/drawingml/2006/main"/>
          </p:cNvSpPr>
          <p:nvPr/>
        </p:nvSpPr>
        <p:spPr>
          <a:xfrm xmlns:a="http://schemas.openxmlformats.org/drawingml/2006/main">
            <a:off x="466725" y="1914525"/>
            <a:ext cx="171450" cy="133350"/>
          </a:xfrm>
          <a:prstGeom xmlns:a="http://schemas.openxmlformats.org/drawingml/2006/main" prst="rect">
            <a:avLst/>
          </a:prstGeom>
          <a:solidFill xmlns:a="http://schemas.openxmlformats.org/drawingml/2006/main">
            <a:srgbClr val="FFFFFF"/>
          </a:solidFill>
          <a:ln xmlns:a="http://schemas.openxmlformats.org/drawingml/2006/main" w="8573">
            <a:noFill/>
            <a:prstDash val="solid"/>
          </a:ln>
        </p:spPr>
      </p:sp>
      <p:sp>
        <p:nvSpPr>
          <p:cNvPr id="35" name="input-id-10">
            <a:extLst xmlns:a="http://schemas.openxmlformats.org/drawingml/2006/main">
              <a:ext uri="{FF2B5EF4-FFF2-40B4-BE49-F238E27FC236}">
                <a16:creationId xmlns:a16="http://schemas.microsoft.com/office/drawing/2014/main" id="{497539D1-92E2-4F8B-9B12-D509C3180B4C}"/>
              </a:ext>
            </a:extLst>
          </p:cNvPr>
          <p:cNvSpPr>
            <a:spLocks xmlns:a="http://schemas.openxmlformats.org/drawingml/2006/main"/>
          </p:cNvSpPr>
          <p:nvPr/>
        </p:nvSpPr>
        <p:spPr>
          <a:xfrm xmlns:a="http://schemas.openxmlformats.org/drawingml/2006/main">
            <a:off x="466725" y="1914525"/>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1">
                <a:solidFill>
                  <a:srgbClr val="26292B"/>
                </a:solidFill>
                <a:latin typeface="Arial"/>
                <a:ea typeface="Arial"/>
                <a:cs typeface="Arial"/>
              </a:defRPr>
            </a:pPr>
            <a:r>
              <a:rPr sz="863" b="1">
                <a:solidFill>
                  <a:srgbClr val="26292B"/>
                </a:solidFill>
                <a:latin typeface="Arial"/>
                <a:ea typeface="Arial"/>
                <a:cs typeface="Arial"/>
              </a:rPr>
              <a:t>10</a:t>
            </a:r>
          </a:p>
        </p:txBody>
      </p:sp>
      <p:sp>
        <p:nvSpPr>
          <p:cNvPr id="36" name="input-border-10">
            <a:extLst xmlns:a="http://schemas.openxmlformats.org/drawingml/2006/main">
              <a:ext uri="{FF2B5EF4-FFF2-40B4-BE49-F238E27FC236}">
                <a16:creationId xmlns:a16="http://schemas.microsoft.com/office/drawing/2014/main" id="{ED860BEB-417C-4F21-92C1-4EEF368B3B52}"/>
              </a:ext>
            </a:extLst>
          </p:cNvPr>
          <p:cNvSpPr>
            <a:spLocks xmlns:a="http://schemas.openxmlformats.org/drawingml/2006/main"/>
          </p:cNvSpPr>
          <p:nvPr/>
        </p:nvSpPr>
        <p:spPr>
          <a:xfrm xmlns:a="http://schemas.openxmlformats.org/drawingml/2006/main">
            <a:off x="457200" y="17526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37" name="input-mask-11">
            <a:extLst xmlns:a="http://schemas.openxmlformats.org/drawingml/2006/main">
              <a:ext uri="{FF2B5EF4-FFF2-40B4-BE49-F238E27FC236}">
                <a16:creationId xmlns:a16="http://schemas.microsoft.com/office/drawing/2014/main" id="{BE52C0CF-BCEC-4393-A458-B996F62A5CF2}"/>
              </a:ext>
            </a:extLst>
          </p:cNvPr>
          <p:cNvSpPr>
            <a:spLocks xmlns:a="http://schemas.openxmlformats.org/drawingml/2006/main"/>
          </p:cNvSpPr>
          <p:nvPr/>
        </p:nvSpPr>
        <p:spPr>
          <a:xfrm xmlns:a="http://schemas.openxmlformats.org/drawingml/2006/main">
            <a:off x="762000" y="17526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38" name="input-border-11">
            <a:extLst xmlns:a="http://schemas.openxmlformats.org/drawingml/2006/main">
              <a:ext uri="{FF2B5EF4-FFF2-40B4-BE49-F238E27FC236}">
                <a16:creationId xmlns:a16="http://schemas.microsoft.com/office/drawing/2014/main" id="{FE4A508F-2CE3-4A51-9FAC-F20EF23C4648}"/>
              </a:ext>
            </a:extLst>
          </p:cNvPr>
          <p:cNvSpPr>
            <a:spLocks xmlns:a="http://schemas.openxmlformats.org/drawingml/2006/main"/>
          </p:cNvSpPr>
          <p:nvPr/>
        </p:nvSpPr>
        <p:spPr>
          <a:xfrm xmlns:a="http://schemas.openxmlformats.org/drawingml/2006/main">
            <a:off x="762000" y="17526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39" name="input-mask-12">
            <a:extLst xmlns:a="http://schemas.openxmlformats.org/drawingml/2006/main">
              <a:ext uri="{FF2B5EF4-FFF2-40B4-BE49-F238E27FC236}">
                <a16:creationId xmlns:a16="http://schemas.microsoft.com/office/drawing/2014/main" id="{D907FC30-EE86-488B-B439-8837E466A27A}"/>
              </a:ext>
            </a:extLst>
          </p:cNvPr>
          <p:cNvSpPr>
            <a:spLocks xmlns:a="http://schemas.openxmlformats.org/drawingml/2006/main"/>
          </p:cNvSpPr>
          <p:nvPr/>
        </p:nvSpPr>
        <p:spPr>
          <a:xfrm xmlns:a="http://schemas.openxmlformats.org/drawingml/2006/main">
            <a:off x="1066800" y="17526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40" name="input-border-12">
            <a:extLst xmlns:a="http://schemas.openxmlformats.org/drawingml/2006/main">
              <a:ext uri="{FF2B5EF4-FFF2-40B4-BE49-F238E27FC236}">
                <a16:creationId xmlns:a16="http://schemas.microsoft.com/office/drawing/2014/main" id="{61AA9D0D-7B96-4D62-800A-F3EFA8EF4C68}"/>
              </a:ext>
            </a:extLst>
          </p:cNvPr>
          <p:cNvSpPr>
            <a:spLocks xmlns:a="http://schemas.openxmlformats.org/drawingml/2006/main"/>
          </p:cNvSpPr>
          <p:nvPr/>
        </p:nvSpPr>
        <p:spPr>
          <a:xfrm xmlns:a="http://schemas.openxmlformats.org/drawingml/2006/main">
            <a:off x="1066800" y="17526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41" name="input-mask-13">
            <a:extLst xmlns:a="http://schemas.openxmlformats.org/drawingml/2006/main">
              <a:ext uri="{FF2B5EF4-FFF2-40B4-BE49-F238E27FC236}">
                <a16:creationId xmlns:a16="http://schemas.microsoft.com/office/drawing/2014/main" id="{018B9EEF-6E5C-4596-A78C-105B64FF4BD2}"/>
              </a:ext>
            </a:extLst>
          </p:cNvPr>
          <p:cNvSpPr>
            <a:spLocks xmlns:a="http://schemas.openxmlformats.org/drawingml/2006/main"/>
          </p:cNvSpPr>
          <p:nvPr/>
        </p:nvSpPr>
        <p:spPr>
          <a:xfrm xmlns:a="http://schemas.openxmlformats.org/drawingml/2006/main">
            <a:off x="152400" y="20574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42" name="input-border-13">
            <a:extLst xmlns:a="http://schemas.openxmlformats.org/drawingml/2006/main">
              <a:ext uri="{FF2B5EF4-FFF2-40B4-BE49-F238E27FC236}">
                <a16:creationId xmlns:a16="http://schemas.microsoft.com/office/drawing/2014/main" id="{C63269CB-404A-413E-A1EF-4D263B506F77}"/>
              </a:ext>
            </a:extLst>
          </p:cNvPr>
          <p:cNvSpPr>
            <a:spLocks xmlns:a="http://schemas.openxmlformats.org/drawingml/2006/main"/>
          </p:cNvSpPr>
          <p:nvPr/>
        </p:nvSpPr>
        <p:spPr>
          <a:xfrm xmlns:a="http://schemas.openxmlformats.org/drawingml/2006/main">
            <a:off x="152400" y="20574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43" name="input-mask-14">
            <a:extLst xmlns:a="http://schemas.openxmlformats.org/drawingml/2006/main">
              <a:ext uri="{FF2B5EF4-FFF2-40B4-BE49-F238E27FC236}">
                <a16:creationId xmlns:a16="http://schemas.microsoft.com/office/drawing/2014/main" id="{01CA11D6-79E3-4AED-9C4B-CB1E15348C5E}"/>
              </a:ext>
            </a:extLst>
          </p:cNvPr>
          <p:cNvSpPr>
            <a:spLocks xmlns:a="http://schemas.openxmlformats.org/drawingml/2006/main"/>
          </p:cNvSpPr>
          <p:nvPr/>
        </p:nvSpPr>
        <p:spPr>
          <a:xfrm xmlns:a="http://schemas.openxmlformats.org/drawingml/2006/main">
            <a:off x="457200" y="20574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44" name="input-border-14">
            <a:extLst xmlns:a="http://schemas.openxmlformats.org/drawingml/2006/main">
              <a:ext uri="{FF2B5EF4-FFF2-40B4-BE49-F238E27FC236}">
                <a16:creationId xmlns:a16="http://schemas.microsoft.com/office/drawing/2014/main" id="{E109CA85-BDDC-4CE1-BDC0-14A8D0E75A80}"/>
              </a:ext>
            </a:extLst>
          </p:cNvPr>
          <p:cNvSpPr>
            <a:spLocks xmlns:a="http://schemas.openxmlformats.org/drawingml/2006/main"/>
          </p:cNvSpPr>
          <p:nvPr/>
        </p:nvSpPr>
        <p:spPr>
          <a:xfrm xmlns:a="http://schemas.openxmlformats.org/drawingml/2006/main">
            <a:off x="457200" y="20574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pic>
        <p:nvPicPr>
          <p:cNvPr id="165" name="input-photo-15" descr="Original image patch 15; row-major 4 by 4 partition."/>
          <p:cNvPicPr>
            <a:picLocks xmlns:a="http://schemas.openxmlformats.org/drawingml/2006/main" noChangeAspect="1"/>
          </p:cNvPicPr>
          <p:nvPr/>
        </p:nvPicPr>
        <p:blipFill>
          <a:blip xmlns:r="http://schemas.openxmlformats.org/officeDocument/2006/relationships" xmlns:a="http://schemas.openxmlformats.org/drawingml/2006/main" r:embed="Rda3d99fb76d54ab1"/>
          <ns0:srcRect xmlns:ns0="http://schemas.openxmlformats.org/drawingml/2006/main" l="50000" t="75000" r="25000" b="0"/>
          <a:stretch xmlns:a="http://schemas.openxmlformats.org/drawingml/2006/main"/>
        </p:blipFill>
        <p:spPr>
          <a:xfrm xmlns:a="http://schemas.openxmlformats.org/drawingml/2006/main">
            <a:off x="762000" y="2057400"/>
            <a:ext cx="304800" cy="304800"/>
          </a:xfrm>
          <a:prstGeom xmlns:a="http://schemas.openxmlformats.org/drawingml/2006/main" prst="rect">
            <a:avLst/>
          </a:prstGeom>
        </p:spPr>
      </p:pic>
      <p:sp>
        <p:nvSpPr>
          <p:cNvPr id="46" name="input-id-bg-15">
            <a:extLst xmlns:a="http://schemas.openxmlformats.org/drawingml/2006/main">
              <a:ext uri="{FF2B5EF4-FFF2-40B4-BE49-F238E27FC236}">
                <a16:creationId xmlns:a16="http://schemas.microsoft.com/office/drawing/2014/main" id="{8B605CB6-8A22-4132-8D88-67EEEEEFF503}"/>
              </a:ext>
            </a:extLst>
          </p:cNvPr>
          <p:cNvSpPr>
            <a:spLocks xmlns:a="http://schemas.openxmlformats.org/drawingml/2006/main"/>
          </p:cNvSpPr>
          <p:nvPr/>
        </p:nvSpPr>
        <p:spPr>
          <a:xfrm xmlns:a="http://schemas.openxmlformats.org/drawingml/2006/main">
            <a:off x="771525" y="2219325"/>
            <a:ext cx="171450" cy="133350"/>
          </a:xfrm>
          <a:prstGeom xmlns:a="http://schemas.openxmlformats.org/drawingml/2006/main" prst="rect">
            <a:avLst/>
          </a:prstGeom>
          <a:solidFill xmlns:a="http://schemas.openxmlformats.org/drawingml/2006/main">
            <a:srgbClr val="FFFFFF"/>
          </a:solidFill>
          <a:ln xmlns:a="http://schemas.openxmlformats.org/drawingml/2006/main" w="8573">
            <a:noFill/>
            <a:prstDash val="solid"/>
          </a:ln>
        </p:spPr>
      </p:sp>
      <p:sp>
        <p:nvSpPr>
          <p:cNvPr id="47" name="input-id-15">
            <a:extLst xmlns:a="http://schemas.openxmlformats.org/drawingml/2006/main">
              <a:ext uri="{FF2B5EF4-FFF2-40B4-BE49-F238E27FC236}">
                <a16:creationId xmlns:a16="http://schemas.microsoft.com/office/drawing/2014/main" id="{9276EB79-1EEB-4024-9760-01F4922DC823}"/>
              </a:ext>
            </a:extLst>
          </p:cNvPr>
          <p:cNvSpPr>
            <a:spLocks xmlns:a="http://schemas.openxmlformats.org/drawingml/2006/main"/>
          </p:cNvSpPr>
          <p:nvPr/>
        </p:nvSpPr>
        <p:spPr>
          <a:xfrm xmlns:a="http://schemas.openxmlformats.org/drawingml/2006/main">
            <a:off x="771525" y="2219325"/>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1">
                <a:solidFill>
                  <a:srgbClr val="26292B"/>
                </a:solidFill>
                <a:latin typeface="Arial"/>
                <a:ea typeface="Arial"/>
                <a:cs typeface="Arial"/>
              </a:defRPr>
            </a:pPr>
            <a:r>
              <a:rPr sz="863" b="1">
                <a:solidFill>
                  <a:srgbClr val="26292B"/>
                </a:solidFill>
                <a:latin typeface="Arial"/>
                <a:ea typeface="Arial"/>
                <a:cs typeface="Arial"/>
              </a:rPr>
              <a:t>15</a:t>
            </a:r>
          </a:p>
        </p:txBody>
      </p:sp>
      <p:sp>
        <p:nvSpPr>
          <p:cNvPr id="48" name="input-border-15">
            <a:extLst xmlns:a="http://schemas.openxmlformats.org/drawingml/2006/main">
              <a:ext uri="{FF2B5EF4-FFF2-40B4-BE49-F238E27FC236}">
                <a16:creationId xmlns:a16="http://schemas.microsoft.com/office/drawing/2014/main" id="{144A6FFB-D85E-4580-A587-06E539B89A12}"/>
              </a:ext>
            </a:extLst>
          </p:cNvPr>
          <p:cNvSpPr>
            <a:spLocks xmlns:a="http://schemas.openxmlformats.org/drawingml/2006/main"/>
          </p:cNvSpPr>
          <p:nvPr/>
        </p:nvSpPr>
        <p:spPr>
          <a:xfrm xmlns:a="http://schemas.openxmlformats.org/drawingml/2006/main">
            <a:off x="762000" y="20574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49" name="input-mask-16">
            <a:extLst xmlns:a="http://schemas.openxmlformats.org/drawingml/2006/main">
              <a:ext uri="{FF2B5EF4-FFF2-40B4-BE49-F238E27FC236}">
                <a16:creationId xmlns:a16="http://schemas.microsoft.com/office/drawing/2014/main" id="{4C63287F-B67E-4910-8F33-6772642D3600}"/>
              </a:ext>
            </a:extLst>
          </p:cNvPr>
          <p:cNvSpPr>
            <a:spLocks xmlns:a="http://schemas.openxmlformats.org/drawingml/2006/main"/>
          </p:cNvSpPr>
          <p:nvPr/>
        </p:nvSpPr>
        <p:spPr>
          <a:xfrm xmlns:a="http://schemas.openxmlformats.org/drawingml/2006/main">
            <a:off x="1066800" y="2057400"/>
            <a:ext cx="304800" cy="304800"/>
          </a:xfrm>
          <a:prstGeom xmlns:a="http://schemas.openxmlformats.org/drawingml/2006/main" prst="rect">
            <a:avLst/>
          </a:prstGeom>
          <a:solidFill xmlns:a="http://schemas.openxmlformats.org/drawingml/2006/main">
            <a:srgbClr val="E3E5E7"/>
          </a:solidFill>
          <a:ln xmlns:a="http://schemas.openxmlformats.org/drawingml/2006/main" w="8573">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62696D"/>
                </a:solidFill>
                <a:latin typeface="Arial"/>
                <a:ea typeface="Arial"/>
                <a:cs typeface="Arial"/>
              </a:defRPr>
            </a:pPr>
            <a:r>
              <a:rPr sz="938" b="0">
                <a:solidFill>
                  <a:srgbClr val="62696D"/>
                </a:solidFill>
                <a:latin typeface="Arial"/>
                <a:ea typeface="Arial"/>
                <a:cs typeface="Arial"/>
              </a:rPr>
              <a:t>M</a:t>
            </a:r>
          </a:p>
        </p:txBody>
      </p:sp>
      <p:sp>
        <p:nvSpPr>
          <p:cNvPr id="50" name="input-border-16">
            <a:extLst xmlns:a="http://schemas.openxmlformats.org/drawingml/2006/main">
              <a:ext uri="{FF2B5EF4-FFF2-40B4-BE49-F238E27FC236}">
                <a16:creationId xmlns:a16="http://schemas.microsoft.com/office/drawing/2014/main" id="{2121FC37-D927-4F7C-B173-B94F1006E12E}"/>
              </a:ext>
            </a:extLst>
          </p:cNvPr>
          <p:cNvSpPr>
            <a:spLocks xmlns:a="http://schemas.openxmlformats.org/drawingml/2006/main"/>
          </p:cNvSpPr>
          <p:nvPr/>
        </p:nvSpPr>
        <p:spPr>
          <a:xfrm xmlns:a="http://schemas.openxmlformats.org/drawingml/2006/main">
            <a:off x="1066800" y="2057400"/>
            <a:ext cx="304800" cy="304800"/>
          </a:xfrm>
          <a:prstGeom xmlns:a="http://schemas.openxmlformats.org/drawingml/2006/main" prst="rect">
            <a:avLst/>
          </a:prstGeom>
          <a:noFill xmlns:a="http://schemas.openxmlformats.org/drawingml/2006/main"/>
          <a:ln xmlns:a="http://schemas.openxmlformats.org/drawingml/2006/main" w="11430">
            <a:solidFill>
              <a:srgbClr val="FFFFFF"/>
            </a:solidFill>
            <a:prstDash val="solid"/>
          </a:ln>
        </p:spPr>
      </p:sp>
      <p:sp>
        <p:nvSpPr>
          <p:cNvPr id="51" name="gathered-patches">
            <a:extLst xmlns:a="http://schemas.openxmlformats.org/drawingml/2006/main">
              <a:ext uri="{FF2B5EF4-FFF2-40B4-BE49-F238E27FC236}">
                <a16:creationId xmlns:a16="http://schemas.microsoft.com/office/drawing/2014/main" id="{B27E64A4-733F-4596-94D2-99BC0E2829E3}"/>
              </a:ext>
            </a:extLst>
          </p:cNvPr>
          <p:cNvSpPr>
            <a:spLocks xmlns:a="http://schemas.openxmlformats.org/drawingml/2006/main"/>
          </p:cNvSpPr>
          <p:nvPr/>
        </p:nvSpPr>
        <p:spPr>
          <a:xfrm xmlns:a="http://schemas.openxmlformats.org/drawingml/2006/main">
            <a:off x="1685925" y="1114425"/>
            <a:ext cx="285750" cy="1276350"/>
          </a:xfrm>
          <a:prstGeom xmlns:a="http://schemas.openxmlformats.org/drawingml/2006/main" prst="rect">
            <a:avLst/>
          </a:prstGeom>
          <a:noFill xmlns:a="http://schemas.openxmlformats.org/drawingml/2006/main"/>
          <a:ln xmlns:a="http://schemas.openxmlformats.org/drawingml/2006/main" w="8573">
            <a:noFill/>
            <a:prstDash val="solid"/>
          </a:ln>
        </p:spPr>
      </p:sp>
      <p:pic>
        <p:nvPicPr>
          <p:cNvPr id="172" name="gather-photo-2" descr="Selected image patch 2, same source crop as input."/>
          <p:cNvPicPr>
            <a:picLocks xmlns:a="http://schemas.openxmlformats.org/drawingml/2006/main" noChangeAspect="1"/>
          </p:cNvPicPr>
          <p:nvPr/>
        </p:nvPicPr>
        <p:blipFill>
          <a:blip xmlns:r="http://schemas.openxmlformats.org/officeDocument/2006/relationships" xmlns:a="http://schemas.openxmlformats.org/drawingml/2006/main" r:embed="R33c6709821484db1"/>
          <ns0:srcRect xmlns:ns0="http://schemas.openxmlformats.org/drawingml/2006/main" l="25000" t="0" r="50000" b="75000"/>
          <a:stretch xmlns:a="http://schemas.openxmlformats.org/drawingml/2006/main"/>
        </p:blipFill>
        <p:spPr>
          <a:xfrm xmlns:a="http://schemas.openxmlformats.org/drawingml/2006/main">
            <a:off x="1685925" y="1114425"/>
            <a:ext cx="285750" cy="285750"/>
          </a:xfrm>
          <a:prstGeom xmlns:a="http://schemas.openxmlformats.org/drawingml/2006/main" prst="rect">
            <a:avLst/>
          </a:prstGeom>
        </p:spPr>
      </p:pic>
      <p:sp>
        <p:nvSpPr>
          <p:cNvPr id="53" name="gather-id-bg-2">
            <a:extLst xmlns:a="http://schemas.openxmlformats.org/drawingml/2006/main">
              <a:ext uri="{FF2B5EF4-FFF2-40B4-BE49-F238E27FC236}">
                <a16:creationId xmlns:a16="http://schemas.microsoft.com/office/drawing/2014/main" id="{C03F4887-D737-49AF-9425-9CEEB9AF1974}"/>
              </a:ext>
            </a:extLst>
          </p:cNvPr>
          <p:cNvSpPr>
            <a:spLocks xmlns:a="http://schemas.openxmlformats.org/drawingml/2006/main"/>
          </p:cNvSpPr>
          <p:nvPr/>
        </p:nvSpPr>
        <p:spPr>
          <a:xfrm xmlns:a="http://schemas.openxmlformats.org/drawingml/2006/main">
            <a:off x="1685925" y="1266825"/>
            <a:ext cx="171450" cy="133350"/>
          </a:xfrm>
          <a:prstGeom xmlns:a="http://schemas.openxmlformats.org/drawingml/2006/main" prst="rect">
            <a:avLst/>
          </a:prstGeom>
          <a:solidFill xmlns:a="http://schemas.openxmlformats.org/drawingml/2006/main">
            <a:srgbClr val="FFFFFF"/>
          </a:solidFill>
          <a:ln xmlns:a="http://schemas.openxmlformats.org/drawingml/2006/main" w="8573">
            <a:noFill/>
            <a:prstDash val="solid"/>
          </a:ln>
        </p:spPr>
      </p:sp>
      <p:sp>
        <p:nvSpPr>
          <p:cNvPr id="54" name="gather-id-2">
            <a:extLst xmlns:a="http://schemas.openxmlformats.org/drawingml/2006/main">
              <a:ext uri="{FF2B5EF4-FFF2-40B4-BE49-F238E27FC236}">
                <a16:creationId xmlns:a16="http://schemas.microsoft.com/office/drawing/2014/main" id="{DF23305F-17A1-49EB-80DE-17424FC40A8E}"/>
              </a:ext>
            </a:extLst>
          </p:cNvPr>
          <p:cNvSpPr>
            <a:spLocks xmlns:a="http://schemas.openxmlformats.org/drawingml/2006/main"/>
          </p:cNvSpPr>
          <p:nvPr/>
        </p:nvSpPr>
        <p:spPr>
          <a:xfrm xmlns:a="http://schemas.openxmlformats.org/drawingml/2006/main">
            <a:off x="1685925" y="1266825"/>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1">
                <a:solidFill>
                  <a:srgbClr val="26292B"/>
                </a:solidFill>
                <a:latin typeface="Arial"/>
                <a:ea typeface="Arial"/>
                <a:cs typeface="Arial"/>
              </a:defRPr>
            </a:pPr>
            <a:r>
              <a:rPr sz="863" b="1">
                <a:solidFill>
                  <a:srgbClr val="26292B"/>
                </a:solidFill>
                <a:latin typeface="Arial"/>
                <a:ea typeface="Arial"/>
                <a:cs typeface="Arial"/>
              </a:rPr>
              <a:t>2</a:t>
            </a:r>
          </a:p>
        </p:txBody>
      </p:sp>
      <p:pic>
        <p:nvPicPr>
          <p:cNvPr id="175" name="gather-photo-5" descr="Selected image patch 5, same source crop as input."/>
          <p:cNvPicPr>
            <a:picLocks xmlns:a="http://schemas.openxmlformats.org/drawingml/2006/main" noChangeAspect="1"/>
          </p:cNvPicPr>
          <p:nvPr/>
        </p:nvPicPr>
        <p:blipFill>
          <a:blip xmlns:r="http://schemas.openxmlformats.org/officeDocument/2006/relationships" xmlns:a="http://schemas.openxmlformats.org/drawingml/2006/main" r:embed="R47268298ae714006"/>
          <ns0:srcRect xmlns:ns0="http://schemas.openxmlformats.org/drawingml/2006/main" l="0" t="25000" r="75000" b="50000"/>
          <a:stretch xmlns:a="http://schemas.openxmlformats.org/drawingml/2006/main"/>
        </p:blipFill>
        <p:spPr>
          <a:xfrm xmlns:a="http://schemas.openxmlformats.org/drawingml/2006/main">
            <a:off x="1685925" y="1444657"/>
            <a:ext cx="285750" cy="285750"/>
          </a:xfrm>
          <a:prstGeom xmlns:a="http://schemas.openxmlformats.org/drawingml/2006/main" prst="rect">
            <a:avLst/>
          </a:prstGeom>
        </p:spPr>
      </p:pic>
      <p:sp>
        <p:nvSpPr>
          <p:cNvPr id="56" name="gather-id-bg-5">
            <a:extLst xmlns:a="http://schemas.openxmlformats.org/drawingml/2006/main">
              <a:ext uri="{FF2B5EF4-FFF2-40B4-BE49-F238E27FC236}">
                <a16:creationId xmlns:a16="http://schemas.microsoft.com/office/drawing/2014/main" id="{EAB32288-743F-4482-BBCA-6AB528B26487}"/>
              </a:ext>
            </a:extLst>
          </p:cNvPr>
          <p:cNvSpPr>
            <a:spLocks xmlns:a="http://schemas.openxmlformats.org/drawingml/2006/main"/>
          </p:cNvSpPr>
          <p:nvPr/>
        </p:nvSpPr>
        <p:spPr>
          <a:xfrm xmlns:a="http://schemas.openxmlformats.org/drawingml/2006/main">
            <a:off x="1685925" y="1597057"/>
            <a:ext cx="171450" cy="133350"/>
          </a:xfrm>
          <a:prstGeom xmlns:a="http://schemas.openxmlformats.org/drawingml/2006/main" prst="rect">
            <a:avLst/>
          </a:prstGeom>
          <a:solidFill xmlns:a="http://schemas.openxmlformats.org/drawingml/2006/main">
            <a:srgbClr val="FFFFFF"/>
          </a:solidFill>
          <a:ln xmlns:a="http://schemas.openxmlformats.org/drawingml/2006/main" w="8573">
            <a:noFill/>
            <a:prstDash val="solid"/>
          </a:ln>
        </p:spPr>
      </p:sp>
      <p:sp>
        <p:nvSpPr>
          <p:cNvPr id="57" name="gather-id-5">
            <a:extLst xmlns:a="http://schemas.openxmlformats.org/drawingml/2006/main">
              <a:ext uri="{FF2B5EF4-FFF2-40B4-BE49-F238E27FC236}">
                <a16:creationId xmlns:a16="http://schemas.microsoft.com/office/drawing/2014/main" id="{2EA8270F-8406-4934-BB22-3DC519761355}"/>
              </a:ext>
            </a:extLst>
          </p:cNvPr>
          <p:cNvSpPr>
            <a:spLocks xmlns:a="http://schemas.openxmlformats.org/drawingml/2006/main"/>
          </p:cNvSpPr>
          <p:nvPr/>
        </p:nvSpPr>
        <p:spPr>
          <a:xfrm xmlns:a="http://schemas.openxmlformats.org/drawingml/2006/main">
            <a:off x="1685925" y="1597057"/>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1">
                <a:solidFill>
                  <a:srgbClr val="26292B"/>
                </a:solidFill>
                <a:latin typeface="Arial"/>
                <a:ea typeface="Arial"/>
                <a:cs typeface="Arial"/>
              </a:defRPr>
            </a:pPr>
            <a:r>
              <a:rPr sz="863" b="1">
                <a:solidFill>
                  <a:srgbClr val="26292B"/>
                </a:solidFill>
                <a:latin typeface="Arial"/>
                <a:ea typeface="Arial"/>
                <a:cs typeface="Arial"/>
              </a:rPr>
              <a:t>5</a:t>
            </a:r>
          </a:p>
        </p:txBody>
      </p:sp>
      <p:pic>
        <p:nvPicPr>
          <p:cNvPr id="178" name="gather-photo-10" descr="Selected image patch 10, same source crop as input."/>
          <p:cNvPicPr>
            <a:picLocks xmlns:a="http://schemas.openxmlformats.org/drawingml/2006/main" noChangeAspect="1"/>
          </p:cNvPicPr>
          <p:nvPr/>
        </p:nvPicPr>
        <p:blipFill>
          <a:blip xmlns:r="http://schemas.openxmlformats.org/officeDocument/2006/relationships" xmlns:a="http://schemas.openxmlformats.org/drawingml/2006/main" r:embed="R5d1a420d2ffd4dfd"/>
          <ns0:srcRect xmlns:ns0="http://schemas.openxmlformats.org/drawingml/2006/main" l="25000" t="50000" r="50000" b="25000"/>
          <a:stretch xmlns:a="http://schemas.openxmlformats.org/drawingml/2006/main"/>
        </p:blipFill>
        <p:spPr>
          <a:xfrm xmlns:a="http://schemas.openxmlformats.org/drawingml/2006/main">
            <a:off x="1685925" y="1774889"/>
            <a:ext cx="285750" cy="285750"/>
          </a:xfrm>
          <a:prstGeom xmlns:a="http://schemas.openxmlformats.org/drawingml/2006/main" prst="rect">
            <a:avLst/>
          </a:prstGeom>
        </p:spPr>
      </p:pic>
      <p:sp>
        <p:nvSpPr>
          <p:cNvPr id="59" name="gather-id-bg-10">
            <a:extLst xmlns:a="http://schemas.openxmlformats.org/drawingml/2006/main">
              <a:ext uri="{FF2B5EF4-FFF2-40B4-BE49-F238E27FC236}">
                <a16:creationId xmlns:a16="http://schemas.microsoft.com/office/drawing/2014/main" id="{0CC658AA-8865-4389-9820-B797921AD2DD}"/>
              </a:ext>
            </a:extLst>
          </p:cNvPr>
          <p:cNvSpPr>
            <a:spLocks xmlns:a="http://schemas.openxmlformats.org/drawingml/2006/main"/>
          </p:cNvSpPr>
          <p:nvPr/>
        </p:nvSpPr>
        <p:spPr>
          <a:xfrm xmlns:a="http://schemas.openxmlformats.org/drawingml/2006/main">
            <a:off x="1685925" y="1927289"/>
            <a:ext cx="171450" cy="133350"/>
          </a:xfrm>
          <a:prstGeom xmlns:a="http://schemas.openxmlformats.org/drawingml/2006/main" prst="rect">
            <a:avLst/>
          </a:prstGeom>
          <a:solidFill xmlns:a="http://schemas.openxmlformats.org/drawingml/2006/main">
            <a:srgbClr val="FFFFFF"/>
          </a:solidFill>
          <a:ln xmlns:a="http://schemas.openxmlformats.org/drawingml/2006/main" w="8573">
            <a:noFill/>
            <a:prstDash val="solid"/>
          </a:ln>
        </p:spPr>
      </p:sp>
      <p:sp>
        <p:nvSpPr>
          <p:cNvPr id="60" name="gather-id-10">
            <a:extLst xmlns:a="http://schemas.openxmlformats.org/drawingml/2006/main">
              <a:ext uri="{FF2B5EF4-FFF2-40B4-BE49-F238E27FC236}">
                <a16:creationId xmlns:a16="http://schemas.microsoft.com/office/drawing/2014/main" id="{8CB71894-A522-4A85-A679-BD39EC3329B1}"/>
              </a:ext>
            </a:extLst>
          </p:cNvPr>
          <p:cNvSpPr>
            <a:spLocks xmlns:a="http://schemas.openxmlformats.org/drawingml/2006/main"/>
          </p:cNvSpPr>
          <p:nvPr/>
        </p:nvSpPr>
        <p:spPr>
          <a:xfrm xmlns:a="http://schemas.openxmlformats.org/drawingml/2006/main">
            <a:off x="1685925" y="1927289"/>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1">
                <a:solidFill>
                  <a:srgbClr val="26292B"/>
                </a:solidFill>
                <a:latin typeface="Arial"/>
                <a:ea typeface="Arial"/>
                <a:cs typeface="Arial"/>
              </a:defRPr>
            </a:pPr>
            <a:r>
              <a:rPr sz="863" b="1">
                <a:solidFill>
                  <a:srgbClr val="26292B"/>
                </a:solidFill>
                <a:latin typeface="Arial"/>
                <a:ea typeface="Arial"/>
                <a:cs typeface="Arial"/>
              </a:rPr>
              <a:t>10</a:t>
            </a:r>
          </a:p>
        </p:txBody>
      </p:sp>
      <p:pic>
        <p:nvPicPr>
          <p:cNvPr id="181" name="gather-photo-15" descr="Selected image patch 15, same source crop as input."/>
          <p:cNvPicPr>
            <a:picLocks xmlns:a="http://schemas.openxmlformats.org/drawingml/2006/main" noChangeAspect="1"/>
          </p:cNvPicPr>
          <p:nvPr/>
        </p:nvPicPr>
        <p:blipFill>
          <a:blip xmlns:r="http://schemas.openxmlformats.org/officeDocument/2006/relationships" xmlns:a="http://schemas.openxmlformats.org/drawingml/2006/main" r:embed="Rbe248fd721064ec3"/>
          <ns0:srcRect xmlns:ns0="http://schemas.openxmlformats.org/drawingml/2006/main" l="50000" t="75000" r="25000" b="0"/>
          <a:stretch xmlns:a="http://schemas.openxmlformats.org/drawingml/2006/main"/>
        </p:blipFill>
        <p:spPr>
          <a:xfrm xmlns:a="http://schemas.openxmlformats.org/drawingml/2006/main">
            <a:off x="1685925" y="2105120"/>
            <a:ext cx="285750" cy="285750"/>
          </a:xfrm>
          <a:prstGeom xmlns:a="http://schemas.openxmlformats.org/drawingml/2006/main" prst="rect">
            <a:avLst/>
          </a:prstGeom>
        </p:spPr>
      </p:pic>
      <p:sp>
        <p:nvSpPr>
          <p:cNvPr id="62" name="gather-id-bg-15">
            <a:extLst xmlns:a="http://schemas.openxmlformats.org/drawingml/2006/main">
              <a:ext uri="{FF2B5EF4-FFF2-40B4-BE49-F238E27FC236}">
                <a16:creationId xmlns:a16="http://schemas.microsoft.com/office/drawing/2014/main" id="{1F2F95C9-2805-433F-9383-AFED1F99C676}"/>
              </a:ext>
            </a:extLst>
          </p:cNvPr>
          <p:cNvSpPr>
            <a:spLocks xmlns:a="http://schemas.openxmlformats.org/drawingml/2006/main"/>
          </p:cNvSpPr>
          <p:nvPr/>
        </p:nvSpPr>
        <p:spPr>
          <a:xfrm xmlns:a="http://schemas.openxmlformats.org/drawingml/2006/main">
            <a:off x="1685925" y="2257520"/>
            <a:ext cx="171450" cy="133350"/>
          </a:xfrm>
          <a:prstGeom xmlns:a="http://schemas.openxmlformats.org/drawingml/2006/main" prst="rect">
            <a:avLst/>
          </a:prstGeom>
          <a:solidFill xmlns:a="http://schemas.openxmlformats.org/drawingml/2006/main">
            <a:srgbClr val="FFFFFF"/>
          </a:solidFill>
          <a:ln xmlns:a="http://schemas.openxmlformats.org/drawingml/2006/main" w="8573">
            <a:noFill/>
            <a:prstDash val="solid"/>
          </a:ln>
        </p:spPr>
      </p:sp>
      <p:sp>
        <p:nvSpPr>
          <p:cNvPr id="63" name="gather-id-15">
            <a:extLst xmlns:a="http://schemas.openxmlformats.org/drawingml/2006/main">
              <a:ext uri="{FF2B5EF4-FFF2-40B4-BE49-F238E27FC236}">
                <a16:creationId xmlns:a16="http://schemas.microsoft.com/office/drawing/2014/main" id="{405C5DA2-B759-4DC8-AF17-12CA6A3B9D61}"/>
              </a:ext>
            </a:extLst>
          </p:cNvPr>
          <p:cNvSpPr>
            <a:spLocks xmlns:a="http://schemas.openxmlformats.org/drawingml/2006/main"/>
          </p:cNvSpPr>
          <p:nvPr/>
        </p:nvSpPr>
        <p:spPr>
          <a:xfrm xmlns:a="http://schemas.openxmlformats.org/drawingml/2006/main">
            <a:off x="1685925" y="225752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1">
                <a:solidFill>
                  <a:srgbClr val="26292B"/>
                </a:solidFill>
                <a:latin typeface="Arial"/>
                <a:ea typeface="Arial"/>
                <a:cs typeface="Arial"/>
              </a:defRPr>
            </a:pPr>
            <a:r>
              <a:rPr sz="863" b="1">
                <a:solidFill>
                  <a:srgbClr val="26292B"/>
                </a:solidFill>
                <a:latin typeface="Arial"/>
                <a:ea typeface="Arial"/>
                <a:cs typeface="Arial"/>
              </a:rPr>
              <a:t>15</a:t>
            </a:r>
          </a:p>
        </p:txBody>
      </p:sp>
      <p:sp>
        <p:nvSpPr>
          <p:cNvPr id="64" name="encoder">
            <a:extLst xmlns:a="http://schemas.openxmlformats.org/drawingml/2006/main">
              <a:ext uri="{FF2B5EF4-FFF2-40B4-BE49-F238E27FC236}">
                <a16:creationId xmlns:a16="http://schemas.microsoft.com/office/drawing/2014/main" id="{455B9164-0E7F-4CBC-BEA4-0F4E4428F768}"/>
              </a:ext>
            </a:extLst>
          </p:cNvPr>
          <p:cNvSpPr>
            <a:spLocks xmlns:a="http://schemas.openxmlformats.org/drawingml/2006/main"/>
          </p:cNvSpPr>
          <p:nvPr/>
        </p:nvSpPr>
        <p:spPr>
          <a:xfrm xmlns:a="http://schemas.openxmlformats.org/drawingml/2006/main">
            <a:off x="2190750" y="1038225"/>
            <a:ext cx="466725" cy="1428750"/>
          </a:xfrm>
          <a:prstGeom xmlns:a="http://schemas.openxmlformats.org/drawingml/2006/main" prst="rect">
            <a:avLst/>
          </a:prstGeom>
          <a:solidFill xmlns:a="http://schemas.openxmlformats.org/drawingml/2006/main">
            <a:srgbClr val="EFF1F2"/>
          </a:solidFill>
          <a:ln xmlns:a="http://schemas.openxmlformats.org/drawingml/2006/main" w="10954">
            <a:solidFill>
              <a:srgbClr val="747B7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0">
                <a:solidFill>
                  <a:srgbClr val="26292B"/>
                </a:solidFill>
                <a:latin typeface="Arial"/>
                <a:ea typeface="Arial"/>
                <a:cs typeface="Arial"/>
              </a:defRPr>
            </a:pPr>
            <a:r>
              <a:rPr sz="863" b="0">
                <a:solidFill>
                  <a:srgbClr val="26292B"/>
                </a:solidFill>
                <a:latin typeface="Arial"/>
                <a:ea typeface="Arial"/>
                <a:cs typeface="Arial"/>
              </a:rPr>
              <a:t>Encoder</a:t>
            </a:r>
          </a:p>
        </p:txBody>
      </p:sp>
      <p:sp>
        <p:nvSpPr>
          <p:cNvPr id="65" name="visible-latents">
            <a:extLst xmlns:a="http://schemas.openxmlformats.org/drawingml/2006/main">
              <a:ext uri="{FF2B5EF4-FFF2-40B4-BE49-F238E27FC236}">
                <a16:creationId xmlns:a16="http://schemas.microsoft.com/office/drawing/2014/main" id="{9746E742-37CB-4049-9BB6-85C3A5BE60F2}"/>
              </a:ext>
            </a:extLst>
          </p:cNvPr>
          <p:cNvSpPr>
            <a:spLocks xmlns:a="http://schemas.openxmlformats.org/drawingml/2006/main"/>
          </p:cNvSpPr>
          <p:nvPr/>
        </p:nvSpPr>
        <p:spPr>
          <a:xfrm xmlns:a="http://schemas.openxmlformats.org/drawingml/2006/main">
            <a:off x="2857500" y="1162050"/>
            <a:ext cx="228600" cy="1181100"/>
          </a:xfrm>
          <a:prstGeom xmlns:a="http://schemas.openxmlformats.org/drawingml/2006/main" prst="rect">
            <a:avLst/>
          </a:prstGeom>
          <a:noFill xmlns:a="http://schemas.openxmlformats.org/drawingml/2006/main"/>
          <a:ln xmlns:a="http://schemas.openxmlformats.org/drawingml/2006/main" w="8573">
            <a:noFill/>
            <a:prstDash val="solid"/>
          </a:ln>
        </p:spPr>
      </p:sp>
      <p:sp>
        <p:nvSpPr>
          <p:cNvPr id="66" name="latent-2">
            <a:extLst xmlns:a="http://schemas.openxmlformats.org/drawingml/2006/main">
              <a:ext uri="{FF2B5EF4-FFF2-40B4-BE49-F238E27FC236}">
                <a16:creationId xmlns:a16="http://schemas.microsoft.com/office/drawing/2014/main" id="{C577937E-6B23-416E-B467-E77A39D0D04B}"/>
              </a:ext>
            </a:extLst>
          </p:cNvPr>
          <p:cNvSpPr>
            <a:spLocks xmlns:a="http://schemas.openxmlformats.org/drawingml/2006/main"/>
          </p:cNvSpPr>
          <p:nvPr/>
        </p:nvSpPr>
        <p:spPr>
          <a:xfrm xmlns:a="http://schemas.openxmlformats.org/drawingml/2006/main">
            <a:off x="2857500" y="1162050"/>
            <a:ext cx="228600" cy="228600"/>
          </a:xfrm>
          <a:prstGeom xmlns:a="http://schemas.openxmlformats.org/drawingml/2006/main" prst="rect">
            <a:avLst/>
          </a:prstGeom>
          <a:solidFill xmlns:a="http://schemas.openxmlformats.org/drawingml/2006/main">
            <a:srgbClr val="D9EEEC"/>
          </a:solidFill>
          <a:ln xmlns:a="http://schemas.openxmlformats.org/drawingml/2006/main" w="8573">
            <a:solidFill>
              <a:srgbClr val="4C817E"/>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7F7C"/>
                </a:solidFill>
                <a:latin typeface="Arial"/>
                <a:ea typeface="Arial"/>
                <a:cs typeface="Arial"/>
              </a:defRPr>
            </a:pPr>
            <a:r>
              <a:rPr sz="900" b="1">
                <a:solidFill>
                  <a:srgbClr val="267F7C"/>
                </a:solidFill>
                <a:latin typeface="Arial"/>
                <a:ea typeface="Arial"/>
                <a:cs typeface="Arial"/>
              </a:rPr>
              <a:t>2</a:t>
            </a:r>
          </a:p>
        </p:txBody>
      </p:sp>
      <p:sp>
        <p:nvSpPr>
          <p:cNvPr id="67" name="latent-5">
            <a:extLst xmlns:a="http://schemas.openxmlformats.org/drawingml/2006/main">
              <a:ext uri="{FF2B5EF4-FFF2-40B4-BE49-F238E27FC236}">
                <a16:creationId xmlns:a16="http://schemas.microsoft.com/office/drawing/2014/main" id="{2DE12208-1CDD-4D11-9459-5CC2CD65AC8F}"/>
              </a:ext>
            </a:extLst>
          </p:cNvPr>
          <p:cNvSpPr>
            <a:spLocks xmlns:a="http://schemas.openxmlformats.org/drawingml/2006/main"/>
          </p:cNvSpPr>
          <p:nvPr/>
        </p:nvSpPr>
        <p:spPr>
          <a:xfrm xmlns:a="http://schemas.openxmlformats.org/drawingml/2006/main">
            <a:off x="2857500" y="1479518"/>
            <a:ext cx="228600" cy="228600"/>
          </a:xfrm>
          <a:prstGeom xmlns:a="http://schemas.openxmlformats.org/drawingml/2006/main" prst="rect">
            <a:avLst/>
          </a:prstGeom>
          <a:solidFill xmlns:a="http://schemas.openxmlformats.org/drawingml/2006/main">
            <a:srgbClr val="D9EEEC"/>
          </a:solidFill>
          <a:ln xmlns:a="http://schemas.openxmlformats.org/drawingml/2006/main" w="8573">
            <a:solidFill>
              <a:srgbClr val="4C817E"/>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7F7C"/>
                </a:solidFill>
                <a:latin typeface="Arial"/>
                <a:ea typeface="Arial"/>
                <a:cs typeface="Arial"/>
              </a:defRPr>
            </a:pPr>
            <a:r>
              <a:rPr sz="900" b="1">
                <a:solidFill>
                  <a:srgbClr val="267F7C"/>
                </a:solidFill>
                <a:latin typeface="Arial"/>
                <a:ea typeface="Arial"/>
                <a:cs typeface="Arial"/>
              </a:rPr>
              <a:t>5</a:t>
            </a:r>
          </a:p>
        </p:txBody>
      </p:sp>
      <p:sp>
        <p:nvSpPr>
          <p:cNvPr id="68" name="latent-10">
            <a:extLst xmlns:a="http://schemas.openxmlformats.org/drawingml/2006/main">
              <a:ext uri="{FF2B5EF4-FFF2-40B4-BE49-F238E27FC236}">
                <a16:creationId xmlns:a16="http://schemas.microsoft.com/office/drawing/2014/main" id="{76BECA85-5126-482D-BBAA-D1EA51C6E9D1}"/>
              </a:ext>
            </a:extLst>
          </p:cNvPr>
          <p:cNvSpPr>
            <a:spLocks xmlns:a="http://schemas.openxmlformats.org/drawingml/2006/main"/>
          </p:cNvSpPr>
          <p:nvPr/>
        </p:nvSpPr>
        <p:spPr>
          <a:xfrm xmlns:a="http://schemas.openxmlformats.org/drawingml/2006/main">
            <a:off x="2857500" y="1796987"/>
            <a:ext cx="228600" cy="228600"/>
          </a:xfrm>
          <a:prstGeom xmlns:a="http://schemas.openxmlformats.org/drawingml/2006/main" prst="rect">
            <a:avLst/>
          </a:prstGeom>
          <a:solidFill xmlns:a="http://schemas.openxmlformats.org/drawingml/2006/main">
            <a:srgbClr val="D9EEEC"/>
          </a:solidFill>
          <a:ln xmlns:a="http://schemas.openxmlformats.org/drawingml/2006/main" w="8573">
            <a:solidFill>
              <a:srgbClr val="4C817E"/>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7F7C"/>
                </a:solidFill>
                <a:latin typeface="Arial"/>
                <a:ea typeface="Arial"/>
                <a:cs typeface="Arial"/>
              </a:defRPr>
            </a:pPr>
            <a:r>
              <a:rPr sz="900" b="1">
                <a:solidFill>
                  <a:srgbClr val="267F7C"/>
                </a:solidFill>
                <a:latin typeface="Arial"/>
                <a:ea typeface="Arial"/>
                <a:cs typeface="Arial"/>
              </a:rPr>
              <a:t>10</a:t>
            </a:r>
          </a:p>
        </p:txBody>
      </p:sp>
      <p:sp>
        <p:nvSpPr>
          <p:cNvPr id="69" name="latent-15">
            <a:extLst xmlns:a="http://schemas.openxmlformats.org/drawingml/2006/main">
              <a:ext uri="{FF2B5EF4-FFF2-40B4-BE49-F238E27FC236}">
                <a16:creationId xmlns:a16="http://schemas.microsoft.com/office/drawing/2014/main" id="{35A06F07-521C-4230-888F-F11E66E41EA7}"/>
              </a:ext>
            </a:extLst>
          </p:cNvPr>
          <p:cNvSpPr>
            <a:spLocks xmlns:a="http://schemas.openxmlformats.org/drawingml/2006/main"/>
          </p:cNvSpPr>
          <p:nvPr/>
        </p:nvSpPr>
        <p:spPr>
          <a:xfrm xmlns:a="http://schemas.openxmlformats.org/drawingml/2006/main">
            <a:off x="2857500" y="2114455"/>
            <a:ext cx="228600" cy="228600"/>
          </a:xfrm>
          <a:prstGeom xmlns:a="http://schemas.openxmlformats.org/drawingml/2006/main" prst="rect">
            <a:avLst/>
          </a:prstGeom>
          <a:solidFill xmlns:a="http://schemas.openxmlformats.org/drawingml/2006/main">
            <a:srgbClr val="D9EEEC"/>
          </a:solidFill>
          <a:ln xmlns:a="http://schemas.openxmlformats.org/drawingml/2006/main" w="8573">
            <a:solidFill>
              <a:srgbClr val="4C817E"/>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7F7C"/>
                </a:solidFill>
                <a:latin typeface="Arial"/>
                <a:ea typeface="Arial"/>
                <a:cs typeface="Arial"/>
              </a:defRPr>
            </a:pPr>
            <a:r>
              <a:rPr sz="900" b="1">
                <a:solidFill>
                  <a:srgbClr val="267F7C"/>
                </a:solidFill>
                <a:latin typeface="Arial"/>
                <a:ea typeface="Arial"/>
                <a:cs typeface="Arial"/>
              </a:rPr>
              <a:t>15</a:t>
            </a:r>
          </a:p>
        </p:txBody>
      </p:sp>
      <p:sp>
        <p:nvSpPr>
          <p:cNvPr id="70" name="restored-tokens">
            <a:extLst xmlns:a="http://schemas.openxmlformats.org/drawingml/2006/main">
              <a:ext uri="{FF2B5EF4-FFF2-40B4-BE49-F238E27FC236}">
                <a16:creationId xmlns:a16="http://schemas.microsoft.com/office/drawing/2014/main" id="{F711B46B-DFB8-49F1-822D-B2E37B49F2CD}"/>
              </a:ext>
            </a:extLst>
          </p:cNvPr>
          <p:cNvSpPr>
            <a:spLocks xmlns:a="http://schemas.openxmlformats.org/drawingml/2006/main"/>
          </p:cNvSpPr>
          <p:nvPr/>
        </p:nvSpPr>
        <p:spPr>
          <a:xfrm xmlns:a="http://schemas.openxmlformats.org/drawingml/2006/main">
            <a:off x="3467100" y="1352550"/>
            <a:ext cx="800100" cy="800100"/>
          </a:xfrm>
          <a:prstGeom xmlns:a="http://schemas.openxmlformats.org/drawingml/2006/main" prst="rect">
            <a:avLst/>
          </a:prstGeom>
          <a:noFill xmlns:a="http://schemas.openxmlformats.org/drawingml/2006/main"/>
          <a:ln xmlns:a="http://schemas.openxmlformats.org/drawingml/2006/main" w="9525">
            <a:solidFill>
              <a:srgbClr val="747B7F"/>
            </a:solidFill>
            <a:prstDash val="solid"/>
          </a:ln>
        </p:spPr>
      </p:sp>
      <p:sp>
        <p:nvSpPr>
          <p:cNvPr id="71" name="restore-1">
            <a:extLst xmlns:a="http://schemas.openxmlformats.org/drawingml/2006/main">
              <a:ext uri="{FF2B5EF4-FFF2-40B4-BE49-F238E27FC236}">
                <a16:creationId xmlns:a16="http://schemas.microsoft.com/office/drawing/2014/main" id="{A1B1414C-7ECB-4A77-B203-56E1617C2DA2}"/>
              </a:ext>
            </a:extLst>
          </p:cNvPr>
          <p:cNvSpPr>
            <a:spLocks xmlns:a="http://schemas.openxmlformats.org/drawingml/2006/main"/>
          </p:cNvSpPr>
          <p:nvPr/>
        </p:nvSpPr>
        <p:spPr>
          <a:xfrm xmlns:a="http://schemas.openxmlformats.org/drawingml/2006/main">
            <a:off x="3467100" y="1352550"/>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72" name="restore-2">
            <a:extLst xmlns:a="http://schemas.openxmlformats.org/drawingml/2006/main">
              <a:ext uri="{FF2B5EF4-FFF2-40B4-BE49-F238E27FC236}">
                <a16:creationId xmlns:a16="http://schemas.microsoft.com/office/drawing/2014/main" id="{AB83C45C-C8CE-4FE8-A370-9EF0381A2564}"/>
              </a:ext>
            </a:extLst>
          </p:cNvPr>
          <p:cNvSpPr>
            <a:spLocks xmlns:a="http://schemas.openxmlformats.org/drawingml/2006/main"/>
          </p:cNvSpPr>
          <p:nvPr/>
        </p:nvSpPr>
        <p:spPr>
          <a:xfrm xmlns:a="http://schemas.openxmlformats.org/drawingml/2006/main">
            <a:off x="3667125" y="1352550"/>
            <a:ext cx="200025" cy="200025"/>
          </a:xfrm>
          <a:prstGeom xmlns:a="http://schemas.openxmlformats.org/drawingml/2006/main" prst="rect">
            <a:avLst/>
          </a:prstGeom>
          <a:solidFill xmlns:a="http://schemas.openxmlformats.org/drawingml/2006/main">
            <a:srgbClr val="D9EEEC"/>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267F7C"/>
                </a:solidFill>
                <a:latin typeface="Arial"/>
                <a:ea typeface="Arial"/>
                <a:cs typeface="Arial"/>
              </a:defRPr>
            </a:pPr>
            <a:r>
              <a:rPr sz="825" b="1">
                <a:solidFill>
                  <a:srgbClr val="267F7C"/>
                </a:solidFill>
                <a:latin typeface="Arial"/>
                <a:ea typeface="Arial"/>
                <a:cs typeface="Arial"/>
              </a:rPr>
              <a:t>2</a:t>
            </a:r>
          </a:p>
        </p:txBody>
      </p:sp>
      <p:sp>
        <p:nvSpPr>
          <p:cNvPr id="73" name="restore-3">
            <a:extLst xmlns:a="http://schemas.openxmlformats.org/drawingml/2006/main">
              <a:ext uri="{FF2B5EF4-FFF2-40B4-BE49-F238E27FC236}">
                <a16:creationId xmlns:a16="http://schemas.microsoft.com/office/drawing/2014/main" id="{5ED3046A-0B3A-40F0-844B-719CFADB8E6A}"/>
              </a:ext>
            </a:extLst>
          </p:cNvPr>
          <p:cNvSpPr>
            <a:spLocks xmlns:a="http://schemas.openxmlformats.org/drawingml/2006/main"/>
          </p:cNvSpPr>
          <p:nvPr/>
        </p:nvSpPr>
        <p:spPr>
          <a:xfrm xmlns:a="http://schemas.openxmlformats.org/drawingml/2006/main">
            <a:off x="3867150" y="1352550"/>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74" name="restore-4">
            <a:extLst xmlns:a="http://schemas.openxmlformats.org/drawingml/2006/main">
              <a:ext uri="{FF2B5EF4-FFF2-40B4-BE49-F238E27FC236}">
                <a16:creationId xmlns:a16="http://schemas.microsoft.com/office/drawing/2014/main" id="{FD154ADE-29C8-4C62-AB2F-0F690DF55C1F}"/>
              </a:ext>
            </a:extLst>
          </p:cNvPr>
          <p:cNvSpPr>
            <a:spLocks xmlns:a="http://schemas.openxmlformats.org/drawingml/2006/main"/>
          </p:cNvSpPr>
          <p:nvPr/>
        </p:nvSpPr>
        <p:spPr>
          <a:xfrm xmlns:a="http://schemas.openxmlformats.org/drawingml/2006/main">
            <a:off x="4067175" y="1352550"/>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75" name="restore-5">
            <a:extLst xmlns:a="http://schemas.openxmlformats.org/drawingml/2006/main">
              <a:ext uri="{FF2B5EF4-FFF2-40B4-BE49-F238E27FC236}">
                <a16:creationId xmlns:a16="http://schemas.microsoft.com/office/drawing/2014/main" id="{84502B8A-BF2C-42E8-BB56-233F3189CFC7}"/>
              </a:ext>
            </a:extLst>
          </p:cNvPr>
          <p:cNvSpPr>
            <a:spLocks xmlns:a="http://schemas.openxmlformats.org/drawingml/2006/main"/>
          </p:cNvSpPr>
          <p:nvPr/>
        </p:nvSpPr>
        <p:spPr>
          <a:xfrm xmlns:a="http://schemas.openxmlformats.org/drawingml/2006/main">
            <a:off x="3467100" y="1552575"/>
            <a:ext cx="200025" cy="200025"/>
          </a:xfrm>
          <a:prstGeom xmlns:a="http://schemas.openxmlformats.org/drawingml/2006/main" prst="rect">
            <a:avLst/>
          </a:prstGeom>
          <a:solidFill xmlns:a="http://schemas.openxmlformats.org/drawingml/2006/main">
            <a:srgbClr val="D9EEEC"/>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267F7C"/>
                </a:solidFill>
                <a:latin typeface="Arial"/>
                <a:ea typeface="Arial"/>
                <a:cs typeface="Arial"/>
              </a:defRPr>
            </a:pPr>
            <a:r>
              <a:rPr sz="825" b="1">
                <a:solidFill>
                  <a:srgbClr val="267F7C"/>
                </a:solidFill>
                <a:latin typeface="Arial"/>
                <a:ea typeface="Arial"/>
                <a:cs typeface="Arial"/>
              </a:rPr>
              <a:t>5</a:t>
            </a:r>
          </a:p>
        </p:txBody>
      </p:sp>
      <p:sp>
        <p:nvSpPr>
          <p:cNvPr id="76" name="restore-6">
            <a:extLst xmlns:a="http://schemas.openxmlformats.org/drawingml/2006/main">
              <a:ext uri="{FF2B5EF4-FFF2-40B4-BE49-F238E27FC236}">
                <a16:creationId xmlns:a16="http://schemas.microsoft.com/office/drawing/2014/main" id="{9186629A-8602-499B-9EB3-0741CF850D27}"/>
              </a:ext>
            </a:extLst>
          </p:cNvPr>
          <p:cNvSpPr>
            <a:spLocks xmlns:a="http://schemas.openxmlformats.org/drawingml/2006/main"/>
          </p:cNvSpPr>
          <p:nvPr/>
        </p:nvSpPr>
        <p:spPr>
          <a:xfrm xmlns:a="http://schemas.openxmlformats.org/drawingml/2006/main">
            <a:off x="3667125" y="1552575"/>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77" name="restore-7">
            <a:extLst xmlns:a="http://schemas.openxmlformats.org/drawingml/2006/main">
              <a:ext uri="{FF2B5EF4-FFF2-40B4-BE49-F238E27FC236}">
                <a16:creationId xmlns:a16="http://schemas.microsoft.com/office/drawing/2014/main" id="{C9B99009-D550-4C80-A84C-78186D153FB5}"/>
              </a:ext>
            </a:extLst>
          </p:cNvPr>
          <p:cNvSpPr>
            <a:spLocks xmlns:a="http://schemas.openxmlformats.org/drawingml/2006/main"/>
          </p:cNvSpPr>
          <p:nvPr/>
        </p:nvSpPr>
        <p:spPr>
          <a:xfrm xmlns:a="http://schemas.openxmlformats.org/drawingml/2006/main">
            <a:off x="3867150" y="1552575"/>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78" name="restore-8">
            <a:extLst xmlns:a="http://schemas.openxmlformats.org/drawingml/2006/main">
              <a:ext uri="{FF2B5EF4-FFF2-40B4-BE49-F238E27FC236}">
                <a16:creationId xmlns:a16="http://schemas.microsoft.com/office/drawing/2014/main" id="{F216E2E0-2284-4646-8B89-5290C364955A}"/>
              </a:ext>
            </a:extLst>
          </p:cNvPr>
          <p:cNvSpPr>
            <a:spLocks xmlns:a="http://schemas.openxmlformats.org/drawingml/2006/main"/>
          </p:cNvSpPr>
          <p:nvPr/>
        </p:nvSpPr>
        <p:spPr>
          <a:xfrm xmlns:a="http://schemas.openxmlformats.org/drawingml/2006/main">
            <a:off x="4067175" y="1552575"/>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79" name="restore-9">
            <a:extLst xmlns:a="http://schemas.openxmlformats.org/drawingml/2006/main">
              <a:ext uri="{FF2B5EF4-FFF2-40B4-BE49-F238E27FC236}">
                <a16:creationId xmlns:a16="http://schemas.microsoft.com/office/drawing/2014/main" id="{25658330-D764-41F2-B3D4-C2F7CE611409}"/>
              </a:ext>
            </a:extLst>
          </p:cNvPr>
          <p:cNvSpPr>
            <a:spLocks xmlns:a="http://schemas.openxmlformats.org/drawingml/2006/main"/>
          </p:cNvSpPr>
          <p:nvPr/>
        </p:nvSpPr>
        <p:spPr>
          <a:xfrm xmlns:a="http://schemas.openxmlformats.org/drawingml/2006/main">
            <a:off x="3467100" y="1752600"/>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80" name="restore-10">
            <a:extLst xmlns:a="http://schemas.openxmlformats.org/drawingml/2006/main">
              <a:ext uri="{FF2B5EF4-FFF2-40B4-BE49-F238E27FC236}">
                <a16:creationId xmlns:a16="http://schemas.microsoft.com/office/drawing/2014/main" id="{CF981B1B-94E4-4EA0-99C2-DEBB4927945C}"/>
              </a:ext>
            </a:extLst>
          </p:cNvPr>
          <p:cNvSpPr>
            <a:spLocks xmlns:a="http://schemas.openxmlformats.org/drawingml/2006/main"/>
          </p:cNvSpPr>
          <p:nvPr/>
        </p:nvSpPr>
        <p:spPr>
          <a:xfrm xmlns:a="http://schemas.openxmlformats.org/drawingml/2006/main">
            <a:off x="3667125" y="1752600"/>
            <a:ext cx="200025" cy="200025"/>
          </a:xfrm>
          <a:prstGeom xmlns:a="http://schemas.openxmlformats.org/drawingml/2006/main" prst="rect">
            <a:avLst/>
          </a:prstGeom>
          <a:solidFill xmlns:a="http://schemas.openxmlformats.org/drawingml/2006/main">
            <a:srgbClr val="D9EEEC"/>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267F7C"/>
                </a:solidFill>
                <a:latin typeface="Arial"/>
                <a:ea typeface="Arial"/>
                <a:cs typeface="Arial"/>
              </a:defRPr>
            </a:pPr>
            <a:r>
              <a:rPr sz="825" b="1">
                <a:solidFill>
                  <a:srgbClr val="267F7C"/>
                </a:solidFill>
                <a:latin typeface="Arial"/>
                <a:ea typeface="Arial"/>
                <a:cs typeface="Arial"/>
              </a:rPr>
              <a:t>10</a:t>
            </a:r>
          </a:p>
        </p:txBody>
      </p:sp>
      <p:sp>
        <p:nvSpPr>
          <p:cNvPr id="81" name="restore-11">
            <a:extLst xmlns:a="http://schemas.openxmlformats.org/drawingml/2006/main">
              <a:ext uri="{FF2B5EF4-FFF2-40B4-BE49-F238E27FC236}">
                <a16:creationId xmlns:a16="http://schemas.microsoft.com/office/drawing/2014/main" id="{221C8FEB-1E4D-42BC-8A8E-37163225C273}"/>
              </a:ext>
            </a:extLst>
          </p:cNvPr>
          <p:cNvSpPr>
            <a:spLocks xmlns:a="http://schemas.openxmlformats.org/drawingml/2006/main"/>
          </p:cNvSpPr>
          <p:nvPr/>
        </p:nvSpPr>
        <p:spPr>
          <a:xfrm xmlns:a="http://schemas.openxmlformats.org/drawingml/2006/main">
            <a:off x="3867150" y="1752600"/>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82" name="restore-12">
            <a:extLst xmlns:a="http://schemas.openxmlformats.org/drawingml/2006/main">
              <a:ext uri="{FF2B5EF4-FFF2-40B4-BE49-F238E27FC236}">
                <a16:creationId xmlns:a16="http://schemas.microsoft.com/office/drawing/2014/main" id="{685A9E12-08B8-4B71-8342-05D17368A4A0}"/>
              </a:ext>
            </a:extLst>
          </p:cNvPr>
          <p:cNvSpPr>
            <a:spLocks xmlns:a="http://schemas.openxmlformats.org/drawingml/2006/main"/>
          </p:cNvSpPr>
          <p:nvPr/>
        </p:nvSpPr>
        <p:spPr>
          <a:xfrm xmlns:a="http://schemas.openxmlformats.org/drawingml/2006/main">
            <a:off x="4067175" y="1752600"/>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83" name="restore-13">
            <a:extLst xmlns:a="http://schemas.openxmlformats.org/drawingml/2006/main">
              <a:ext uri="{FF2B5EF4-FFF2-40B4-BE49-F238E27FC236}">
                <a16:creationId xmlns:a16="http://schemas.microsoft.com/office/drawing/2014/main" id="{B1064CE9-A67D-4356-97A9-293BF281DD83}"/>
              </a:ext>
            </a:extLst>
          </p:cNvPr>
          <p:cNvSpPr>
            <a:spLocks xmlns:a="http://schemas.openxmlformats.org/drawingml/2006/main"/>
          </p:cNvSpPr>
          <p:nvPr/>
        </p:nvSpPr>
        <p:spPr>
          <a:xfrm xmlns:a="http://schemas.openxmlformats.org/drawingml/2006/main">
            <a:off x="3467100" y="1952625"/>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84" name="restore-14">
            <a:extLst xmlns:a="http://schemas.openxmlformats.org/drawingml/2006/main">
              <a:ext uri="{FF2B5EF4-FFF2-40B4-BE49-F238E27FC236}">
                <a16:creationId xmlns:a16="http://schemas.microsoft.com/office/drawing/2014/main" id="{CAAAA114-F7BB-43C9-B3D3-6357C368CF2B}"/>
              </a:ext>
            </a:extLst>
          </p:cNvPr>
          <p:cNvSpPr>
            <a:spLocks xmlns:a="http://schemas.openxmlformats.org/drawingml/2006/main"/>
          </p:cNvSpPr>
          <p:nvPr/>
        </p:nvSpPr>
        <p:spPr>
          <a:xfrm xmlns:a="http://schemas.openxmlformats.org/drawingml/2006/main">
            <a:off x="3667125" y="1952625"/>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85" name="restore-15">
            <a:extLst xmlns:a="http://schemas.openxmlformats.org/drawingml/2006/main">
              <a:ext uri="{FF2B5EF4-FFF2-40B4-BE49-F238E27FC236}">
                <a16:creationId xmlns:a16="http://schemas.microsoft.com/office/drawing/2014/main" id="{5547F399-C1A6-448B-B0A1-9DF2ADFEEEE5}"/>
              </a:ext>
            </a:extLst>
          </p:cNvPr>
          <p:cNvSpPr>
            <a:spLocks xmlns:a="http://schemas.openxmlformats.org/drawingml/2006/main"/>
          </p:cNvSpPr>
          <p:nvPr/>
        </p:nvSpPr>
        <p:spPr>
          <a:xfrm xmlns:a="http://schemas.openxmlformats.org/drawingml/2006/main">
            <a:off x="3867150" y="1952625"/>
            <a:ext cx="200025" cy="200025"/>
          </a:xfrm>
          <a:prstGeom xmlns:a="http://schemas.openxmlformats.org/drawingml/2006/main" prst="rect">
            <a:avLst/>
          </a:prstGeom>
          <a:solidFill xmlns:a="http://schemas.openxmlformats.org/drawingml/2006/main">
            <a:srgbClr val="D9EEEC"/>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267F7C"/>
                </a:solidFill>
                <a:latin typeface="Arial"/>
                <a:ea typeface="Arial"/>
                <a:cs typeface="Arial"/>
              </a:defRPr>
            </a:pPr>
            <a:r>
              <a:rPr sz="825" b="1">
                <a:solidFill>
                  <a:srgbClr val="267F7C"/>
                </a:solidFill>
                <a:latin typeface="Arial"/>
                <a:ea typeface="Arial"/>
                <a:cs typeface="Arial"/>
              </a:rPr>
              <a:t>15</a:t>
            </a:r>
          </a:p>
        </p:txBody>
      </p:sp>
      <p:sp>
        <p:nvSpPr>
          <p:cNvPr id="86" name="restore-16">
            <a:extLst xmlns:a="http://schemas.openxmlformats.org/drawingml/2006/main">
              <a:ext uri="{FF2B5EF4-FFF2-40B4-BE49-F238E27FC236}">
                <a16:creationId xmlns:a16="http://schemas.microsoft.com/office/drawing/2014/main" id="{D0A8F5AE-A718-4E29-B8BE-3AC368EC1F9C}"/>
              </a:ext>
            </a:extLst>
          </p:cNvPr>
          <p:cNvSpPr>
            <a:spLocks xmlns:a="http://schemas.openxmlformats.org/drawingml/2006/main"/>
          </p:cNvSpPr>
          <p:nvPr/>
        </p:nvSpPr>
        <p:spPr>
          <a:xfrm xmlns:a="http://schemas.openxmlformats.org/drawingml/2006/main">
            <a:off x="4067175" y="1952625"/>
            <a:ext cx="200025" cy="200025"/>
          </a:xfrm>
          <a:prstGeom xmlns:a="http://schemas.openxmlformats.org/drawingml/2006/main" prst="rect">
            <a:avLst/>
          </a:prstGeom>
          <a:solidFill xmlns:a="http://schemas.openxmlformats.org/drawingml/2006/main">
            <a:srgbClr val="E3E5E7"/>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62696D"/>
                </a:solidFill>
                <a:latin typeface="Arial"/>
                <a:ea typeface="Arial"/>
                <a:cs typeface="Arial"/>
              </a:defRPr>
            </a:pPr>
            <a:r>
              <a:rPr sz="825" b="0">
                <a:solidFill>
                  <a:srgbClr val="62696D"/>
                </a:solidFill>
                <a:latin typeface="Arial"/>
                <a:ea typeface="Arial"/>
                <a:cs typeface="Arial"/>
              </a:rPr>
              <a:t>M</a:t>
            </a:r>
          </a:p>
        </p:txBody>
      </p:sp>
      <p:sp>
        <p:nvSpPr>
          <p:cNvPr id="87" name="decoder">
            <a:extLst xmlns:a="http://schemas.openxmlformats.org/drawingml/2006/main">
              <a:ext uri="{FF2B5EF4-FFF2-40B4-BE49-F238E27FC236}">
                <a16:creationId xmlns:a16="http://schemas.microsoft.com/office/drawing/2014/main" id="{755BA29C-F970-4EE0-85E6-FD5BEC520784}"/>
              </a:ext>
            </a:extLst>
          </p:cNvPr>
          <p:cNvSpPr>
            <a:spLocks xmlns:a="http://schemas.openxmlformats.org/drawingml/2006/main"/>
          </p:cNvSpPr>
          <p:nvPr/>
        </p:nvSpPr>
        <p:spPr>
          <a:xfrm xmlns:a="http://schemas.openxmlformats.org/drawingml/2006/main">
            <a:off x="4514850" y="1314450"/>
            <a:ext cx="447675" cy="876300"/>
          </a:xfrm>
          <a:prstGeom xmlns:a="http://schemas.openxmlformats.org/drawingml/2006/main" prst="rect">
            <a:avLst/>
          </a:prstGeom>
          <a:solidFill xmlns:a="http://schemas.openxmlformats.org/drawingml/2006/main">
            <a:srgbClr val="EFF1F2"/>
          </a:solidFill>
          <a:ln xmlns:a="http://schemas.openxmlformats.org/drawingml/2006/main" w="10954">
            <a:solidFill>
              <a:srgbClr val="747B7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48" b="0">
                <a:solidFill>
                  <a:srgbClr val="26292B"/>
                </a:solidFill>
                <a:latin typeface="Arial"/>
                <a:ea typeface="Arial"/>
                <a:cs typeface="Arial"/>
              </a:defRPr>
            </a:pPr>
            <a:r>
              <a:rPr sz="848" b="0">
                <a:solidFill>
                  <a:srgbClr val="26292B"/>
                </a:solidFill>
                <a:latin typeface="Arial"/>
                <a:ea typeface="Arial"/>
                <a:cs typeface="Arial"/>
              </a:rPr>
              <a:t>Decoder</a:t>
            </a:r>
          </a:p>
        </p:txBody>
      </p:sp>
      <p:sp>
        <p:nvSpPr>
          <p:cNvPr id="88" name="predicted-patches">
            <a:extLst xmlns:a="http://schemas.openxmlformats.org/drawingml/2006/main">
              <a:ext uri="{FF2B5EF4-FFF2-40B4-BE49-F238E27FC236}">
                <a16:creationId xmlns:a16="http://schemas.microsoft.com/office/drawing/2014/main" id="{C1CA245D-84DD-40FE-83B2-AFD34E3BDB8D}"/>
              </a:ext>
            </a:extLst>
          </p:cNvPr>
          <p:cNvSpPr>
            <a:spLocks xmlns:a="http://schemas.openxmlformats.org/drawingml/2006/main"/>
          </p:cNvSpPr>
          <p:nvPr/>
        </p:nvSpPr>
        <p:spPr>
          <a:xfrm xmlns:a="http://schemas.openxmlformats.org/drawingml/2006/main">
            <a:off x="5219700" y="1257300"/>
            <a:ext cx="990600" cy="990600"/>
          </a:xfrm>
          <a:prstGeom xmlns:a="http://schemas.openxmlformats.org/drawingml/2006/main" prst="rect">
            <a:avLst/>
          </a:prstGeom>
          <a:noFill xmlns:a="http://schemas.openxmlformats.org/drawingml/2006/main"/>
          <a:ln xmlns:a="http://schemas.openxmlformats.org/drawingml/2006/main" w="9525">
            <a:solidFill>
              <a:srgbClr val="AB6A5E"/>
            </a:solidFill>
            <a:prstDash val="solid"/>
          </a:ln>
        </p:spPr>
      </p:sp>
      <p:sp>
        <p:nvSpPr>
          <p:cNvPr id="89" name="prediction-1">
            <a:extLst xmlns:a="http://schemas.openxmlformats.org/drawingml/2006/main">
              <a:ext uri="{FF2B5EF4-FFF2-40B4-BE49-F238E27FC236}">
                <a16:creationId xmlns:a16="http://schemas.microsoft.com/office/drawing/2014/main" id="{E271B2B1-EF6A-40DE-A7D4-F0DB25693E2E}"/>
              </a:ext>
            </a:extLst>
          </p:cNvPr>
          <p:cNvSpPr>
            <a:spLocks xmlns:a="http://schemas.openxmlformats.org/drawingml/2006/main"/>
          </p:cNvSpPr>
          <p:nvPr/>
        </p:nvSpPr>
        <p:spPr>
          <a:xfrm xmlns:a="http://schemas.openxmlformats.org/drawingml/2006/main">
            <a:off x="5219700" y="125730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1</a:t>
            </a:r>
          </a:p>
        </p:txBody>
      </p:sp>
      <p:sp>
        <p:nvSpPr>
          <p:cNvPr id="90" name="prediction-2">
            <a:extLst xmlns:a="http://schemas.openxmlformats.org/drawingml/2006/main">
              <a:ext uri="{FF2B5EF4-FFF2-40B4-BE49-F238E27FC236}">
                <a16:creationId xmlns:a16="http://schemas.microsoft.com/office/drawing/2014/main" id="{9CD80AD3-EA62-4E93-9C90-924ECE869B91}"/>
              </a:ext>
            </a:extLst>
          </p:cNvPr>
          <p:cNvSpPr>
            <a:spLocks xmlns:a="http://schemas.openxmlformats.org/drawingml/2006/main"/>
          </p:cNvSpPr>
          <p:nvPr/>
        </p:nvSpPr>
        <p:spPr>
          <a:xfrm xmlns:a="http://schemas.openxmlformats.org/drawingml/2006/main">
            <a:off x="5467350" y="125730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2</a:t>
            </a:r>
          </a:p>
        </p:txBody>
      </p:sp>
      <p:sp>
        <p:nvSpPr>
          <p:cNvPr id="91" name="prediction-3">
            <a:extLst xmlns:a="http://schemas.openxmlformats.org/drawingml/2006/main">
              <a:ext uri="{FF2B5EF4-FFF2-40B4-BE49-F238E27FC236}">
                <a16:creationId xmlns:a16="http://schemas.microsoft.com/office/drawing/2014/main" id="{33763BCE-385E-43FC-966A-13D214B60CED}"/>
              </a:ext>
            </a:extLst>
          </p:cNvPr>
          <p:cNvSpPr>
            <a:spLocks xmlns:a="http://schemas.openxmlformats.org/drawingml/2006/main"/>
          </p:cNvSpPr>
          <p:nvPr/>
        </p:nvSpPr>
        <p:spPr>
          <a:xfrm xmlns:a="http://schemas.openxmlformats.org/drawingml/2006/main">
            <a:off x="5715000" y="125730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3</a:t>
            </a:r>
          </a:p>
        </p:txBody>
      </p:sp>
      <p:sp>
        <p:nvSpPr>
          <p:cNvPr id="92" name="prediction-4">
            <a:extLst xmlns:a="http://schemas.openxmlformats.org/drawingml/2006/main">
              <a:ext uri="{FF2B5EF4-FFF2-40B4-BE49-F238E27FC236}">
                <a16:creationId xmlns:a16="http://schemas.microsoft.com/office/drawing/2014/main" id="{7D49DAD8-80E4-47E4-A03A-4ADD702EC7DB}"/>
              </a:ext>
            </a:extLst>
          </p:cNvPr>
          <p:cNvSpPr>
            <a:spLocks xmlns:a="http://schemas.openxmlformats.org/drawingml/2006/main"/>
          </p:cNvSpPr>
          <p:nvPr/>
        </p:nvSpPr>
        <p:spPr>
          <a:xfrm xmlns:a="http://schemas.openxmlformats.org/drawingml/2006/main">
            <a:off x="5962650" y="125730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4</a:t>
            </a:r>
          </a:p>
        </p:txBody>
      </p:sp>
      <p:sp>
        <p:nvSpPr>
          <p:cNvPr id="93" name="prediction-5">
            <a:extLst xmlns:a="http://schemas.openxmlformats.org/drawingml/2006/main">
              <a:ext uri="{FF2B5EF4-FFF2-40B4-BE49-F238E27FC236}">
                <a16:creationId xmlns:a16="http://schemas.microsoft.com/office/drawing/2014/main" id="{C772BA0A-F93C-4E59-8DCA-C376B74E890C}"/>
              </a:ext>
            </a:extLst>
          </p:cNvPr>
          <p:cNvSpPr>
            <a:spLocks xmlns:a="http://schemas.openxmlformats.org/drawingml/2006/main"/>
          </p:cNvSpPr>
          <p:nvPr/>
        </p:nvSpPr>
        <p:spPr>
          <a:xfrm xmlns:a="http://schemas.openxmlformats.org/drawingml/2006/main">
            <a:off x="5219700" y="150495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5</a:t>
            </a:r>
          </a:p>
        </p:txBody>
      </p:sp>
      <p:sp>
        <p:nvSpPr>
          <p:cNvPr id="94" name="prediction-6">
            <a:extLst xmlns:a="http://schemas.openxmlformats.org/drawingml/2006/main">
              <a:ext uri="{FF2B5EF4-FFF2-40B4-BE49-F238E27FC236}">
                <a16:creationId xmlns:a16="http://schemas.microsoft.com/office/drawing/2014/main" id="{05832A94-963D-4CB2-A148-B25393982D46}"/>
              </a:ext>
            </a:extLst>
          </p:cNvPr>
          <p:cNvSpPr>
            <a:spLocks xmlns:a="http://schemas.openxmlformats.org/drawingml/2006/main"/>
          </p:cNvSpPr>
          <p:nvPr/>
        </p:nvSpPr>
        <p:spPr>
          <a:xfrm xmlns:a="http://schemas.openxmlformats.org/drawingml/2006/main">
            <a:off x="5467350" y="150495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6</a:t>
            </a:r>
          </a:p>
        </p:txBody>
      </p:sp>
      <p:sp>
        <p:nvSpPr>
          <p:cNvPr id="95" name="prediction-7">
            <a:extLst xmlns:a="http://schemas.openxmlformats.org/drawingml/2006/main">
              <a:ext uri="{FF2B5EF4-FFF2-40B4-BE49-F238E27FC236}">
                <a16:creationId xmlns:a16="http://schemas.microsoft.com/office/drawing/2014/main" id="{1E226DD9-3640-4C12-8C32-3E8220CD6DD0}"/>
              </a:ext>
            </a:extLst>
          </p:cNvPr>
          <p:cNvSpPr>
            <a:spLocks xmlns:a="http://schemas.openxmlformats.org/drawingml/2006/main"/>
          </p:cNvSpPr>
          <p:nvPr/>
        </p:nvSpPr>
        <p:spPr>
          <a:xfrm xmlns:a="http://schemas.openxmlformats.org/drawingml/2006/main">
            <a:off x="5715000" y="150495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7</a:t>
            </a:r>
          </a:p>
        </p:txBody>
      </p:sp>
      <p:sp>
        <p:nvSpPr>
          <p:cNvPr id="96" name="prediction-8">
            <a:extLst xmlns:a="http://schemas.openxmlformats.org/drawingml/2006/main">
              <a:ext uri="{FF2B5EF4-FFF2-40B4-BE49-F238E27FC236}">
                <a16:creationId xmlns:a16="http://schemas.microsoft.com/office/drawing/2014/main" id="{EC0AC03C-83B6-4696-8674-E5216A92C124}"/>
              </a:ext>
            </a:extLst>
          </p:cNvPr>
          <p:cNvSpPr>
            <a:spLocks xmlns:a="http://schemas.openxmlformats.org/drawingml/2006/main"/>
          </p:cNvSpPr>
          <p:nvPr/>
        </p:nvSpPr>
        <p:spPr>
          <a:xfrm xmlns:a="http://schemas.openxmlformats.org/drawingml/2006/main">
            <a:off x="5962650" y="150495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8</a:t>
            </a:r>
          </a:p>
        </p:txBody>
      </p:sp>
      <p:sp>
        <p:nvSpPr>
          <p:cNvPr id="97" name="prediction-9">
            <a:extLst xmlns:a="http://schemas.openxmlformats.org/drawingml/2006/main">
              <a:ext uri="{FF2B5EF4-FFF2-40B4-BE49-F238E27FC236}">
                <a16:creationId xmlns:a16="http://schemas.microsoft.com/office/drawing/2014/main" id="{A74B3B5A-2506-43B4-ADA4-CD8DC4D52CC6}"/>
              </a:ext>
            </a:extLst>
          </p:cNvPr>
          <p:cNvSpPr>
            <a:spLocks xmlns:a="http://schemas.openxmlformats.org/drawingml/2006/main"/>
          </p:cNvSpPr>
          <p:nvPr/>
        </p:nvSpPr>
        <p:spPr>
          <a:xfrm xmlns:a="http://schemas.openxmlformats.org/drawingml/2006/main">
            <a:off x="5219700" y="175260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9</a:t>
            </a:r>
          </a:p>
        </p:txBody>
      </p:sp>
      <p:sp>
        <p:nvSpPr>
          <p:cNvPr id="98" name="prediction-10">
            <a:extLst xmlns:a="http://schemas.openxmlformats.org/drawingml/2006/main">
              <a:ext uri="{FF2B5EF4-FFF2-40B4-BE49-F238E27FC236}">
                <a16:creationId xmlns:a16="http://schemas.microsoft.com/office/drawing/2014/main" id="{CF72CD28-8D86-4FBB-95F8-152E667B4C6A}"/>
              </a:ext>
            </a:extLst>
          </p:cNvPr>
          <p:cNvSpPr>
            <a:spLocks xmlns:a="http://schemas.openxmlformats.org/drawingml/2006/main"/>
          </p:cNvSpPr>
          <p:nvPr/>
        </p:nvSpPr>
        <p:spPr>
          <a:xfrm xmlns:a="http://schemas.openxmlformats.org/drawingml/2006/main">
            <a:off x="5467350" y="175260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10</a:t>
            </a:r>
          </a:p>
        </p:txBody>
      </p:sp>
      <p:sp>
        <p:nvSpPr>
          <p:cNvPr id="99" name="prediction-11">
            <a:extLst xmlns:a="http://schemas.openxmlformats.org/drawingml/2006/main">
              <a:ext uri="{FF2B5EF4-FFF2-40B4-BE49-F238E27FC236}">
                <a16:creationId xmlns:a16="http://schemas.microsoft.com/office/drawing/2014/main" id="{057A6732-A149-4691-9C98-963920F48D5C}"/>
              </a:ext>
            </a:extLst>
          </p:cNvPr>
          <p:cNvSpPr>
            <a:spLocks xmlns:a="http://schemas.openxmlformats.org/drawingml/2006/main"/>
          </p:cNvSpPr>
          <p:nvPr/>
        </p:nvSpPr>
        <p:spPr>
          <a:xfrm xmlns:a="http://schemas.openxmlformats.org/drawingml/2006/main">
            <a:off x="5715000" y="175260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11</a:t>
            </a:r>
          </a:p>
        </p:txBody>
      </p:sp>
      <p:sp>
        <p:nvSpPr>
          <p:cNvPr id="100" name="prediction-12">
            <a:extLst xmlns:a="http://schemas.openxmlformats.org/drawingml/2006/main">
              <a:ext uri="{FF2B5EF4-FFF2-40B4-BE49-F238E27FC236}">
                <a16:creationId xmlns:a16="http://schemas.microsoft.com/office/drawing/2014/main" id="{69D6916D-A052-4CB2-A0B9-74B0C4B2E064}"/>
              </a:ext>
            </a:extLst>
          </p:cNvPr>
          <p:cNvSpPr>
            <a:spLocks xmlns:a="http://schemas.openxmlformats.org/drawingml/2006/main"/>
          </p:cNvSpPr>
          <p:nvPr/>
        </p:nvSpPr>
        <p:spPr>
          <a:xfrm xmlns:a="http://schemas.openxmlformats.org/drawingml/2006/main">
            <a:off x="5962650" y="175260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12</a:t>
            </a:r>
          </a:p>
        </p:txBody>
      </p:sp>
      <p:sp>
        <p:nvSpPr>
          <p:cNvPr id="101" name="prediction-13">
            <a:extLst xmlns:a="http://schemas.openxmlformats.org/drawingml/2006/main">
              <a:ext uri="{FF2B5EF4-FFF2-40B4-BE49-F238E27FC236}">
                <a16:creationId xmlns:a16="http://schemas.microsoft.com/office/drawing/2014/main" id="{F7991424-92BA-4990-9073-3F851096E81C}"/>
              </a:ext>
            </a:extLst>
          </p:cNvPr>
          <p:cNvSpPr>
            <a:spLocks xmlns:a="http://schemas.openxmlformats.org/drawingml/2006/main"/>
          </p:cNvSpPr>
          <p:nvPr/>
        </p:nvSpPr>
        <p:spPr>
          <a:xfrm xmlns:a="http://schemas.openxmlformats.org/drawingml/2006/main">
            <a:off x="5219700" y="200025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13</a:t>
            </a:r>
          </a:p>
        </p:txBody>
      </p:sp>
      <p:sp>
        <p:nvSpPr>
          <p:cNvPr id="102" name="prediction-14">
            <a:extLst xmlns:a="http://schemas.openxmlformats.org/drawingml/2006/main">
              <a:ext uri="{FF2B5EF4-FFF2-40B4-BE49-F238E27FC236}">
                <a16:creationId xmlns:a16="http://schemas.microsoft.com/office/drawing/2014/main" id="{6A45A76C-95FD-48AC-89F4-045D4DF54396}"/>
              </a:ext>
            </a:extLst>
          </p:cNvPr>
          <p:cNvSpPr>
            <a:spLocks xmlns:a="http://schemas.openxmlformats.org/drawingml/2006/main"/>
          </p:cNvSpPr>
          <p:nvPr/>
        </p:nvSpPr>
        <p:spPr>
          <a:xfrm xmlns:a="http://schemas.openxmlformats.org/drawingml/2006/main">
            <a:off x="5467350" y="200025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14</a:t>
            </a:r>
          </a:p>
        </p:txBody>
      </p:sp>
      <p:sp>
        <p:nvSpPr>
          <p:cNvPr id="103" name="prediction-15">
            <a:extLst xmlns:a="http://schemas.openxmlformats.org/drawingml/2006/main">
              <a:ext uri="{FF2B5EF4-FFF2-40B4-BE49-F238E27FC236}">
                <a16:creationId xmlns:a16="http://schemas.microsoft.com/office/drawing/2014/main" id="{0DB00926-BA15-4C96-B1EA-F2757D9989A2}"/>
              </a:ext>
            </a:extLst>
          </p:cNvPr>
          <p:cNvSpPr>
            <a:spLocks xmlns:a="http://schemas.openxmlformats.org/drawingml/2006/main"/>
          </p:cNvSpPr>
          <p:nvPr/>
        </p:nvSpPr>
        <p:spPr>
          <a:xfrm xmlns:a="http://schemas.openxmlformats.org/drawingml/2006/main">
            <a:off x="5715000" y="200025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15</a:t>
            </a:r>
          </a:p>
        </p:txBody>
      </p:sp>
      <p:sp>
        <p:nvSpPr>
          <p:cNvPr id="104" name="prediction-16">
            <a:extLst xmlns:a="http://schemas.openxmlformats.org/drawingml/2006/main">
              <a:ext uri="{FF2B5EF4-FFF2-40B4-BE49-F238E27FC236}">
                <a16:creationId xmlns:a16="http://schemas.microsoft.com/office/drawing/2014/main" id="{08841065-8D85-4BC6-BF98-E0C2861AC65B}"/>
              </a:ext>
            </a:extLst>
          </p:cNvPr>
          <p:cNvSpPr>
            <a:spLocks xmlns:a="http://schemas.openxmlformats.org/drawingml/2006/main"/>
          </p:cNvSpPr>
          <p:nvPr/>
        </p:nvSpPr>
        <p:spPr>
          <a:xfrm xmlns:a="http://schemas.openxmlformats.org/drawingml/2006/main">
            <a:off x="5962650" y="2000250"/>
            <a:ext cx="247650" cy="247650"/>
          </a:xfrm>
          <a:prstGeom xmlns:a="http://schemas.openxmlformats.org/drawingml/2006/main" prst="rect">
            <a:avLst/>
          </a:prstGeom>
          <a:solidFill xmlns:a="http://schemas.openxmlformats.org/drawingml/2006/main">
            <a:srgbClr val="F7E0DB"/>
          </a:solidFill>
          <a:ln xmlns:a="http://schemas.openxmlformats.org/drawingml/2006/main" w="10478">
            <a:solidFill>
              <a:srgbClr val="FFFFFF"/>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38" b="0">
                <a:solidFill>
                  <a:srgbClr val="B95446"/>
                </a:solidFill>
                <a:latin typeface="Arial"/>
                <a:ea typeface="Arial"/>
                <a:cs typeface="Arial"/>
              </a:defRPr>
            </a:pPr>
            <a:r>
              <a:rPr sz="938" b="0">
                <a:solidFill>
                  <a:srgbClr val="B95446"/>
                </a:solidFill>
                <a:latin typeface="Arial"/>
                <a:ea typeface="Arial"/>
                <a:cs typeface="Arial"/>
              </a:rPr>
              <a:t>16</a:t>
            </a:r>
          </a:p>
        </p:txBody>
      </p:sp>
      <p:cxnSp>
        <p:nvCxnSpPr>
          <p:cNvPr id="225" name="forward-0"/>
          <p:cNvCxnSpPr>
            <a:stCxn xmlns:a="http://schemas.openxmlformats.org/drawingml/2006/main" id="10" idx="3"/>
            <a:endCxn xmlns:a="http://schemas.openxmlformats.org/drawingml/2006/main" id="51" idx="1"/>
          </p:cNvCxnSpPr>
          <p:nvPr/>
        </p:nvCxnSpPr>
        <p:spPr>
          <a:xfrm xmlns:a="http://schemas.openxmlformats.org/drawingml/2006/main">
            <a:off x="1371600" y="1752600"/>
            <a:ext cx="314325" cy="0"/>
          </a:xfrm>
          <a:prstGeom xmlns:a="http://schemas.openxmlformats.org/drawingml/2006/main" prst="straightConnector1">
            <a:avLst/>
          </a:prstGeom>
          <a:ln xmlns:a="http://schemas.openxmlformats.org/drawingml/2006/main" w="21908" cap="rnd">
            <a:solidFill>
              <a:srgbClr val="394248"/>
            </a:solidFill>
            <a:prstDash val="solid"/>
            <a:round/>
            <a:tailEnd type="triangle" w="med" len="med"/>
          </a:ln>
        </p:spPr>
      </p:cxnSp>
      <p:cxnSp>
        <p:nvCxnSpPr>
          <p:cNvPr id="226" name="forward-1"/>
          <p:cNvCxnSpPr>
            <a:stCxn xmlns:a="http://schemas.openxmlformats.org/drawingml/2006/main" id="51" idx="3"/>
            <a:endCxn xmlns:a="http://schemas.openxmlformats.org/drawingml/2006/main" id="64" idx="1"/>
          </p:cNvCxnSpPr>
          <p:nvPr/>
        </p:nvCxnSpPr>
        <p:spPr>
          <a:xfrm xmlns:a="http://schemas.openxmlformats.org/drawingml/2006/main">
            <a:off x="1971675" y="1752600"/>
            <a:ext cx="219075" cy="0"/>
          </a:xfrm>
          <a:prstGeom xmlns:a="http://schemas.openxmlformats.org/drawingml/2006/main" prst="straightConnector1">
            <a:avLst/>
          </a:prstGeom>
          <a:ln xmlns:a="http://schemas.openxmlformats.org/drawingml/2006/main" w="21908" cap="rnd">
            <a:solidFill>
              <a:srgbClr val="394248"/>
            </a:solidFill>
            <a:prstDash val="solid"/>
            <a:round/>
            <a:tailEnd type="triangle" w="med" len="med"/>
          </a:ln>
        </p:spPr>
      </p:cxnSp>
      <p:cxnSp>
        <p:nvCxnSpPr>
          <p:cNvPr id="227" name="forward-2"/>
          <p:cNvCxnSpPr>
            <a:stCxn xmlns:a="http://schemas.openxmlformats.org/drawingml/2006/main" id="64" idx="3"/>
            <a:endCxn xmlns:a="http://schemas.openxmlformats.org/drawingml/2006/main" id="65" idx="1"/>
          </p:cNvCxnSpPr>
          <p:nvPr/>
        </p:nvCxnSpPr>
        <p:spPr>
          <a:xfrm xmlns:a="http://schemas.openxmlformats.org/drawingml/2006/main">
            <a:off x="2657475" y="1752600"/>
            <a:ext cx="200025" cy="0"/>
          </a:xfrm>
          <a:prstGeom xmlns:a="http://schemas.openxmlformats.org/drawingml/2006/main" prst="straightConnector1">
            <a:avLst/>
          </a:prstGeom>
          <a:ln xmlns:a="http://schemas.openxmlformats.org/drawingml/2006/main" w="21908" cap="rnd">
            <a:solidFill>
              <a:srgbClr val="394248"/>
            </a:solidFill>
            <a:prstDash val="solid"/>
            <a:round/>
            <a:tailEnd type="triangle" w="med" len="med"/>
          </a:ln>
        </p:spPr>
      </p:cxnSp>
      <p:cxnSp>
        <p:nvCxnSpPr>
          <p:cNvPr id="228" name="forward-3"/>
          <p:cNvCxnSpPr>
            <a:stCxn xmlns:a="http://schemas.openxmlformats.org/drawingml/2006/main" id="65" idx="3"/>
            <a:endCxn xmlns:a="http://schemas.openxmlformats.org/drawingml/2006/main" id="70" idx="1"/>
          </p:cNvCxnSpPr>
          <p:nvPr/>
        </p:nvCxnSpPr>
        <p:spPr>
          <a:xfrm xmlns:a="http://schemas.openxmlformats.org/drawingml/2006/main">
            <a:off x="3086100" y="1752600"/>
            <a:ext cx="381000" cy="0"/>
          </a:xfrm>
          <a:prstGeom xmlns:a="http://schemas.openxmlformats.org/drawingml/2006/main" prst="straightConnector1">
            <a:avLst/>
          </a:prstGeom>
          <a:ln xmlns:a="http://schemas.openxmlformats.org/drawingml/2006/main" w="21908" cap="rnd">
            <a:solidFill>
              <a:srgbClr val="394248"/>
            </a:solidFill>
            <a:prstDash val="solid"/>
            <a:round/>
            <a:tailEnd type="triangle" w="med" len="med"/>
          </a:ln>
        </p:spPr>
      </p:cxnSp>
      <p:cxnSp>
        <p:nvCxnSpPr>
          <p:cNvPr id="229" name="forward-4"/>
          <p:cNvCxnSpPr>
            <a:stCxn xmlns:a="http://schemas.openxmlformats.org/drawingml/2006/main" id="70" idx="3"/>
            <a:endCxn xmlns:a="http://schemas.openxmlformats.org/drawingml/2006/main" id="87" idx="1"/>
          </p:cNvCxnSpPr>
          <p:nvPr/>
        </p:nvCxnSpPr>
        <p:spPr>
          <a:xfrm xmlns:a="http://schemas.openxmlformats.org/drawingml/2006/main">
            <a:off x="4267200" y="1752600"/>
            <a:ext cx="247650" cy="0"/>
          </a:xfrm>
          <a:prstGeom xmlns:a="http://schemas.openxmlformats.org/drawingml/2006/main" prst="straightConnector1">
            <a:avLst/>
          </a:prstGeom>
          <a:ln xmlns:a="http://schemas.openxmlformats.org/drawingml/2006/main" w="21908" cap="rnd">
            <a:solidFill>
              <a:srgbClr val="394248"/>
            </a:solidFill>
            <a:prstDash val="solid"/>
            <a:round/>
            <a:tailEnd type="triangle" w="med" len="med"/>
          </a:ln>
        </p:spPr>
      </p:cxnSp>
      <p:cxnSp>
        <p:nvCxnSpPr>
          <p:cNvPr id="230" name="forward-5"/>
          <p:cNvCxnSpPr>
            <a:stCxn xmlns:a="http://schemas.openxmlformats.org/drawingml/2006/main" id="87" idx="3"/>
            <a:endCxn xmlns:a="http://schemas.openxmlformats.org/drawingml/2006/main" id="88" idx="1"/>
          </p:cNvCxnSpPr>
          <p:nvPr/>
        </p:nvCxnSpPr>
        <p:spPr>
          <a:xfrm xmlns:a="http://schemas.openxmlformats.org/drawingml/2006/main">
            <a:off x="4962525" y="1752600"/>
            <a:ext cx="257175" cy="0"/>
          </a:xfrm>
          <a:prstGeom xmlns:a="http://schemas.openxmlformats.org/drawingml/2006/main" prst="straightConnector1">
            <a:avLst/>
          </a:prstGeom>
          <a:ln xmlns:a="http://schemas.openxmlformats.org/drawingml/2006/main" w="21908" cap="rnd">
            <a:solidFill>
              <a:srgbClr val="394248"/>
            </a:solidFill>
            <a:prstDash val="solid"/>
            <a:round/>
            <a:tailEnd type="triangle" w="med" len="med"/>
          </a:ln>
        </p:spPr>
      </p:cxnSp>
      <p:sp>
        <p:nvSpPr>
          <p:cNvPr id="111" name="visible-count">
            <a:extLst xmlns:a="http://schemas.openxmlformats.org/drawingml/2006/main">
              <a:ext uri="{FF2B5EF4-FFF2-40B4-BE49-F238E27FC236}">
                <a16:creationId xmlns:a16="http://schemas.microsoft.com/office/drawing/2014/main" id="{E0B25E71-EFA6-4215-A74A-3B2A82D16C14}"/>
              </a:ext>
            </a:extLst>
          </p:cNvPr>
          <p:cNvSpPr>
            <a:spLocks xmlns:a="http://schemas.openxmlformats.org/drawingml/2006/main"/>
          </p:cNvSpPr>
          <p:nvPr/>
        </p:nvSpPr>
        <p:spPr>
          <a:xfrm xmlns:a="http://schemas.openxmlformats.org/drawingml/2006/main">
            <a:off x="152400" y="2428875"/>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0">
                <a:solidFill>
                  <a:srgbClr val="52585B"/>
                </a:solidFill>
                <a:latin typeface="Arial"/>
                <a:ea typeface="Arial"/>
                <a:cs typeface="Arial"/>
              </a:defRPr>
            </a:pPr>
            <a:r>
              <a:rPr sz="863" b="0">
                <a:solidFill>
                  <a:srgbClr val="52585B"/>
                </a:solidFill>
                <a:latin typeface="Arial"/>
                <a:ea typeface="Arial"/>
                <a:cs typeface="Arial"/>
              </a:rPr>
              <a:t>4 of 16 visible</a:t>
            </a:r>
          </a:p>
        </p:txBody>
      </p:sp>
      <p:sp>
        <p:nvSpPr>
          <p:cNvPr id="112" name="target-heading">
            <a:extLst xmlns:a="http://schemas.openxmlformats.org/drawingml/2006/main">
              <a:ext uri="{FF2B5EF4-FFF2-40B4-BE49-F238E27FC236}">
                <a16:creationId xmlns:a16="http://schemas.microsoft.com/office/drawing/2014/main" id="{64A4E98F-6798-4A95-BD4A-FF47F9106EA7}"/>
              </a:ext>
            </a:extLst>
          </p:cNvPr>
          <p:cNvSpPr>
            <a:spLocks xmlns:a="http://schemas.openxmlformats.org/drawingml/2006/main"/>
          </p:cNvSpPr>
          <p:nvPr/>
        </p:nvSpPr>
        <p:spPr>
          <a:xfrm xmlns:a="http://schemas.openxmlformats.org/drawingml/2006/main">
            <a:off x="152400" y="280035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292B"/>
                </a:solidFill>
                <a:latin typeface="Arial"/>
                <a:ea typeface="Arial"/>
                <a:cs typeface="Arial"/>
              </a:defRPr>
            </a:pPr>
            <a:r>
              <a:rPr sz="900" b="1">
                <a:solidFill>
                  <a:srgbClr val="26292B"/>
                </a:solidFill>
                <a:latin typeface="Arial"/>
                <a:ea typeface="Arial"/>
                <a:cs typeface="Arial"/>
              </a:rPr>
              <a:t>Original target</a:t>
            </a:r>
          </a:p>
        </p:txBody>
      </p:sp>
      <p:sp>
        <p:nvSpPr>
          <p:cNvPr id="113" name="target-image">
            <a:extLst xmlns:a="http://schemas.openxmlformats.org/drawingml/2006/main">
              <a:ext uri="{FF2B5EF4-FFF2-40B4-BE49-F238E27FC236}">
                <a16:creationId xmlns:a16="http://schemas.microsoft.com/office/drawing/2014/main" id="{69E41489-01C9-4AF3-BA94-A8894C153BA3}"/>
              </a:ext>
            </a:extLst>
          </p:cNvPr>
          <p:cNvSpPr>
            <a:spLocks xmlns:a="http://schemas.openxmlformats.org/drawingml/2006/main"/>
          </p:cNvSpPr>
          <p:nvPr/>
        </p:nvSpPr>
        <p:spPr>
          <a:xfrm xmlns:a="http://schemas.openxmlformats.org/drawingml/2006/main">
            <a:off x="266700" y="3028950"/>
            <a:ext cx="685800" cy="685800"/>
          </a:xfrm>
          <a:prstGeom xmlns:a="http://schemas.openxmlformats.org/drawingml/2006/main" prst="rect">
            <a:avLst/>
          </a:prstGeom>
          <a:noFill xmlns:a="http://schemas.openxmlformats.org/drawingml/2006/main"/>
          <a:ln xmlns:a="http://schemas.openxmlformats.org/drawingml/2006/main" w="8573">
            <a:solidFill>
              <a:srgbClr val="747B7F"/>
            </a:solidFill>
            <a:prstDash val="solid"/>
          </a:ln>
        </p:spPr>
      </p:sp>
      <p:pic>
        <p:nvPicPr>
          <p:cNvPr id="234" name="target-photo" descr="Intact original source image, supplied as the reconstruction target."/>
          <p:cNvPicPr>
            <a:picLocks xmlns:a="http://schemas.openxmlformats.org/drawingml/2006/main" noChangeAspect="1"/>
          </p:cNvPicPr>
          <p:nvPr/>
        </p:nvPicPr>
        <p:blipFill>
          <a:blip xmlns:r="http://schemas.openxmlformats.org/officeDocument/2006/relationships" xmlns:a="http://schemas.openxmlformats.org/drawingml/2006/main" r:embed="R6152f1e5fa3f49dc"/>
          <a:stretch xmlns:a="http://schemas.openxmlformats.org/drawingml/2006/main"/>
        </p:blipFill>
        <p:spPr>
          <a:xfrm xmlns:a="http://schemas.openxmlformats.org/drawingml/2006/main">
            <a:off x="266700" y="3028950"/>
            <a:ext cx="685800" cy="685800"/>
          </a:xfrm>
          <a:prstGeom xmlns:a="http://schemas.openxmlformats.org/drawingml/2006/main" prst="rect">
            <a:avLst/>
          </a:prstGeom>
        </p:spPr>
      </p:pic>
      <p:sp>
        <p:nvSpPr>
          <p:cNvPr id="115" name="masked-loss">
            <a:extLst xmlns:a="http://schemas.openxmlformats.org/drawingml/2006/main">
              <a:ext uri="{FF2B5EF4-FFF2-40B4-BE49-F238E27FC236}">
                <a16:creationId xmlns:a16="http://schemas.microsoft.com/office/drawing/2014/main" id="{5D96D1EB-BF7D-4D08-AC34-A23675767722}"/>
              </a:ext>
            </a:extLst>
          </p:cNvPr>
          <p:cNvSpPr>
            <a:spLocks xmlns:a="http://schemas.openxmlformats.org/drawingml/2006/main"/>
          </p:cNvSpPr>
          <p:nvPr/>
        </p:nvSpPr>
        <p:spPr>
          <a:xfrm xmlns:a="http://schemas.openxmlformats.org/drawingml/2006/main">
            <a:off x="4667250" y="3143250"/>
            <a:ext cx="1543050" cy="457200"/>
          </a:xfrm>
          <a:prstGeom xmlns:a="http://schemas.openxmlformats.org/drawingml/2006/main" prst="rect">
            <a:avLst/>
          </a:prstGeom>
          <a:solidFill xmlns:a="http://schemas.openxmlformats.org/drawingml/2006/main">
            <a:srgbClr val="F7E0DB"/>
          </a:solidFill>
          <a:ln xmlns:a="http://schemas.openxmlformats.org/drawingml/2006/main" w="10478">
            <a:solidFill>
              <a:srgbClr val="AB6A5E"/>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1">
                <a:solidFill>
                  <a:srgbClr val="26292B"/>
                </a:solidFill>
                <a:latin typeface="Arial"/>
                <a:ea typeface="Arial"/>
                <a:cs typeface="Arial"/>
              </a:defRPr>
            </a:pPr>
            <a:r>
              <a:rPr sz="900" b="1">
                <a:solidFill>
                  <a:srgbClr val="26292B"/>
                </a:solidFill>
                <a:latin typeface="Arial"/>
                <a:ea typeface="Arial"/>
                <a:cs typeface="Arial"/>
              </a:rPr>
              <a:t>Masked-patch loss</a:t>
            </a:r>
          </a:p>
        </p:txBody>
      </p:sp>
      <p:cxnSp>
        <p:nvCxnSpPr>
          <p:cNvPr id="236" name="target-to-loss"/>
          <p:cNvCxnSpPr>
            <a:stCxn xmlns:a="http://schemas.openxmlformats.org/drawingml/2006/main" id="113" idx="3"/>
            <a:endCxn xmlns:a="http://schemas.openxmlformats.org/drawingml/2006/main" id="115" idx="1"/>
          </p:cNvCxnSpPr>
          <p:nvPr/>
        </p:nvCxnSpPr>
        <p:spPr>
          <a:xfrm xmlns:a="http://schemas.openxmlformats.org/drawingml/2006/main">
            <a:off x="952500" y="3371850"/>
            <a:ext cx="3714750" cy="0"/>
          </a:xfrm>
          <a:prstGeom xmlns:a="http://schemas.openxmlformats.org/drawingml/2006/main" prst="straightConnector1">
            <a:avLst/>
          </a:prstGeom>
          <a:ln xmlns:a="http://schemas.openxmlformats.org/drawingml/2006/main" w="19050" cap="rnd">
            <a:solidFill>
              <a:srgbClr val="394248"/>
            </a:solidFill>
            <a:prstDash val="solid"/>
            <a:round/>
            <a:tailEnd type="triangle" w="med" len="med"/>
          </a:ln>
        </p:spPr>
      </p:cxnSp>
      <p:cxnSp>
        <p:nvCxnSpPr>
          <p:cNvPr id="237" name="prediction-to-loss"/>
          <p:cNvCxnSpPr>
            <a:stCxn xmlns:a="http://schemas.openxmlformats.org/drawingml/2006/main" id="88" idx="2"/>
            <a:endCxn xmlns:a="http://schemas.openxmlformats.org/drawingml/2006/main" id="115" idx="0"/>
          </p:cNvCxnSpPr>
          <p:nvPr/>
        </p:nvCxnSpPr>
        <p:spPr>
          <a:xfrm xmlns:a="http://schemas.openxmlformats.org/drawingml/2006/main" flipH="1">
            <a:off x="5438775" y="2247900"/>
            <a:ext cx="276225" cy="895350"/>
          </a:xfrm>
          <a:prstGeom xmlns:a="http://schemas.openxmlformats.org/drawingml/2006/main" prst="bentConnector4">
            <a:avLst>
              <a:gd name="adj1" fmla="val 0"/>
              <a:gd name="adj2" fmla="val 50000"/>
            </a:avLst>
          </a:prstGeom>
          <a:ln xmlns:a="http://schemas.openxmlformats.org/drawingml/2006/main" w="21908" cap="rnd">
            <a:solidFill>
              <a:srgbClr val="B95446"/>
            </a:solidFill>
            <a:prstDash val="solid"/>
            <a:round/>
            <a:tailEnd type="triangle" w="med" len="med"/>
          </a:ln>
        </p:spPr>
      </p:cxnSp>
      <p:sp>
        <p:nvSpPr>
          <p:cNvPr id="118" name="target-route-label">
            <a:extLst xmlns:a="http://schemas.openxmlformats.org/drawingml/2006/main">
              <a:ext uri="{FF2B5EF4-FFF2-40B4-BE49-F238E27FC236}">
                <a16:creationId xmlns:a16="http://schemas.microsoft.com/office/drawing/2014/main" id="{4F752E47-BCB8-41AA-A463-F56B0E054EC3}"/>
              </a:ext>
            </a:extLst>
          </p:cNvPr>
          <p:cNvSpPr>
            <a:spLocks xmlns:a="http://schemas.openxmlformats.org/drawingml/2006/main"/>
          </p:cNvSpPr>
          <p:nvPr/>
        </p:nvSpPr>
        <p:spPr>
          <a:xfrm xmlns:a="http://schemas.openxmlformats.org/drawingml/2006/main">
            <a:off x="1190625" y="3105150"/>
            <a:ext cx="3190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 b="0">
                <a:solidFill>
                  <a:srgbClr val="52585B"/>
                </a:solidFill>
                <a:latin typeface="Arial"/>
                <a:ea typeface="Arial"/>
                <a:cs typeface="Arial"/>
              </a:defRPr>
            </a:pPr>
            <a:r>
              <a:rPr sz="900" b="0">
                <a:solidFill>
                  <a:srgbClr val="52585B"/>
                </a:solidFill>
                <a:latin typeface="Arial"/>
                <a:ea typeface="Arial"/>
                <a:cs typeface="Arial"/>
              </a:rPr>
              <a:t>Compare only the 12 masked positions</a:t>
            </a:r>
          </a:p>
        </p:txBody>
      </p:sp>
      <p:sp>
        <p:nvSpPr>
          <p:cNvPr id="119" name="prediction-route-label">
            <a:extLst xmlns:a="http://schemas.openxmlformats.org/drawingml/2006/main">
              <a:ext uri="{FF2B5EF4-FFF2-40B4-BE49-F238E27FC236}">
                <a16:creationId xmlns:a16="http://schemas.microsoft.com/office/drawing/2014/main" id="{0C9D4C69-3A1F-4BC4-8287-AD17F1691687}"/>
              </a:ext>
            </a:extLst>
          </p:cNvPr>
          <p:cNvSpPr>
            <a:spLocks xmlns:a="http://schemas.openxmlformats.org/drawingml/2006/main"/>
          </p:cNvSpPr>
          <p:nvPr/>
        </p:nvSpPr>
        <p:spPr>
          <a:xfrm xmlns:a="http://schemas.openxmlformats.org/drawingml/2006/main">
            <a:off x="4324350" y="2695575"/>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63" b="0">
                <a:solidFill>
                  <a:srgbClr val="B95446"/>
                </a:solidFill>
                <a:latin typeface="Arial"/>
                <a:ea typeface="Arial"/>
                <a:cs typeface="Arial"/>
              </a:defRPr>
            </a:pPr>
            <a:r>
              <a:rPr sz="863" b="0">
                <a:solidFill>
                  <a:srgbClr val="B95446"/>
                </a:solidFill>
                <a:latin typeface="Arial"/>
                <a:ea typeface="Arial"/>
                <a:cs typeface="Arial"/>
              </a:rPr>
              <a:t>Masked</a:t>
            </a:r>
          </a:p>
          <a:p xmlns:a="http://schemas.openxmlformats.org/drawingml/2006/main">
            <a:pPr algn="r">
              <a:defRPr sz="863" b="0">
                <a:solidFill>
                  <a:srgbClr val="B95446"/>
                </a:solidFill>
                <a:latin typeface="Arial"/>
                <a:ea typeface="Arial"/>
                <a:cs typeface="Arial"/>
              </a:defRPr>
            </a:pPr>
            <a:r>
              <a:rPr sz="863" b="0">
                <a:solidFill>
                  <a:srgbClr val="B95446"/>
                </a:solidFill>
                <a:latin typeface="Arial"/>
                <a:ea typeface="Arial"/>
                <a:cs typeface="Arial"/>
              </a:rPr>
              <a:t>positions</a:t>
            </a:r>
          </a:p>
        </p:txBody>
      </p:sp>
      <p:sp>
        <p:nvSpPr>
          <p:cNvPr id="120" name="footer">
            <a:extLst xmlns:a="http://schemas.openxmlformats.org/drawingml/2006/main">
              <a:ext uri="{FF2B5EF4-FFF2-40B4-BE49-F238E27FC236}">
                <a16:creationId xmlns:a16="http://schemas.microsoft.com/office/drawing/2014/main" id="{2283EEE8-1848-4090-9E2D-EDDDF71430A6}"/>
              </a:ext>
            </a:extLst>
          </p:cNvPr>
          <p:cNvSpPr>
            <a:spLocks xmlns:a="http://schemas.openxmlformats.org/drawingml/2006/main"/>
          </p:cNvSpPr>
          <p:nvPr/>
        </p:nvSpPr>
        <p:spPr>
          <a:xfrm xmlns:a="http://schemas.openxmlformats.org/drawingml/2006/main">
            <a:off x="152400" y="3790950"/>
            <a:ext cx="609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10" b="0">
                <a:solidFill>
                  <a:srgbClr val="52585B"/>
                </a:solidFill>
                <a:latin typeface="Arial"/>
                <a:ea typeface="Arial"/>
                <a:cs typeface="Arial"/>
              </a:defRPr>
            </a:pPr>
            <a:r>
              <a:rPr sz="810" b="0">
                <a:solidFill>
                  <a:srgbClr val="52585B"/>
                </a:solidFill>
                <a:latin typeface="Arial"/>
                <a:ea typeface="Arial"/>
                <a:cs typeface="Arial"/>
              </a:rPr>
              <a:t>Illustrative training schematic · predictions shown symbolically</a:t>
            </a:r>
          </a:p>
        </p:txBody>
      </p:sp>
    </p:spTree>
    <p:extLst>
      <p:ext uri="{BB962C8B-B14F-4D97-AF65-F5344CB8AC3E}">
        <p14:creationId xmlns:p14="http://schemas.microsoft.com/office/powerpoint/2010/main" val="6626090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2026-10-01T06:06:57.8840000Z</dcterms:created>
  <dcterms:modified xsi:type="dcterms:W3CDTF">2026-10-01T06:06:57.8850000Z</dcterms:modified>
</coreProperties>
</file>