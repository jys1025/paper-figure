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0f6664f550479c" /><Relationship Type="http://schemas.openxmlformats.org/officeDocument/2006/relationships/extended-properties" Target="/docProps/app.xml" Id="R9b21326b5d914ce3" /><Relationship Type="http://schemas.openxmlformats.org/officeDocument/2006/relationships/officeDocument" Target="/ppt/presentation.xml" Id="R4261956d36b349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644f0a51742a5"/>
  </p:sldMasterIdLst>
  <p:notesMasterIdLst>
    <p:notesMasterId xmlns:r="http://schemas.openxmlformats.org/officeDocument/2006/relationships" r:id="R8a5e67fcf79f49fc"/>
  </p:notesMasterIdLst>
  <p:sldIdLst>
    <p:sldId xmlns:r="http://schemas.openxmlformats.org/officeDocument/2006/relationships" id="256" r:id="R391ad2414a1c4110"/>
  </p:sldIdLst>
  <p:sldSz cx="6400800" cy="4286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3bc45c05849ce" /><Relationship Type="http://schemas.openxmlformats.org/officeDocument/2006/relationships/slideMaster" Target="/ppt/slideMasters/slideMaster1.xml" Id="Rac8644f0a51742a5" /><Relationship Type="http://schemas.openxmlformats.org/officeDocument/2006/relationships/notesMaster" Target="/ppt/notesMasters/notesMaster1.xml" Id="R8a5e67fcf79f49fc" /><Relationship Type="http://schemas.openxmlformats.org/officeDocument/2006/relationships/presProps" Target="/ppt/presProps.xml" Id="Rc5143a9582d548f1" /><Relationship Type="http://schemas.openxmlformats.org/officeDocument/2006/relationships/tableStyles" Target="/ppt/tableStyles.xml" Id="R411867622ca14e45" /><Relationship Type="http://schemas.openxmlformats.org/officeDocument/2006/relationships/slide" Target="/ppt/slides/slide1.xml" Id="R391ad2414a1c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27dbebe55842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c36c1b95554554" /><Relationship Type="http://schemas.openxmlformats.org/officeDocument/2006/relationships/notesMaster" Target="/ppt/notesMasters/notesMaster1.xml" Id="Rfe7b0637c0ee4a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Content-aware patch pooling</a:t>
            </a:r>
          </a:p>
          <a:p xmlns:a="http://schemas.openxmlformats.org/drawingml/2006/main">
            <a:r>
              <a:t>New illustrative test of the paper-figure skill. This is a hypothetical method, not a claimed implementation or empirical result. Scores and six-component vectors are illustrative. One shared E encodes the selected patches. Main arrows carry a collection; dashed guide only links two views of the same retained set. Source photograph: NASA, Eileen Collins, public domain via scikit-image: https://scikit-image.org/docs/stable/api/skimage.data#skimage.data.astronaut . Design references inspected: MAE https://arxiv.org/abs/2111.06377 and CLIP https://arxiv.org/abs/2103.00020 . Target width 177.8 mm; all annotations, bars, cells, frames and connectors are editable native shapes. Photograph and exact crops are separate pictures.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d2ecc33bb41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919533f41c4f0d" /><Relationship Type="http://schemas.openxmlformats.org/officeDocument/2006/relationships/slideLayout" Target="/ppt/slideLayouts/slideLayout1.xml" Id="R42659d1effa844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59d1effa844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e335e05cb40b2" /><Relationship Type="http://schemas.openxmlformats.org/officeDocument/2006/relationships/image" Target="/ppt/media/image.png" Id="R92954ac45c34473c" /><Relationship Type="http://schemas.openxmlformats.org/officeDocument/2006/relationships/image" Target="/ppt/media/image2.png" Id="Rf41e79d940e44aaa" /><Relationship Type="http://schemas.openxmlformats.org/officeDocument/2006/relationships/image" Target="/ppt/media/image3.png" Id="Rf239cf8dd1964cfe" /><Relationship Type="http://schemas.openxmlformats.org/officeDocument/2006/relationships/image" Target="/ppt/media/image4.png" Id="R2935dd37c1d245a3" /><Relationship Type="http://schemas.openxmlformats.org/officeDocument/2006/relationships/notesSlide" Target="/ppt/notesSlides/notesSlide1.xml" Id="R245148d5d71444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selection-title">
            <a:extLst xmlns:a="http://schemas.openxmlformats.org/drawingml/2006/main">
              <a:ext uri="{FF2B5EF4-FFF2-40B4-BE49-F238E27FC236}">
                <a16:creationId xmlns:a16="http://schemas.microsoft.com/office/drawing/2014/main" id="{7871471D-39FB-4457-B569-26D776C5C4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(a) Select informative patches</a:t>
            </a:r>
          </a:p>
        </p:txBody>
      </p:sp>
      <p:sp>
        <p:nvSpPr>
          <p:cNvPr id="2" name="input-caption">
            <a:extLst xmlns:a="http://schemas.openxmlformats.org/drawingml/2006/main">
              <a:ext uri="{FF2B5EF4-FFF2-40B4-BE49-F238E27FC236}">
                <a16:creationId xmlns:a16="http://schemas.microsoft.com/office/drawing/2014/main" id="{04CCE836-A67D-4873-97E6-8D3B62F6EE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42900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Input patches</a:t>
            </a:r>
          </a:p>
        </p:txBody>
      </p:sp>
      <p:sp>
        <p:nvSpPr>
          <p:cNvPr id="3" name="score-caption">
            <a:extLst xmlns:a="http://schemas.openxmlformats.org/drawingml/2006/main">
              <a:ext uri="{FF2B5EF4-FFF2-40B4-BE49-F238E27FC236}">
                <a16:creationId xmlns:a16="http://schemas.microsoft.com/office/drawing/2014/main" id="{1CD4E4B4-101B-4B86-A2C2-80824AD146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4953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Importance sᵢ</a:t>
            </a:r>
          </a:p>
        </p:txBody>
      </p:sp>
      <p:sp>
        <p:nvSpPr>
          <p:cNvPr id="4" name="selected-caption">
            <a:extLst xmlns:a="http://schemas.openxmlformats.org/drawingml/2006/main">
              <a:ext uri="{FF2B5EF4-FFF2-40B4-BE49-F238E27FC236}">
                <a16:creationId xmlns:a16="http://schemas.microsoft.com/office/drawing/2014/main" id="{0969678D-4E63-4F5A-A43E-D805062753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81475" y="4572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Retained patches</a:t>
            </a:r>
          </a:p>
        </p:txBody>
      </p:sp>
      <p:pic>
        <p:nvPicPr>
          <p:cNvPr id="129" name="input-photo" descr="NASA photograph divided into sixteen image patch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54ac45c34473c"/>
          <a:stretch xmlns:a="http://schemas.openxmlformats.org/drawingml/2006/main"/>
        </p:blipFill>
        <p:spPr>
          <a:xfrm xmlns:a="http://schemas.openxmlformats.org/drawingml/2006/main">
            <a:off x="171450" y="60960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6" name="input">
            <a:extLst xmlns:a="http://schemas.openxmlformats.org/drawingml/2006/main">
              <a:ext uri="{FF2B5EF4-FFF2-40B4-BE49-F238E27FC236}">
                <a16:creationId xmlns:a16="http://schemas.microsoft.com/office/drawing/2014/main" id="{3CD7BCEA-A3B9-4D9D-8381-48C1D01CFC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6096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323B"/>
            </a:solidFill>
            <a:prstDash val="solid"/>
          </a:ln>
        </p:spPr>
      </p:sp>
      <p:grpSp>
        <p:nvGrpSpPr>
          <p:cNvPr id="247" name="source-grid"/>
          <p:cNvGrpSpPr/>
          <p:nvPr/>
        </p:nvGrpSpPr>
        <p:grpSpPr>
          <ns1:xfrm xmlns:ns1="http://schemas.openxmlformats.org/drawingml/2006/main">
            <ns1:off x="171450" y="609600"/>
            <ns1:ext cx="1371600" cy="1371600"/>
            <ns1:chOff x="171450" y="609600"/>
            <ns1:chExt cx="1371600" cy="1371600"/>
          </ns1:xfrm>
        </p:grpSpPr>
        <p:sp>
          <p:nvSpPr>
            <p:cNvPr id="7" name="grid-v1">
              <a:extLst xmlns:a="http://schemas.openxmlformats.org/drawingml/2006/main">
                <a:ext uri="{FF2B5EF4-FFF2-40B4-BE49-F238E27FC236}">
                  <a16:creationId xmlns:a16="http://schemas.microsoft.com/office/drawing/2014/main" id="{67E8F3E7-B829-4209-9E8D-DD2C2027C6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" y="609600"/>
              <a:ext cx="95" cy="1371600"/>
            </a:xfrm>
            <a:custGeom xmlns:a="http://schemas.openxmlformats.org/drawingml/2006/main">
              <a:pathLst>
                <a:path w="9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8" name="grid-h1">
              <a:extLst xmlns:a="http://schemas.openxmlformats.org/drawingml/2006/main">
                <a:ext uri="{FF2B5EF4-FFF2-40B4-BE49-F238E27FC236}">
                  <a16:creationId xmlns:a16="http://schemas.microsoft.com/office/drawing/2014/main" id="{01C79E90-9318-4B62-80B0-2C9850F090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952500"/>
              <a:ext cx="1371600" cy="95"/>
            </a:xfrm>
            <a:custGeom xmlns:a="http://schemas.openxmlformats.org/drawingml/2006/main">
              <a:pathLst>
                <a:path w="1371600" h="9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9" name="grid-v2">
              <a:extLst xmlns:a="http://schemas.openxmlformats.org/drawingml/2006/main">
                <a:ext uri="{FF2B5EF4-FFF2-40B4-BE49-F238E27FC236}">
                  <a16:creationId xmlns:a16="http://schemas.microsoft.com/office/drawing/2014/main" id="{04B4024B-0E35-4002-B028-19006A2B9D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609600"/>
              <a:ext cx="95" cy="1371600"/>
            </a:xfrm>
            <a:custGeom xmlns:a="http://schemas.openxmlformats.org/drawingml/2006/main">
              <a:pathLst>
                <a:path w="9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10" name="grid-h2">
              <a:extLst xmlns:a="http://schemas.openxmlformats.org/drawingml/2006/main">
                <a:ext uri="{FF2B5EF4-FFF2-40B4-BE49-F238E27FC236}">
                  <a16:creationId xmlns:a16="http://schemas.microsoft.com/office/drawing/2014/main" id="{94847CD8-834F-480A-8058-2F95B29A6F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1295400"/>
              <a:ext cx="1371600" cy="95"/>
            </a:xfrm>
            <a:custGeom xmlns:a="http://schemas.openxmlformats.org/drawingml/2006/main">
              <a:pathLst>
                <a:path w="1371600" h="9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11" name="grid-v3">
              <a:extLst xmlns:a="http://schemas.openxmlformats.org/drawingml/2006/main">
                <a:ext uri="{FF2B5EF4-FFF2-40B4-BE49-F238E27FC236}">
                  <a16:creationId xmlns:a16="http://schemas.microsoft.com/office/drawing/2014/main" id="{B83F6B3B-3FFD-4392-9EF3-EDB19A6BC1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609600"/>
              <a:ext cx="95" cy="1371600"/>
            </a:xfrm>
            <a:custGeom xmlns:a="http://schemas.openxmlformats.org/drawingml/2006/main">
              <a:pathLst>
                <a:path w="9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12" name="grid-h3">
              <a:extLst xmlns:a="http://schemas.openxmlformats.org/drawingml/2006/main">
                <a:ext uri="{FF2B5EF4-FFF2-40B4-BE49-F238E27FC236}">
                  <a16:creationId xmlns:a16="http://schemas.microsoft.com/office/drawing/2014/main" id="{7B1C86C0-E194-4EF6-BBF9-30BD6976A4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1450" y="1638300"/>
              <a:ext cx="1371600" cy="95"/>
            </a:xfrm>
            <a:custGeom xmlns:a="http://schemas.openxmlformats.org/drawingml/2006/main">
              <a:pathLst>
                <a:path w="1371600" h="9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8096">
              <a:solidFill>
                <a:srgbClr val="FFFFFF"/>
              </a:solidFill>
              <a:prstDash val="solid"/>
            </a:ln>
          </p:spPr>
        </p:sp>
        <p:sp>
          <p:nvSpPr>
            <p:cNvPr id="13" name="patch-outline-6">
              <a:extLst xmlns:a="http://schemas.openxmlformats.org/drawingml/2006/main">
                <a:ext uri="{FF2B5EF4-FFF2-40B4-BE49-F238E27FC236}">
                  <a16:creationId xmlns:a16="http://schemas.microsoft.com/office/drawing/2014/main" id="{75AD9EC6-0881-4EA0-8B0A-CB4AD1F668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875" y="962025"/>
              <a:ext cx="323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20003">
              <a:solidFill>
                <a:srgbClr val="25323B"/>
              </a:solidFill>
              <a:prstDash val="solid"/>
            </a:ln>
          </p:spPr>
        </p:sp>
        <p:sp>
          <p:nvSpPr>
            <p:cNvPr id="14" name="patch-number-6">
              <a:extLst xmlns:a="http://schemas.openxmlformats.org/drawingml/2006/main">
                <a:ext uri="{FF2B5EF4-FFF2-40B4-BE49-F238E27FC236}">
                  <a16:creationId xmlns:a16="http://schemas.microsoft.com/office/drawing/2014/main" id="{E746834C-DF19-45F0-917F-6947EE05B2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875" y="962025"/>
              <a:ext cx="171450" cy="1428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5" name="patch-outline-10">
              <a:extLst xmlns:a="http://schemas.openxmlformats.org/drawingml/2006/main">
                <a:ext uri="{FF2B5EF4-FFF2-40B4-BE49-F238E27FC236}">
                  <a16:creationId xmlns:a16="http://schemas.microsoft.com/office/drawing/2014/main" id="{B6746EC0-F001-420B-95D9-E778E2F6FD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875" y="1304925"/>
              <a:ext cx="323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20003">
              <a:solidFill>
                <a:srgbClr val="25323B"/>
              </a:solidFill>
              <a:prstDash val="solid"/>
            </a:ln>
          </p:spPr>
        </p:sp>
        <p:sp>
          <p:nvSpPr>
            <p:cNvPr id="16" name="patch-number-10">
              <a:extLst xmlns:a="http://schemas.openxmlformats.org/drawingml/2006/main">
                <a:ext uri="{FF2B5EF4-FFF2-40B4-BE49-F238E27FC236}">
                  <a16:creationId xmlns:a16="http://schemas.microsoft.com/office/drawing/2014/main" id="{7661C66D-67DE-45C5-AD45-AB05FDB3BA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3875" y="1304925"/>
              <a:ext cx="171450" cy="1428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17" name="patch-outline-16">
              <a:extLst xmlns:a="http://schemas.openxmlformats.org/drawingml/2006/main">
                <a:ext uri="{FF2B5EF4-FFF2-40B4-BE49-F238E27FC236}">
                  <a16:creationId xmlns:a16="http://schemas.microsoft.com/office/drawing/2014/main" id="{5634DCC4-14DA-4217-B892-BA4AF1E23B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9675" y="1647825"/>
              <a:ext cx="323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20003">
              <a:solidFill>
                <a:srgbClr val="25323B"/>
              </a:solidFill>
              <a:prstDash val="solid"/>
            </a:ln>
          </p:spPr>
        </p:sp>
        <p:sp>
          <p:nvSpPr>
            <p:cNvPr id="18" name="patch-number-16">
              <a:extLst xmlns:a="http://schemas.openxmlformats.org/drawingml/2006/main">
                <a:ext uri="{FF2B5EF4-FFF2-40B4-BE49-F238E27FC236}">
                  <a16:creationId xmlns:a16="http://schemas.microsoft.com/office/drawing/2014/main" id="{2C5FBC2C-C6BF-4781-8F63-52160AD449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9675" y="1647825"/>
              <a:ext cx="171450" cy="1428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863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16</a:t>
              </a:r>
            </a:p>
          </p:txBody>
        </p:sp>
      </p:grpSp>
      <p:sp>
        <p:nvSpPr>
          <p:cNvPr id="19" name="index-caption">
            <a:extLst xmlns:a="http://schemas.openxmlformats.org/drawingml/2006/main">
              <a:ext uri="{FF2B5EF4-FFF2-40B4-BE49-F238E27FC236}">
                <a16:creationId xmlns:a16="http://schemas.microsoft.com/office/drawing/2014/main" id="{9DDCBAD2-68C3-4E57-B1DD-8C41B6FC46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300" y="2009775"/>
            <a:ext cx="1514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4 × 4 grid, row-major IDs</a:t>
            </a:r>
          </a:p>
        </p:txBody>
      </p:sp>
      <p:sp>
        <p:nvSpPr>
          <p:cNvPr id="20" name="scorer">
            <a:extLst xmlns:a="http://schemas.openxmlformats.org/drawingml/2006/main">
              <a:ext uri="{FF2B5EF4-FFF2-40B4-BE49-F238E27FC236}">
                <a16:creationId xmlns:a16="http://schemas.microsoft.com/office/drawing/2014/main" id="{3047FC6F-83D7-4013-AF01-6610EEFC84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66900" y="106680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F1"/>
          </a:solidFill>
          <a:ln xmlns:a="http://schemas.openxmlformats.org/drawingml/2006/main" w="9525">
            <a:solidFill>
              <a:srgbClr val="356D83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Patch</a:t>
            </a:r>
          </a:p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scorer</a:t>
            </a:r>
          </a:p>
        </p:txBody>
      </p:sp>
      <p:sp>
        <p:nvSpPr>
          <p:cNvPr id="21" name="score-domain">
            <a:extLst xmlns:a="http://schemas.openxmlformats.org/drawingml/2006/main">
              <a:ext uri="{FF2B5EF4-FFF2-40B4-BE49-F238E27FC236}">
                <a16:creationId xmlns:a16="http://schemas.microsoft.com/office/drawing/2014/main" id="{49767973-62E3-42D9-AD50-7A017AD58F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43100" y="15621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sᵢ ≥ 0</a:t>
            </a:r>
          </a:p>
        </p:txBody>
      </p:sp>
      <p:sp>
        <p:nvSpPr>
          <p:cNvPr id="22" name="scores">
            <a:extLst xmlns:a="http://schemas.openxmlformats.org/drawingml/2006/main">
              <a:ext uri="{FF2B5EF4-FFF2-40B4-BE49-F238E27FC236}">
                <a16:creationId xmlns:a16="http://schemas.microsoft.com/office/drawing/2014/main" id="{93FD2FEC-DD7E-47BB-896C-16F9D11D11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95600" y="83820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096">
            <a:solidFill>
              <a:srgbClr val="25323B"/>
            </a:solidFill>
            <a:prstDash val="solid"/>
          </a:ln>
        </p:spPr>
      </p:sp>
      <p:grpSp>
        <p:nvGrpSpPr>
          <p:cNvPr id="248" name="score-cells"/>
          <p:cNvGrpSpPr/>
          <p:nvPr/>
        </p:nvGrpSpPr>
        <p:grpSpPr>
          <ns1:xfrm xmlns:ns1="http://schemas.openxmlformats.org/drawingml/2006/main">
            <ns1:off x="2933700" y="876300"/>
            <ns1:ext cx="838200" cy="838200"/>
            <ns1:chOff x="2933700" y="876300"/>
            <ns1:chExt cx="838200" cy="838200"/>
          </ns1:xfrm>
        </p:grpSpPr>
        <p:sp>
          <p:nvSpPr>
            <p:cNvPr id="23" name="score-1">
              <a:extLst xmlns:a="http://schemas.openxmlformats.org/drawingml/2006/main">
                <a:ext uri="{FF2B5EF4-FFF2-40B4-BE49-F238E27FC236}">
                  <a16:creationId xmlns:a16="http://schemas.microsoft.com/office/drawing/2014/main" id="{E14DAC7D-7C65-4F30-A630-8A140494B3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8763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4" name="score-2">
              <a:extLst xmlns:a="http://schemas.openxmlformats.org/drawingml/2006/main">
                <a:ext uri="{FF2B5EF4-FFF2-40B4-BE49-F238E27FC236}">
                  <a16:creationId xmlns:a16="http://schemas.microsoft.com/office/drawing/2014/main" id="{0D616100-316C-4E85-B2E8-0CFF3751A8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8763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5" name="score-3">
              <a:extLst xmlns:a="http://schemas.openxmlformats.org/drawingml/2006/main">
                <a:ext uri="{FF2B5EF4-FFF2-40B4-BE49-F238E27FC236}">
                  <a16:creationId xmlns:a16="http://schemas.microsoft.com/office/drawing/2014/main" id="{0E559107-7928-4B84-B234-D2856A0203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8763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6" name="score-4">
              <a:extLst xmlns:a="http://schemas.openxmlformats.org/drawingml/2006/main">
                <a:ext uri="{FF2B5EF4-FFF2-40B4-BE49-F238E27FC236}">
                  <a16:creationId xmlns:a16="http://schemas.microsoft.com/office/drawing/2014/main" id="{E2A964DC-EE83-4F95-B795-289156DF5E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8763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7" name="score-5">
              <a:extLst xmlns:a="http://schemas.openxmlformats.org/drawingml/2006/main">
                <a:ext uri="{FF2B5EF4-FFF2-40B4-BE49-F238E27FC236}">
                  <a16:creationId xmlns:a16="http://schemas.microsoft.com/office/drawing/2014/main" id="{8B30F9B9-183B-48B5-9E84-26EBADBABB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10858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8" name="score-6">
              <a:extLst xmlns:a="http://schemas.openxmlformats.org/drawingml/2006/main">
                <a:ext uri="{FF2B5EF4-FFF2-40B4-BE49-F238E27FC236}">
                  <a16:creationId xmlns:a16="http://schemas.microsoft.com/office/drawing/2014/main" id="{92E23BB1-F480-48C7-856B-B5754238A9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10858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EDF1"/>
            </a:solidFill>
            <a:ln xmlns:a="http://schemas.openxmlformats.org/drawingml/2006/main" w="14288">
              <a:solidFill>
                <a:srgbClr val="25323B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9" name="score-7">
              <a:extLst xmlns:a="http://schemas.openxmlformats.org/drawingml/2006/main">
                <a:ext uri="{FF2B5EF4-FFF2-40B4-BE49-F238E27FC236}">
                  <a16:creationId xmlns:a16="http://schemas.microsoft.com/office/drawing/2014/main" id="{32C69B58-02B3-43AF-936A-40601FE447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10858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0" name="score-8">
              <a:extLst xmlns:a="http://schemas.openxmlformats.org/drawingml/2006/main">
                <a:ext uri="{FF2B5EF4-FFF2-40B4-BE49-F238E27FC236}">
                  <a16:creationId xmlns:a16="http://schemas.microsoft.com/office/drawing/2014/main" id="{B98F74C6-B6FD-44FE-AA1F-F2C04CB6CC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10858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1" name="score-9">
              <a:extLst xmlns:a="http://schemas.openxmlformats.org/drawingml/2006/main">
                <a:ext uri="{FF2B5EF4-FFF2-40B4-BE49-F238E27FC236}">
                  <a16:creationId xmlns:a16="http://schemas.microsoft.com/office/drawing/2014/main" id="{E6AD5CE9-ADAF-4AD7-A78C-ADC9C0D02A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12954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2" name="score-10">
              <a:extLst xmlns:a="http://schemas.openxmlformats.org/drawingml/2006/main">
                <a:ext uri="{FF2B5EF4-FFF2-40B4-BE49-F238E27FC236}">
                  <a16:creationId xmlns:a16="http://schemas.microsoft.com/office/drawing/2014/main" id="{0AF24ED7-AA79-450A-B41B-1394DDBEC6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12954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EDF1"/>
            </a:solidFill>
            <a:ln xmlns:a="http://schemas.openxmlformats.org/drawingml/2006/main" w="14288">
              <a:solidFill>
                <a:srgbClr val="25323B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3" name="score-11">
              <a:extLst xmlns:a="http://schemas.openxmlformats.org/drawingml/2006/main">
                <a:ext uri="{FF2B5EF4-FFF2-40B4-BE49-F238E27FC236}">
                  <a16:creationId xmlns:a16="http://schemas.microsoft.com/office/drawing/2014/main" id="{2897C459-7718-4226-A30F-E21069E541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12954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4" name="score-12">
              <a:extLst xmlns:a="http://schemas.openxmlformats.org/drawingml/2006/main">
                <a:ext uri="{FF2B5EF4-FFF2-40B4-BE49-F238E27FC236}">
                  <a16:creationId xmlns:a16="http://schemas.microsoft.com/office/drawing/2014/main" id="{DA563A00-BBBE-4834-A9AD-0F47A8B887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129540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5" name="score-13">
              <a:extLst xmlns:a="http://schemas.openxmlformats.org/drawingml/2006/main">
                <a:ext uri="{FF2B5EF4-FFF2-40B4-BE49-F238E27FC236}">
                  <a16:creationId xmlns:a16="http://schemas.microsoft.com/office/drawing/2014/main" id="{C6B1EE39-8C48-47E8-BC95-82ACF4C2FA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15049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6" name="score-14">
              <a:extLst xmlns:a="http://schemas.openxmlformats.org/drawingml/2006/main">
                <a:ext uri="{FF2B5EF4-FFF2-40B4-BE49-F238E27FC236}">
                  <a16:creationId xmlns:a16="http://schemas.microsoft.com/office/drawing/2014/main" id="{DE5DFD76-7A4A-4E25-B76F-AFF75E50F1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15049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7" name="score-15">
              <a:extLst xmlns:a="http://schemas.openxmlformats.org/drawingml/2006/main">
                <a:ext uri="{FF2B5EF4-FFF2-40B4-BE49-F238E27FC236}">
                  <a16:creationId xmlns:a16="http://schemas.microsoft.com/office/drawing/2014/main" id="{8CCE628A-33CA-4DBA-97B8-C0166DF4B0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52800" y="15049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286">
              <a:solidFill>
                <a:srgbClr val="BFC8CC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8" name="score-16">
              <a:extLst xmlns:a="http://schemas.openxmlformats.org/drawingml/2006/main">
                <a:ext uri="{FF2B5EF4-FFF2-40B4-BE49-F238E27FC236}">
                  <a16:creationId xmlns:a16="http://schemas.microsoft.com/office/drawing/2014/main" id="{AF7539B9-263A-4FBC-A389-4EF4BED8C6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1504950"/>
              <a:ext cx="209550" cy="209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EDF1"/>
            </a:solidFill>
            <a:ln xmlns:a="http://schemas.openxmlformats.org/drawingml/2006/main" w="14288">
              <a:solidFill>
                <a:srgbClr val="25323B"/>
              </a:solidFill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</p:grpSp>
      <p:sp>
        <p:nvSpPr>
          <p:cNvPr id="39" name="spatial-caption">
            <a:extLst xmlns:a="http://schemas.openxmlformats.org/drawingml/2006/main">
              <a:ext uri="{FF2B5EF4-FFF2-40B4-BE49-F238E27FC236}">
                <a16:creationId xmlns:a16="http://schemas.microsoft.com/office/drawing/2014/main" id="{C5EC0F91-B629-43A7-BC03-EAC6B1FE89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00350" y="180975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same spatial order</a:t>
            </a:r>
          </a:p>
        </p:txBody>
      </p:sp>
      <p:sp>
        <p:nvSpPr>
          <p:cNvPr id="40" name="top-k-caption">
            <a:extLst xmlns:a="http://schemas.openxmlformats.org/drawingml/2006/main">
              <a:ext uri="{FF2B5EF4-FFF2-40B4-BE49-F238E27FC236}">
                <a16:creationId xmlns:a16="http://schemas.microsoft.com/office/drawing/2014/main" id="{7BFC0FF3-ECDF-4DD4-91CA-217B62ACFC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10000" y="942975"/>
            <a:ext cx="37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top 3</a:t>
            </a:r>
          </a:p>
        </p:txBody>
      </p:sp>
      <p:sp>
        <p:nvSpPr>
          <p:cNvPr id="41" name="selected">
            <a:extLst xmlns:a="http://schemas.openxmlformats.org/drawingml/2006/main">
              <a:ext uri="{FF2B5EF4-FFF2-40B4-BE49-F238E27FC236}">
                <a16:creationId xmlns:a16="http://schemas.microsoft.com/office/drawing/2014/main" id="{6C5DAD76-C49F-4F2D-95C9-68041B4D4A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81475" y="8001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56D83"/>
            </a:solidFill>
            <a:prstDash val="solid"/>
          </a:ln>
        </p:spPr>
      </p:sp>
      <p:pic>
        <p:nvPicPr>
          <p:cNvPr id="166" name="selected-photo-6" descr="Exact source patch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e79d940e44aaa"/>
          <ns0:srcRect xmlns:ns0="http://schemas.openxmlformats.org/drawingml/2006/main" l="25000" t="25000" r="50000" b="50000"/>
          <a:stretch xmlns:a="http://schemas.openxmlformats.org/drawingml/2006/main"/>
        </p:blipFill>
        <p:spPr>
          <a:xfrm xmlns:a="http://schemas.openxmlformats.org/drawingml/2006/main">
            <a:off x="4257675" y="8763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3" name="selected-photo-border-6">
            <a:extLst xmlns:a="http://schemas.openxmlformats.org/drawingml/2006/main">
              <a:ext uri="{FF2B5EF4-FFF2-40B4-BE49-F238E27FC236}">
                <a16:creationId xmlns:a16="http://schemas.microsoft.com/office/drawing/2014/main" id="{2D48CF5A-AD25-43DE-8912-2E5653B020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57675" y="8763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323B"/>
            </a:solidFill>
            <a:prstDash val="solid"/>
          </a:ln>
        </p:spPr>
      </p:sp>
      <p:sp>
        <p:nvSpPr>
          <p:cNvPr id="44" name="selected-id-6">
            <a:extLst xmlns:a="http://schemas.openxmlformats.org/drawingml/2006/main">
              <a:ext uri="{FF2B5EF4-FFF2-40B4-BE49-F238E27FC236}">
                <a16:creationId xmlns:a16="http://schemas.microsoft.com/office/drawing/2014/main" id="{ABADFCCA-9600-4C45-9507-3F1532094E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57675" y="1485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69" name="selected-photo-10" descr="Exact source patch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9cf8dd1964cfe"/>
          <ns0:srcRect xmlns:ns0="http://schemas.openxmlformats.org/drawingml/2006/main" l="25000" t="50000" r="50000" b="25000"/>
          <a:stretch xmlns:a="http://schemas.openxmlformats.org/drawingml/2006/main"/>
        </p:blipFill>
        <p:spPr>
          <a:xfrm xmlns:a="http://schemas.openxmlformats.org/drawingml/2006/main">
            <a:off x="4905375" y="8763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6" name="selected-photo-border-10">
            <a:extLst xmlns:a="http://schemas.openxmlformats.org/drawingml/2006/main">
              <a:ext uri="{FF2B5EF4-FFF2-40B4-BE49-F238E27FC236}">
                <a16:creationId xmlns:a16="http://schemas.microsoft.com/office/drawing/2014/main" id="{D482B535-18D1-4CBA-9ECA-604B2B5027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05375" y="8763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323B"/>
            </a:solidFill>
            <a:prstDash val="solid"/>
          </a:ln>
        </p:spPr>
      </p:sp>
      <p:sp>
        <p:nvSpPr>
          <p:cNvPr id="47" name="selected-id-10">
            <a:extLst xmlns:a="http://schemas.openxmlformats.org/drawingml/2006/main">
              <a:ext uri="{FF2B5EF4-FFF2-40B4-BE49-F238E27FC236}">
                <a16:creationId xmlns:a16="http://schemas.microsoft.com/office/drawing/2014/main" id="{2CA82040-B45E-48F5-A952-D56A3667F0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05375" y="1485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72" name="selected-photo-16" descr="Exact source patch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5dd37c1d245a3"/>
          <ns0:srcRect xmlns:ns0="http://schemas.openxmlformats.org/drawingml/2006/main" l="75000" t="75000" r="0" b="0"/>
          <a:stretch xmlns:a="http://schemas.openxmlformats.org/drawingml/2006/main"/>
        </p:blipFill>
        <p:spPr>
          <a:xfrm xmlns:a="http://schemas.openxmlformats.org/drawingml/2006/main">
            <a:off x="5553075" y="8763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9" name="selected-photo-border-16">
            <a:extLst xmlns:a="http://schemas.openxmlformats.org/drawingml/2006/main">
              <a:ext uri="{FF2B5EF4-FFF2-40B4-BE49-F238E27FC236}">
                <a16:creationId xmlns:a16="http://schemas.microsoft.com/office/drawing/2014/main" id="{508A853A-523C-4824-B1D5-33BE5808EF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53075" y="8763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323B"/>
            </a:solidFill>
            <a:prstDash val="solid"/>
          </a:ln>
        </p:spPr>
      </p:sp>
      <p:sp>
        <p:nvSpPr>
          <p:cNvPr id="50" name="selected-id-16">
            <a:extLst xmlns:a="http://schemas.openxmlformats.org/drawingml/2006/main">
              <a:ext uri="{FF2B5EF4-FFF2-40B4-BE49-F238E27FC236}">
                <a16:creationId xmlns:a16="http://schemas.microsoft.com/office/drawing/2014/main" id="{A4549727-4298-4FB5-A133-4164C4BFEF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53075" y="1485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1" name="selected-set-label">
            <a:extLst xmlns:a="http://schemas.openxmlformats.org/drawingml/2006/main">
              <a:ext uri="{FF2B5EF4-FFF2-40B4-BE49-F238E27FC236}">
                <a16:creationId xmlns:a16="http://schemas.microsoft.com/office/drawing/2014/main" id="{8A2971B9-7FA2-4931-8912-4CE4243BEC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81475" y="18288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23B"/>
                </a:solidFill>
                <a:latin typeface="Arial"/>
                <a:ea typeface="Arial"/>
                <a:cs typeface="Arial"/>
              </a:rPr>
              <a:t>S = {6, 10, 16}</a:t>
            </a:r>
          </a:p>
        </p:txBody>
      </p:sp>
      <p:cxnSp>
        <p:nvCxnSpPr>
          <p:cNvPr id="176" name="score-input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543050" y="12954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77" name="score-grid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609850" y="1295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78" name="retain"/>
          <p:cNvCxnSpPr>
            <a:stCxn xmlns:a="http://schemas.openxmlformats.org/drawingml/2006/main" id="22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810000" y="12954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55" name="retained-detail-guide">
            <a:extLst xmlns:a="http://schemas.openxmlformats.org/drawingml/2006/main">
              <a:ext uri="{FF2B5EF4-FFF2-40B4-BE49-F238E27FC236}">
                <a16:creationId xmlns:a16="http://schemas.microsoft.com/office/drawing/2014/main" id="{E5E8D46B-16AD-40E1-974C-3FE6B630D3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05275" y="1295400"/>
            <a:ext cx="2209800" cy="1704975"/>
          </a:xfrm>
          <a:custGeom xmlns:a="http://schemas.openxmlformats.org/drawingml/2006/main">
            <a:pathLst>
              <a:path w="2209800" h="1704975">
                <a:moveTo>
                  <a:pt x="2114550" y="0"/>
                </a:moveTo>
                <a:lnTo>
                  <a:pt x="2209800" y="0"/>
                </a:lnTo>
                <a:lnTo>
                  <a:pt x="2209800" y="1009650"/>
                </a:lnTo>
                <a:lnTo>
                  <a:pt x="0" y="1009650"/>
                </a:lnTo>
                <a:lnTo>
                  <a:pt x="0" y="17049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56D83"/>
            </a:solidFill>
            <a:prstDash val="dash"/>
          </a:ln>
        </p:spPr>
      </p:sp>
      <p:sp>
        <p:nvSpPr>
          <p:cNvPr id="56" name="guide-caption">
            <a:extLst xmlns:a="http://schemas.openxmlformats.org/drawingml/2006/main">
              <a:ext uri="{FF2B5EF4-FFF2-40B4-BE49-F238E27FC236}">
                <a16:creationId xmlns:a16="http://schemas.microsoft.com/office/drawing/2014/main" id="{EEDAE592-DF51-4406-9A09-4B40D03AA7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81475" y="2066925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retained set, expanded below</a:t>
            </a:r>
          </a:p>
        </p:txBody>
      </p:sp>
      <p:sp>
        <p:nvSpPr>
          <p:cNvPr id="57" name="panel-divider">
            <a:extLst xmlns:a="http://schemas.openxmlformats.org/drawingml/2006/main">
              <a:ext uri="{FF2B5EF4-FFF2-40B4-BE49-F238E27FC236}">
                <a16:creationId xmlns:a16="http://schemas.microsoft.com/office/drawing/2014/main" id="{6191B7D5-38C4-4628-BBCE-2F8EC0D615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343150"/>
            <a:ext cx="3743325" cy="95"/>
          </a:xfrm>
          <a:custGeom xmlns:a="http://schemas.openxmlformats.org/drawingml/2006/main">
            <a:pathLst>
              <a:path w="3743325" h="95">
                <a:moveTo>
                  <a:pt x="0" y="0"/>
                </a:moveTo>
                <a:lnTo>
                  <a:pt x="3743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FC8CC"/>
            </a:solidFill>
            <a:prstDash val="solid"/>
          </a:ln>
        </p:spPr>
      </p:sp>
      <p:sp>
        <p:nvSpPr>
          <p:cNvPr id="58" name="pooling-title">
            <a:extLst xmlns:a="http://schemas.openxmlformats.org/drawingml/2006/main">
              <a:ext uri="{FF2B5EF4-FFF2-40B4-BE49-F238E27FC236}">
                <a16:creationId xmlns:a16="http://schemas.microsoft.com/office/drawing/2014/main" id="{BB2EFBA8-2E85-4BB1-8225-EA5221AED7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4669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(b) Pool the retained embeddings</a:t>
            </a:r>
          </a:p>
        </p:txBody>
      </p:sp>
      <p:sp>
        <p:nvSpPr>
          <p:cNvPr id="59" name="encoding-equation">
            <a:extLst xmlns:a="http://schemas.openxmlformats.org/drawingml/2006/main">
              <a:ext uri="{FF2B5EF4-FFF2-40B4-BE49-F238E27FC236}">
                <a16:creationId xmlns:a16="http://schemas.microsoft.com/office/drawing/2014/main" id="{E47FFE02-DC90-44E6-92F4-C4FF27C6A1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2714625"/>
            <a:ext cx="132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23B"/>
                </a:solidFill>
                <a:latin typeface="Arial"/>
                <a:ea typeface="Arial"/>
                <a:cs typeface="Arial"/>
              </a:rPr>
              <a:t>hᵢ = E(xᵢ)</a:t>
            </a:r>
          </a:p>
        </p:txBody>
      </p:sp>
      <p:sp>
        <p:nvSpPr>
          <p:cNvPr id="60" name="normalization-equation">
            <a:extLst xmlns:a="http://schemas.openxmlformats.org/drawingml/2006/main">
              <a:ext uri="{FF2B5EF4-FFF2-40B4-BE49-F238E27FC236}">
                <a16:creationId xmlns:a16="http://schemas.microsoft.com/office/drawing/2014/main" id="{1FD3607C-59AC-4328-8CF0-6DEDBC50E9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1625" y="2714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23B"/>
                </a:solidFill>
                <a:latin typeface="Arial"/>
                <a:ea typeface="Arial"/>
                <a:cs typeface="Arial"/>
              </a:rPr>
              <a:t>α = (5, 3, 2) / 10</a:t>
            </a:r>
          </a:p>
        </p:txBody>
      </p:sp>
      <p:sp>
        <p:nvSpPr>
          <p:cNvPr id="61" name="weighted-set">
            <a:extLst xmlns:a="http://schemas.openxmlformats.org/drawingml/2006/main">
              <a:ext uri="{FF2B5EF4-FFF2-40B4-BE49-F238E27FC236}">
                <a16:creationId xmlns:a16="http://schemas.microsoft.com/office/drawing/2014/main" id="{2BFBE5E1-3683-44E5-A9CD-7336BBB4F9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000375"/>
            <a:ext cx="3943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356D83"/>
            </a:solidFill>
            <a:prstDash val="solid"/>
          </a:ln>
        </p:spPr>
      </p:sp>
      <p:grpSp>
        <p:nvGrpSpPr>
          <p:cNvPr id="249" name="embedding-6"/>
          <p:cNvGrpSpPr/>
          <p:nvPr/>
        </p:nvGrpSpPr>
        <p:grpSpPr>
          <ns1:xfrm xmlns:ns1="http://schemas.openxmlformats.org/drawingml/2006/main">
            <ns1:off x="304800" y="3019425"/>
            <ns1:ext cx="1123950" cy="733425"/>
            <ns1:chOff x="304800" y="3019425"/>
            <ns1:chExt cx="1123950" cy="733425"/>
          </ns1:xfrm>
        </p:grpSpPr>
        <p:sp>
          <p:nvSpPr>
            <p:cNvPr id="62" name="embedding-label-6">
              <a:extLst xmlns:a="http://schemas.openxmlformats.org/drawingml/2006/main">
                <a:ext uri="{FF2B5EF4-FFF2-40B4-BE49-F238E27FC236}">
                  <a16:creationId xmlns:a16="http://schemas.microsoft.com/office/drawing/2014/main" id="{58002D8E-48B0-47BF-A0EF-146ED38C57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019425"/>
              <a:ext cx="7810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h₆</a:t>
              </a:r>
            </a:p>
          </p:txBody>
        </p:sp>
        <p:sp>
          <p:nvSpPr>
            <p:cNvPr id="63" name="embedding-6-component-0-track">
              <a:extLst xmlns:a="http://schemas.openxmlformats.org/drawingml/2006/main">
                <a:ext uri="{FF2B5EF4-FFF2-40B4-BE49-F238E27FC236}">
                  <a16:creationId xmlns:a16="http://schemas.microsoft.com/office/drawing/2014/main" id="{E34120B0-9169-461D-815A-45C6AA5E06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86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embedding-6-component-0">
              <a:extLst xmlns:a="http://schemas.openxmlformats.org/drawingml/2006/main">
                <a:ext uri="{FF2B5EF4-FFF2-40B4-BE49-F238E27FC236}">
                  <a16:creationId xmlns:a16="http://schemas.microsoft.com/office/drawing/2014/main" id="{753B553E-6B08-4B83-8958-3D5B2B672A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8625" y="3485674"/>
              <a:ext cx="104775" cy="3857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embedding-6-component-1-track">
              <a:extLst xmlns:a="http://schemas.openxmlformats.org/drawingml/2006/main">
                <a:ext uri="{FF2B5EF4-FFF2-40B4-BE49-F238E27FC236}">
                  <a16:creationId xmlns:a16="http://schemas.microsoft.com/office/drawing/2014/main" id="{1D8097EB-A447-4B02-8CA0-6E18DC16CB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embedding-6-component-1">
              <a:extLst xmlns:a="http://schemas.openxmlformats.org/drawingml/2006/main">
                <a:ext uri="{FF2B5EF4-FFF2-40B4-BE49-F238E27FC236}">
                  <a16:creationId xmlns:a16="http://schemas.microsoft.com/office/drawing/2014/main" id="{68B65537-AA28-4FB7-8F55-70C67F3B0E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3331369"/>
              <a:ext cx="104775" cy="19288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embedding-6-component-2-track">
              <a:extLst xmlns:a="http://schemas.openxmlformats.org/drawingml/2006/main">
                <a:ext uri="{FF2B5EF4-FFF2-40B4-BE49-F238E27FC236}">
                  <a16:creationId xmlns:a16="http://schemas.microsoft.com/office/drawing/2014/main" id="{BFC01861-0A76-44DD-A549-FF0D99DBCE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embedding-6-component-2">
              <a:extLst xmlns:a="http://schemas.openxmlformats.org/drawingml/2006/main">
                <a:ext uri="{FF2B5EF4-FFF2-40B4-BE49-F238E27FC236}">
                  <a16:creationId xmlns:a16="http://schemas.microsoft.com/office/drawing/2014/main" id="{BE9AD9A9-8372-468C-B768-78AE2B118B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" y="3357086"/>
              <a:ext cx="104775" cy="16716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embedding-6-component-3-track">
              <a:extLst xmlns:a="http://schemas.openxmlformats.org/drawingml/2006/main">
                <a:ext uri="{FF2B5EF4-FFF2-40B4-BE49-F238E27FC236}">
                  <a16:creationId xmlns:a16="http://schemas.microsoft.com/office/drawing/2014/main" id="{CCAD7FD2-E021-4B4D-9122-82229BCD92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0" name="embedding-6-component-3">
              <a:extLst xmlns:a="http://schemas.openxmlformats.org/drawingml/2006/main">
                <a:ext uri="{FF2B5EF4-FFF2-40B4-BE49-F238E27FC236}">
                  <a16:creationId xmlns:a16="http://schemas.microsoft.com/office/drawing/2014/main" id="{2BC46BC0-6014-4AEF-A89C-4D453F2172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3447098"/>
              <a:ext cx="104775" cy="7715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1" name="embedding-6-component-4-track">
              <a:extLst xmlns:a="http://schemas.openxmlformats.org/drawingml/2006/main">
                <a:ext uri="{FF2B5EF4-FFF2-40B4-BE49-F238E27FC236}">
                  <a16:creationId xmlns:a16="http://schemas.microsoft.com/office/drawing/2014/main" id="{87BFD70C-F494-4A22-9379-AAC57437CF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2" name="embedding-6-component-4">
              <a:extLst xmlns:a="http://schemas.openxmlformats.org/drawingml/2006/main">
                <a:ext uri="{FF2B5EF4-FFF2-40B4-BE49-F238E27FC236}">
                  <a16:creationId xmlns:a16="http://schemas.microsoft.com/office/drawing/2014/main" id="{A936C911-A335-4749-B038-F7EBE619C2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" y="3305651"/>
              <a:ext cx="104775" cy="21859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3" name="embedding-6-component-5-track">
              <a:extLst xmlns:a="http://schemas.openxmlformats.org/drawingml/2006/main">
                <a:ext uri="{FF2B5EF4-FFF2-40B4-BE49-F238E27FC236}">
                  <a16:creationId xmlns:a16="http://schemas.microsoft.com/office/drawing/2014/main" id="{52FB66FA-65C7-41F3-901F-7D3E73998F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30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4" name="embedding-6-component-5">
              <a:extLst xmlns:a="http://schemas.openxmlformats.org/drawingml/2006/main">
                <a:ext uri="{FF2B5EF4-FFF2-40B4-BE49-F238E27FC236}">
                  <a16:creationId xmlns:a16="http://schemas.microsoft.com/office/drawing/2014/main" id="{F2348429-7847-47F7-878B-2192C6CDC7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3000" y="3459956"/>
              <a:ext cx="104775" cy="6429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weight-label-6">
              <a:extLst xmlns:a="http://schemas.openxmlformats.org/drawingml/2006/main">
                <a:ext uri="{FF2B5EF4-FFF2-40B4-BE49-F238E27FC236}">
                  <a16:creationId xmlns:a16="http://schemas.microsoft.com/office/drawing/2014/main" id="{2E186F7B-4A30-4991-963A-ACA89793AB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4800" y="3543300"/>
              <a:ext cx="11239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α₆ = 0.50</a:t>
              </a:r>
            </a:p>
          </p:txBody>
        </p:sp>
      </p:grpSp>
      <p:sp>
        <p:nvSpPr>
          <p:cNvPr id="76" name="pair-divider-0">
            <a:extLst xmlns:a="http://schemas.openxmlformats.org/drawingml/2006/main">
              <a:ext uri="{FF2B5EF4-FFF2-40B4-BE49-F238E27FC236}">
                <a16:creationId xmlns:a16="http://schemas.microsoft.com/office/drawing/2014/main" id="{5AED8197-155D-4304-BFE0-1DAE04CA0C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5900" y="3067050"/>
            <a:ext cx="95" cy="628650"/>
          </a:xfrm>
          <a:custGeom xmlns:a="http://schemas.openxmlformats.org/drawingml/2006/main"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FC8CC"/>
            </a:solidFill>
            <a:prstDash val="solid"/>
          </a:ln>
        </p:spPr>
      </p:sp>
      <p:grpSp>
        <p:nvGrpSpPr>
          <p:cNvPr id="250" name="embedding-10"/>
          <p:cNvGrpSpPr/>
          <p:nvPr/>
        </p:nvGrpSpPr>
        <p:grpSpPr>
          <ns1:xfrm xmlns:ns1="http://schemas.openxmlformats.org/drawingml/2006/main">
            <ns1:off x="1619250" y="3019425"/>
            <ns1:ext cx="1123950" cy="733425"/>
            <ns1:chOff x="1619250" y="3019425"/>
            <ns1:chExt cx="1123950" cy="733425"/>
          </ns1:xfrm>
        </p:grpSpPr>
        <p:sp>
          <p:nvSpPr>
            <p:cNvPr id="77" name="embedding-label-10">
              <a:extLst xmlns:a="http://schemas.openxmlformats.org/drawingml/2006/main">
                <a:ext uri="{FF2B5EF4-FFF2-40B4-BE49-F238E27FC236}">
                  <a16:creationId xmlns:a16="http://schemas.microsoft.com/office/drawing/2014/main" id="{2D4F6E9D-D212-4C2C-AC3E-48608A2573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71650" y="3019425"/>
              <a:ext cx="7810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h₁₀</a:t>
              </a:r>
            </a:p>
          </p:txBody>
        </p:sp>
        <p:sp>
          <p:nvSpPr>
            <p:cNvPr id="78" name="embedding-10-component-0-track">
              <a:extLst xmlns:a="http://schemas.openxmlformats.org/drawingml/2006/main">
                <a:ext uri="{FF2B5EF4-FFF2-40B4-BE49-F238E27FC236}">
                  <a16:creationId xmlns:a16="http://schemas.microsoft.com/office/drawing/2014/main" id="{8900666D-6E13-426D-98B1-DC58A49671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4307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embedding-10-component-0">
              <a:extLst xmlns:a="http://schemas.openxmlformats.org/drawingml/2006/main">
                <a:ext uri="{FF2B5EF4-FFF2-40B4-BE49-F238E27FC236}">
                  <a16:creationId xmlns:a16="http://schemas.microsoft.com/office/drawing/2014/main" id="{4AC68CE1-CEF2-4944-9A48-601CC05055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43075" y="3318510"/>
              <a:ext cx="104775" cy="2057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0" name="embedding-10-component-1-track">
              <a:extLst xmlns:a="http://schemas.openxmlformats.org/drawingml/2006/main">
                <a:ext uri="{FF2B5EF4-FFF2-40B4-BE49-F238E27FC236}">
                  <a16:creationId xmlns:a16="http://schemas.microsoft.com/office/drawing/2014/main" id="{965EE9A4-BBFC-4577-8FF3-D3A28FD377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595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embedding-10-component-1">
              <a:extLst xmlns:a="http://schemas.openxmlformats.org/drawingml/2006/main">
                <a:ext uri="{FF2B5EF4-FFF2-40B4-BE49-F238E27FC236}">
                  <a16:creationId xmlns:a16="http://schemas.microsoft.com/office/drawing/2014/main" id="{F51B5948-1742-4D67-871E-208A5C6685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5950" y="3459956"/>
              <a:ext cx="104775" cy="6429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2" name="embedding-10-component-2-track">
              <a:extLst xmlns:a="http://schemas.openxmlformats.org/drawingml/2006/main">
                <a:ext uri="{FF2B5EF4-FFF2-40B4-BE49-F238E27FC236}">
                  <a16:creationId xmlns:a16="http://schemas.microsoft.com/office/drawing/2014/main" id="{130F633C-879C-4B90-8C4B-6D25FC4418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288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3" name="embedding-10-component-2">
              <a:extLst xmlns:a="http://schemas.openxmlformats.org/drawingml/2006/main">
                <a:ext uri="{FF2B5EF4-FFF2-40B4-BE49-F238E27FC236}">
                  <a16:creationId xmlns:a16="http://schemas.microsoft.com/office/drawing/2014/main" id="{ACDC45A1-C043-45A6-B7A5-2A75EBC517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28825" y="3395663"/>
              <a:ext cx="104775" cy="1285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4" name="embedding-10-component-3-track">
              <a:extLst xmlns:a="http://schemas.openxmlformats.org/drawingml/2006/main">
                <a:ext uri="{FF2B5EF4-FFF2-40B4-BE49-F238E27FC236}">
                  <a16:creationId xmlns:a16="http://schemas.microsoft.com/office/drawing/2014/main" id="{94351152-B219-4BAE-A906-0DBC7F1572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717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5" name="embedding-10-component-3">
              <a:extLst xmlns:a="http://schemas.openxmlformats.org/drawingml/2006/main">
                <a:ext uri="{FF2B5EF4-FFF2-40B4-BE49-F238E27FC236}">
                  <a16:creationId xmlns:a16="http://schemas.microsoft.com/office/drawing/2014/main" id="{41C6C32E-C71C-4DCC-AB85-F6AFF0FD3D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71700" y="3357086"/>
              <a:ext cx="104775" cy="16716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6" name="embedding-10-component-4-track">
              <a:extLst xmlns:a="http://schemas.openxmlformats.org/drawingml/2006/main">
                <a:ext uri="{FF2B5EF4-FFF2-40B4-BE49-F238E27FC236}">
                  <a16:creationId xmlns:a16="http://schemas.microsoft.com/office/drawing/2014/main" id="{949688D3-8F0F-4E16-816C-25D984DFBA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1457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7" name="embedding-10-component-4">
              <a:extLst xmlns:a="http://schemas.openxmlformats.org/drawingml/2006/main">
                <a:ext uri="{FF2B5EF4-FFF2-40B4-BE49-F238E27FC236}">
                  <a16:creationId xmlns:a16="http://schemas.microsoft.com/office/drawing/2014/main" id="{12267C18-DFD6-4422-A41C-D845C7CE36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14575" y="3447098"/>
              <a:ext cx="104775" cy="7715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8" name="embedding-10-component-5-track">
              <a:extLst xmlns:a="http://schemas.openxmlformats.org/drawingml/2006/main">
                <a:ext uri="{FF2B5EF4-FFF2-40B4-BE49-F238E27FC236}">
                  <a16:creationId xmlns:a16="http://schemas.microsoft.com/office/drawing/2014/main" id="{43C7E331-467A-47F5-A7F2-763B80C4B5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5745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9" name="embedding-10-component-5">
              <a:extLst xmlns:a="http://schemas.openxmlformats.org/drawingml/2006/main">
                <a:ext uri="{FF2B5EF4-FFF2-40B4-BE49-F238E27FC236}">
                  <a16:creationId xmlns:a16="http://schemas.microsoft.com/office/drawing/2014/main" id="{79A64B35-8102-4565-9240-C0277EFB67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57450" y="3421380"/>
              <a:ext cx="104775" cy="1028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0" name="weight-label-10">
              <a:extLst xmlns:a="http://schemas.openxmlformats.org/drawingml/2006/main">
                <a:ext uri="{FF2B5EF4-FFF2-40B4-BE49-F238E27FC236}">
                  <a16:creationId xmlns:a16="http://schemas.microsoft.com/office/drawing/2014/main" id="{15BD2C3F-C218-4F2D-A041-F3F624B6A0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3543300"/>
              <a:ext cx="11239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α₁₀ = 0.30</a:t>
              </a:r>
            </a:p>
          </p:txBody>
        </p:sp>
      </p:grpSp>
      <p:sp>
        <p:nvSpPr>
          <p:cNvPr id="91" name="pair-divider-1">
            <a:extLst xmlns:a="http://schemas.openxmlformats.org/drawingml/2006/main">
              <a:ext uri="{FF2B5EF4-FFF2-40B4-BE49-F238E27FC236}">
                <a16:creationId xmlns:a16="http://schemas.microsoft.com/office/drawing/2014/main" id="{76C800E1-11FB-40E2-9AD3-7D9819F496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00350" y="3067050"/>
            <a:ext cx="95" cy="628650"/>
          </a:xfrm>
          <a:custGeom xmlns:a="http://schemas.openxmlformats.org/drawingml/2006/main">
            <a:pathLst>
              <a:path w="9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FC8CC"/>
            </a:solidFill>
            <a:prstDash val="solid"/>
          </a:ln>
        </p:spPr>
      </p:sp>
      <p:grpSp>
        <p:nvGrpSpPr>
          <p:cNvPr id="251" name="embedding-16"/>
          <p:cNvGrpSpPr/>
          <p:nvPr/>
        </p:nvGrpSpPr>
        <p:grpSpPr>
          <ns1:xfrm xmlns:ns1="http://schemas.openxmlformats.org/drawingml/2006/main">
            <ns1:off x="2933700" y="3019425"/>
            <ns1:ext cx="1123950" cy="733425"/>
            <ns1:chOff x="2933700" y="3019425"/>
            <ns1:chExt cx="1123950" cy="733425"/>
          </ns1:xfrm>
        </p:grpSpPr>
        <p:sp>
          <p:nvSpPr>
            <p:cNvPr id="92" name="embedding-label-16">
              <a:extLst xmlns:a="http://schemas.openxmlformats.org/drawingml/2006/main">
                <a:ext uri="{FF2B5EF4-FFF2-40B4-BE49-F238E27FC236}">
                  <a16:creationId xmlns:a16="http://schemas.microsoft.com/office/drawing/2014/main" id="{E79D26E5-D8AA-48B8-A9B5-600ABF82F7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3019425"/>
              <a:ext cx="78105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75" b="1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h₁₆</a:t>
              </a:r>
            </a:p>
          </p:txBody>
        </p:sp>
        <p:sp>
          <p:nvSpPr>
            <p:cNvPr id="93" name="embedding-16-component-0-track">
              <a:extLst xmlns:a="http://schemas.openxmlformats.org/drawingml/2006/main">
                <a:ext uri="{FF2B5EF4-FFF2-40B4-BE49-F238E27FC236}">
                  <a16:creationId xmlns:a16="http://schemas.microsoft.com/office/drawing/2014/main" id="{D3475FF2-B89B-42C4-97FB-10B7C63063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575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4" name="embedding-16-component-0">
              <a:extLst xmlns:a="http://schemas.openxmlformats.org/drawingml/2006/main">
                <a:ext uri="{FF2B5EF4-FFF2-40B4-BE49-F238E27FC236}">
                  <a16:creationId xmlns:a16="http://schemas.microsoft.com/office/drawing/2014/main" id="{3770165E-EE31-4404-AEAC-482D42DE9E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57525" y="3408521"/>
              <a:ext cx="104775" cy="1157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5" name="embedding-16-component-1-track">
              <a:extLst xmlns:a="http://schemas.openxmlformats.org/drawingml/2006/main">
                <a:ext uri="{FF2B5EF4-FFF2-40B4-BE49-F238E27FC236}">
                  <a16:creationId xmlns:a16="http://schemas.microsoft.com/office/drawing/2014/main" id="{E15E81A5-B415-4C73-AC89-1144288324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6" name="embedding-16-component-1">
              <a:extLst xmlns:a="http://schemas.openxmlformats.org/drawingml/2006/main">
                <a:ext uri="{FF2B5EF4-FFF2-40B4-BE49-F238E27FC236}">
                  <a16:creationId xmlns:a16="http://schemas.microsoft.com/office/drawing/2014/main" id="{90A50CB7-5507-4B8C-B7C5-E995ABC319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00400" y="3369945"/>
              <a:ext cx="104775" cy="15430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7" name="embedding-16-component-2-track">
              <a:extLst xmlns:a="http://schemas.openxmlformats.org/drawingml/2006/main">
                <a:ext uri="{FF2B5EF4-FFF2-40B4-BE49-F238E27FC236}">
                  <a16:creationId xmlns:a16="http://schemas.microsoft.com/office/drawing/2014/main" id="{41185F12-5387-4251-B8CE-0DCF0A3E49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4327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8" name="embedding-16-component-2">
              <a:extLst xmlns:a="http://schemas.openxmlformats.org/drawingml/2006/main">
                <a:ext uri="{FF2B5EF4-FFF2-40B4-BE49-F238E27FC236}">
                  <a16:creationId xmlns:a16="http://schemas.microsoft.com/office/drawing/2014/main" id="{88F149E8-561C-44B4-A25A-03F45A6E16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43275" y="3472815"/>
              <a:ext cx="104775" cy="5143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9" name="embedding-16-component-3-track">
              <a:extLst xmlns:a="http://schemas.openxmlformats.org/drawingml/2006/main">
                <a:ext uri="{FF2B5EF4-FFF2-40B4-BE49-F238E27FC236}">
                  <a16:creationId xmlns:a16="http://schemas.microsoft.com/office/drawing/2014/main" id="{ACD24D84-5FF1-451F-8782-0D3418E524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0" name="embedding-16-component-3">
              <a:extLst xmlns:a="http://schemas.openxmlformats.org/drawingml/2006/main">
                <a:ext uri="{FF2B5EF4-FFF2-40B4-BE49-F238E27FC236}">
                  <a16:creationId xmlns:a16="http://schemas.microsoft.com/office/drawing/2014/main" id="{71F8D76C-EE2A-4FEE-9301-3C74DF79F5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3305651"/>
              <a:ext cx="104775" cy="21859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1" name="embedding-16-component-4-track">
              <a:extLst xmlns:a="http://schemas.openxmlformats.org/drawingml/2006/main">
                <a:ext uri="{FF2B5EF4-FFF2-40B4-BE49-F238E27FC236}">
                  <a16:creationId xmlns:a16="http://schemas.microsoft.com/office/drawing/2014/main" id="{FB60DCAB-0F85-4330-AB36-3A615397A0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29025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2" name="embedding-16-component-4">
              <a:extLst xmlns:a="http://schemas.openxmlformats.org/drawingml/2006/main">
                <a:ext uri="{FF2B5EF4-FFF2-40B4-BE49-F238E27FC236}">
                  <a16:creationId xmlns:a16="http://schemas.microsoft.com/office/drawing/2014/main" id="{62AAE4DC-E2D0-427B-9A09-8D6FBCE4A4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29025" y="3421380"/>
              <a:ext cx="104775" cy="1028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3" name="embedding-16-component-5-track">
              <a:extLst xmlns:a="http://schemas.openxmlformats.org/drawingml/2006/main">
                <a:ext uri="{FF2B5EF4-FFF2-40B4-BE49-F238E27FC236}">
                  <a16:creationId xmlns:a16="http://schemas.microsoft.com/office/drawing/2014/main" id="{38665C95-B1D0-485B-BA78-8A79771E85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71900" y="3267075"/>
              <a:ext cx="104775" cy="2571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4" name="embedding-16-component-5">
              <a:extLst xmlns:a="http://schemas.openxmlformats.org/drawingml/2006/main">
                <a:ext uri="{FF2B5EF4-FFF2-40B4-BE49-F238E27FC236}">
                  <a16:creationId xmlns:a16="http://schemas.microsoft.com/office/drawing/2014/main" id="{1B2B31E1-69B3-43AF-A1AE-0A30D8A9B5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71900" y="3331369"/>
              <a:ext cx="104775" cy="19288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05" name="weight-label-16">
              <a:extLst xmlns:a="http://schemas.openxmlformats.org/drawingml/2006/main">
                <a:ext uri="{FF2B5EF4-FFF2-40B4-BE49-F238E27FC236}">
                  <a16:creationId xmlns:a16="http://schemas.microsoft.com/office/drawing/2014/main" id="{A5D41F18-F7CF-4C9A-97D9-9EDC946038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700" y="3543300"/>
              <a:ext cx="11239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defRPr>
              </a:pPr>
              <a:r>
                <a:rPr sz="938" b="0">
                  <a:solidFill>
                    <a:srgbClr val="25323B"/>
                  </a:solidFill>
                  <a:latin typeface="Arial"/>
                  <a:ea typeface="Arial"/>
                  <a:cs typeface="Arial"/>
                </a:rPr>
                <a:t>α₁₆ = 0.20</a:t>
              </a:r>
            </a:p>
          </p:txBody>
        </p:sp>
      </p:grpSp>
      <p:sp>
        <p:nvSpPr>
          <p:cNvPr id="106" name="sum">
            <a:extLst xmlns:a="http://schemas.openxmlformats.org/drawingml/2006/main">
              <a:ext uri="{FF2B5EF4-FFF2-40B4-BE49-F238E27FC236}">
                <a16:creationId xmlns:a16="http://schemas.microsoft.com/office/drawing/2014/main" id="{2B5576E4-1C75-4C52-B51B-1E90EE977B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38675" y="31908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F1"/>
          </a:solidFill>
          <a:ln xmlns:a="http://schemas.openxmlformats.org/drawingml/2006/main" w="9525">
            <a:solidFill>
              <a:srgbClr val="356D83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107" name="pooled">
            <a:extLst xmlns:a="http://schemas.openxmlformats.org/drawingml/2006/main">
              <a:ext uri="{FF2B5EF4-FFF2-40B4-BE49-F238E27FC236}">
                <a16:creationId xmlns:a16="http://schemas.microsoft.com/office/drawing/2014/main" id="{E89E12F0-F215-4286-88F9-0228D4F6CE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62600" y="31146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356D83"/>
            </a:solidFill>
            <a:prstDash val="solid"/>
          </a:ln>
        </p:spPr>
      </p:sp>
      <p:sp>
        <p:nvSpPr>
          <p:cNvPr id="108" name="pooled-label">
            <a:extLst xmlns:a="http://schemas.openxmlformats.org/drawingml/2006/main">
              <a:ext uri="{FF2B5EF4-FFF2-40B4-BE49-F238E27FC236}">
                <a16:creationId xmlns:a16="http://schemas.microsoft.com/office/drawing/2014/main" id="{17B00F65-7710-4D09-8EFA-B3BD02ADC4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62600" y="286702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323B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grpSp>
        <p:nvGrpSpPr>
          <p:cNvPr id="252" name="pooled-components"/>
          <p:cNvGrpSpPr/>
          <p:nvPr/>
        </p:nvGrpSpPr>
        <p:grpSpPr>
          <ns1:xfrm xmlns:ns1="http://schemas.openxmlformats.org/drawingml/2006/main">
            <ns1:off x="5619750" y="3190875"/>
            <ns1:ext cx="542925" cy="361950"/>
            <ns1:chOff x="5619750" y="3190875"/>
            <ns1:chExt cx="542925" cy="361950"/>
          </ns1:xfrm>
        </p:grpSpPr>
        <p:sp>
          <p:nvSpPr>
            <p:cNvPr id="109" name="pooled-track-0">
              <a:extLst xmlns:a="http://schemas.openxmlformats.org/drawingml/2006/main">
                <a:ext uri="{FF2B5EF4-FFF2-40B4-BE49-F238E27FC236}">
                  <a16:creationId xmlns:a16="http://schemas.microsoft.com/office/drawing/2014/main" id="{A10A8892-D56C-49DA-A502-7EBF2D42E2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0" name="pooled-value-0">
              <a:extLst xmlns:a="http://schemas.openxmlformats.org/drawingml/2006/main">
                <a:ext uri="{FF2B5EF4-FFF2-40B4-BE49-F238E27FC236}">
                  <a16:creationId xmlns:a16="http://schemas.microsoft.com/office/drawing/2014/main" id="{1B66C535-6403-4BB8-84D9-42C3AB9BCC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3406235"/>
              <a:ext cx="66675" cy="1465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1" name="pooled-track-1">
              <a:extLst xmlns:a="http://schemas.openxmlformats.org/drawingml/2006/main">
                <a:ext uri="{FF2B5EF4-FFF2-40B4-BE49-F238E27FC236}">
                  <a16:creationId xmlns:a16="http://schemas.microsoft.com/office/drawing/2014/main" id="{C0A6532C-1DDC-4E51-85CC-1B9D813143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2" name="pooled-value-1">
              <a:extLst xmlns:a="http://schemas.openxmlformats.org/drawingml/2006/main">
                <a:ext uri="{FF2B5EF4-FFF2-40B4-BE49-F238E27FC236}">
                  <a16:creationId xmlns:a16="http://schemas.microsoft.com/office/drawing/2014/main" id="{DE8D49AA-FAA1-4DBD-8562-242FEE3E30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0" y="3346513"/>
              <a:ext cx="66675" cy="20631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3" name="pooled-track-2">
              <a:extLst xmlns:a="http://schemas.openxmlformats.org/drawingml/2006/main">
                <a:ext uri="{FF2B5EF4-FFF2-40B4-BE49-F238E27FC236}">
                  <a16:creationId xmlns:a16="http://schemas.microsoft.com/office/drawing/2014/main" id="{B5FCAE3B-EB1F-420C-BECF-E086FBAC03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4" name="pooled-value-2">
              <a:extLst xmlns:a="http://schemas.openxmlformats.org/drawingml/2006/main">
                <a:ext uri="{FF2B5EF4-FFF2-40B4-BE49-F238E27FC236}">
                  <a16:creationId xmlns:a16="http://schemas.microsoft.com/office/drawing/2014/main" id="{2E7609B1-B8CF-4387-B27C-52C3376D87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0" y="3366421"/>
              <a:ext cx="66675" cy="1864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5" name="pooled-track-3">
              <a:extLst xmlns:a="http://schemas.openxmlformats.org/drawingml/2006/main">
                <a:ext uri="{FF2B5EF4-FFF2-40B4-BE49-F238E27FC236}">
                  <a16:creationId xmlns:a16="http://schemas.microsoft.com/office/drawing/2014/main" id="{502F5A58-9CC1-41C1-9CA4-DF981DD822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0550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6" name="pooled-value-3">
              <a:extLst xmlns:a="http://schemas.openxmlformats.org/drawingml/2006/main">
                <a:ext uri="{FF2B5EF4-FFF2-40B4-BE49-F238E27FC236}">
                  <a16:creationId xmlns:a16="http://schemas.microsoft.com/office/drawing/2014/main" id="{D81C80A5-2885-4F95-9E19-A4652C69BF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05500" y="3366421"/>
              <a:ext cx="66675" cy="18640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7" name="pooled-track-4">
              <a:extLst xmlns:a="http://schemas.openxmlformats.org/drawingml/2006/main">
                <a:ext uri="{FF2B5EF4-FFF2-40B4-BE49-F238E27FC236}">
                  <a16:creationId xmlns:a16="http://schemas.microsoft.com/office/drawing/2014/main" id="{A21E1BD7-A03E-4CA9-8EA5-4B2C438EC6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0075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8" name="pooled-value-4">
              <a:extLst xmlns:a="http://schemas.openxmlformats.org/drawingml/2006/main">
                <a:ext uri="{FF2B5EF4-FFF2-40B4-BE49-F238E27FC236}">
                  <a16:creationId xmlns:a16="http://schemas.microsoft.com/office/drawing/2014/main" id="{1FBD026B-BFB1-45EF-84C5-541816D8EF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00750" y="3337465"/>
              <a:ext cx="66675" cy="2153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19" name="pooled-track-5">
              <a:extLst xmlns:a="http://schemas.openxmlformats.org/drawingml/2006/main">
                <a:ext uri="{FF2B5EF4-FFF2-40B4-BE49-F238E27FC236}">
                  <a16:creationId xmlns:a16="http://schemas.microsoft.com/office/drawing/2014/main" id="{C42DC5FA-0928-4B23-9CED-A49922D18E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3190875"/>
              <a:ext cx="66675" cy="3619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2F4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20" name="pooled-value-5">
              <a:extLst xmlns:a="http://schemas.openxmlformats.org/drawingml/2006/main">
                <a:ext uri="{FF2B5EF4-FFF2-40B4-BE49-F238E27FC236}">
                  <a16:creationId xmlns:a16="http://schemas.microsoft.com/office/drawing/2014/main" id="{63E3DCC7-00E0-4447-983E-5CE3BCD3DF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3409855"/>
              <a:ext cx="66675" cy="1429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56D83"/>
            </a:solidFill>
            <a:ln xmlns:a="http://schemas.openxmlformats.org/drawingml/2006/main" w="9525">
              <a:noFill/>
              <a:prstDash val="solid"/>
            </a:ln>
          </p:spPr>
        </p:sp>
      </p:grpSp>
      <p:cxnSp>
        <p:nvCxnSpPr>
          <p:cNvPr id="245" name="weighted-collection"/>
          <p:cNvCxnSpPr>
            <a:stCxn xmlns:a="http://schemas.openxmlformats.org/drawingml/2006/main" id="61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4114800" y="33718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246" name="pooled-output"/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5000625" y="33718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sp>
        <p:nvSpPr>
          <p:cNvPr id="123" name="pooling-equation">
            <a:extLst xmlns:a="http://schemas.openxmlformats.org/drawingml/2006/main">
              <a:ext uri="{FF2B5EF4-FFF2-40B4-BE49-F238E27FC236}">
                <a16:creationId xmlns:a16="http://schemas.microsoft.com/office/drawing/2014/main" id="{1D181383-3AC9-423A-AA7C-AA900B7EF3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76500" y="3771900"/>
            <a:ext cx="3752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23B"/>
                </a:solidFill>
                <a:latin typeface="Arial"/>
                <a:ea typeface="Arial"/>
                <a:cs typeface="Arial"/>
              </a:rPr>
              <a:t>z = 0.50h₆ + 0.30h₁₀ + 0.20h₁₆</a:t>
            </a:r>
          </a:p>
        </p:txBody>
      </p:sp>
      <p:sp>
        <p:nvSpPr>
          <p:cNvPr id="124" name="disclosure">
            <a:extLst xmlns:a="http://schemas.openxmlformats.org/drawingml/2006/main">
              <a:ext uri="{FF2B5EF4-FFF2-40B4-BE49-F238E27FC236}">
                <a16:creationId xmlns:a16="http://schemas.microsoft.com/office/drawing/2014/main" id="{F8994E48-9FA9-45C5-8A41-33DBB36644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404812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9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D6970"/>
                </a:solidFill>
                <a:latin typeface="Arial"/>
                <a:ea typeface="Arial"/>
                <a:cs typeface="Arial"/>
              </a:rPr>
              <a:t>Illustrative scores and embeddings. Photo: NASA / scikit-image.</a:t>
            </a:r>
          </a:p>
        </p:txBody>
      </p:sp>
    </p:spTree>
    <p:extLst>
      <p:ext uri="{BB962C8B-B14F-4D97-AF65-F5344CB8AC3E}">
        <p14:creationId xmlns:p14="http://schemas.microsoft.com/office/powerpoint/2010/main" val="312801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2026-09-30T01:38:08.6660000Z</dcterms:created>
  <dcterms:modified xsi:type="dcterms:W3CDTF">2026-09-30T01:38:08.6660000Z</dcterms:modified>
</coreProperties>
</file>