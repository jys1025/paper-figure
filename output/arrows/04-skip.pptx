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d6f11dcbd04189" /><Relationship Type="http://schemas.openxmlformats.org/officeDocument/2006/relationships/extended-properties" Target="/docProps/app.xml" Id="R4b34567d0d824421" /><Relationship Type="http://schemas.openxmlformats.org/officeDocument/2006/relationships/officeDocument" Target="/ppt/presentation.xml" Id="R23befa59bfbb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9e6375c804f03"/>
  </p:sldMasterIdLst>
  <p:notesMasterIdLst>
    <p:notesMasterId xmlns:r="http://schemas.openxmlformats.org/officeDocument/2006/relationships" r:id="Ra6272770d4514d42"/>
  </p:notesMasterIdLst>
  <p:sldIdLst>
    <p:sldId xmlns:r="http://schemas.openxmlformats.org/officeDocument/2006/relationships" id="256" r:id="R29977fc0912f48d1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534197ed94642" /><Relationship Type="http://schemas.openxmlformats.org/officeDocument/2006/relationships/slideMaster" Target="/ppt/slideMasters/slideMaster1.xml" Id="Rcda9e6375c804f03" /><Relationship Type="http://schemas.openxmlformats.org/officeDocument/2006/relationships/notesMaster" Target="/ppt/notesMasters/notesMaster1.xml" Id="Ra6272770d4514d42" /><Relationship Type="http://schemas.openxmlformats.org/officeDocument/2006/relationships/presProps" Target="/ppt/presProps.xml" Id="R76b834df232c423a" /><Relationship Type="http://schemas.openxmlformats.org/officeDocument/2006/relationships/tableStyles" Target="/ppt/tableStyles.xml" Id="R9a6a4255bd184c0a" /><Relationship Type="http://schemas.openxmlformats.org/officeDocument/2006/relationships/slide" Target="/ppt/slides/slide1.xml" Id="R29977fc0912f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b1d17e59f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943d635c44185" /><Relationship Type="http://schemas.openxmlformats.org/officeDocument/2006/relationships/notesMaster" Target="/ppt/notesMasters/notesMaster1.xml" Id="Ra5a83ca2276f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Multi-scale restoration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1f03821ca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05055cf2ff4ac6" /><Relationship Type="http://schemas.openxmlformats.org/officeDocument/2006/relationships/slideLayout" Target="/ppt/slideLayouts/slideLayout1.xml" Id="R927f5207b4b0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f5207b4b0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f81eedd54362" /><Relationship Type="http://schemas.openxmlformats.org/officeDocument/2006/relationships/notesSlide" Target="/ppt/notesSlides/notesSlide1.xml" Id="R6375945cfc5c47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eading">
            <a:extLst xmlns:a="http://schemas.openxmlformats.org/drawingml/2006/main">
              <a:ext uri="{FF2B5EF4-FFF2-40B4-BE49-F238E27FC236}">
                <a16:creationId xmlns:a16="http://schemas.microsoft.com/office/drawing/2014/main" id="{72EBBB9D-21C4-4DB2-99AF-12E8FEA06B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Multi-scale restoration</a:t>
            </a:r>
          </a:p>
        </p:txBody>
      </p:sp>
      <p:sp>
        <p:nvSpPr>
          <p:cNvPr id="2" name="e1">
            <a:extLst xmlns:a="http://schemas.openxmlformats.org/drawingml/2006/main">
              <a:ext uri="{FF2B5EF4-FFF2-40B4-BE49-F238E27FC236}">
                <a16:creationId xmlns:a16="http://schemas.microsoft.com/office/drawing/2014/main" id="{6E1CA06D-0054-4104-85E0-5CCAF84F11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" y="542925"/>
            <a:ext cx="1009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1</a:t>
            </a:r>
          </a:p>
        </p:txBody>
      </p:sp>
      <p:grpSp>
        <p:nvGrpSpPr>
          <p:cNvPr id="104" name="e1-features"/>
          <p:cNvGrpSpPr/>
          <p:nvPr/>
        </p:nvGrpSpPr>
        <p:grpSpPr>
          <ns1:xfrm xmlns:ns1="http://schemas.openxmlformats.org/drawingml/2006/main">
            <ns1:off x="371475" y="609600"/>
            <ns1:ext cx="857250" cy="1028700"/>
            <ns1:chOff x="371475" y="609600"/>
            <ns1:chExt cx="857250" cy="1028700"/>
          </ns1:xfrm>
        </p:grpSpPr>
        <p:sp>
          <p:nvSpPr>
            <p:cNvPr id="3" name="e1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D36999F5-0B2C-4E35-84E7-49DE8FD669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6096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4" name="e1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2AA84E94-F06A-40B7-9F70-5A847B41EC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6477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5" name="e1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64AD7663-9A62-4C05-85E6-0E0BFBECA4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6858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6" name="e1-features.v1">
              <a:extLst xmlns:a="http://schemas.openxmlformats.org/drawingml/2006/main">
                <a:ext uri="{FF2B5EF4-FFF2-40B4-BE49-F238E27FC236}">
                  <a16:creationId xmlns:a16="http://schemas.microsoft.com/office/drawing/2014/main" id="{8B78564B-DFA8-455F-A326-B68A99D8B3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7" name="e1-features.h1">
              <a:extLst xmlns:a="http://schemas.openxmlformats.org/drawingml/2006/main">
                <a:ext uri="{FF2B5EF4-FFF2-40B4-BE49-F238E27FC236}">
                  <a16:creationId xmlns:a16="http://schemas.microsoft.com/office/drawing/2014/main" id="{48896438-B474-47C4-94F3-DD1E6DE64A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92392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8" name="e1-features.v2">
              <a:extLst xmlns:a="http://schemas.openxmlformats.org/drawingml/2006/main">
                <a:ext uri="{FF2B5EF4-FFF2-40B4-BE49-F238E27FC236}">
                  <a16:creationId xmlns:a16="http://schemas.microsoft.com/office/drawing/2014/main" id="{947BDB7D-75F9-4396-9EA9-31B11E4880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9" name="e1-features.h2">
              <a:extLst xmlns:a="http://schemas.openxmlformats.org/drawingml/2006/main">
                <a:ext uri="{FF2B5EF4-FFF2-40B4-BE49-F238E27FC236}">
                  <a16:creationId xmlns:a16="http://schemas.microsoft.com/office/drawing/2014/main" id="{935A749B-FAD7-4BF5-91F6-C547C54959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162050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0" name="e1-features.v3">
              <a:extLst xmlns:a="http://schemas.openxmlformats.org/drawingml/2006/main">
                <a:ext uri="{FF2B5EF4-FFF2-40B4-BE49-F238E27FC236}">
                  <a16:creationId xmlns:a16="http://schemas.microsoft.com/office/drawing/2014/main" id="{E1CDDE53-E615-420A-9B2C-31225404B0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9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1" name="e1-features.h3">
              <a:extLst xmlns:a="http://schemas.openxmlformats.org/drawingml/2006/main">
                <a:ext uri="{FF2B5EF4-FFF2-40B4-BE49-F238E27FC236}">
                  <a16:creationId xmlns:a16="http://schemas.microsoft.com/office/drawing/2014/main" id="{77D48C7E-B66D-4F60-AE80-162BBBEAA8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4001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sp>
        <p:nvSpPr>
          <p:cNvPr id="12" name="e2">
            <a:extLst xmlns:a="http://schemas.openxmlformats.org/drawingml/2006/main">
              <a:ext uri="{FF2B5EF4-FFF2-40B4-BE49-F238E27FC236}">
                <a16:creationId xmlns:a16="http://schemas.microsoft.com/office/drawing/2014/main" id="{A6E9E126-7263-466F-96E4-EF8FE25B28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875" y="1943100"/>
            <a:ext cx="819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2</a:t>
            </a:r>
          </a:p>
        </p:txBody>
      </p:sp>
      <p:grpSp>
        <p:nvGrpSpPr>
          <p:cNvPr id="105" name="e2-features"/>
          <p:cNvGrpSpPr/>
          <p:nvPr/>
        </p:nvGrpSpPr>
        <p:grpSpPr>
          <ns1:xfrm xmlns:ns1="http://schemas.openxmlformats.org/drawingml/2006/main">
            <ns1:off x="1847850" y="1971675"/>
            <ns1:ext cx="476250" cy="552450"/>
            <ns1:chOff x="1847850" y="1971675"/>
            <ns1:chExt cx="476250" cy="552450"/>
          </ns1:xfrm>
        </p:grpSpPr>
        <p:sp>
          <p:nvSpPr>
            <p:cNvPr id="13" name="e2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39271716-36CA-48B9-9BDF-6C776C0E1C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3100" y="19716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4" name="e2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85714123-6CB4-475E-9BB0-2AB2D35AD1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95475" y="20097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5" name="e2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9C40F4E5-327E-4B76-B7F7-7721253E4A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0478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6" name="e2-features.v1">
              <a:extLst xmlns:a="http://schemas.openxmlformats.org/drawingml/2006/main">
                <a:ext uri="{FF2B5EF4-FFF2-40B4-BE49-F238E27FC236}">
                  <a16:creationId xmlns:a16="http://schemas.microsoft.com/office/drawing/2014/main" id="{356CC743-A144-4C2C-92CF-C9D6AAAAC1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74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7" name="e2-features.h1">
              <a:extLst xmlns:a="http://schemas.openxmlformats.org/drawingml/2006/main">
                <a:ext uri="{FF2B5EF4-FFF2-40B4-BE49-F238E27FC236}">
                  <a16:creationId xmlns:a16="http://schemas.microsoft.com/office/drawing/2014/main" id="{6FD26F9E-24FB-4CC6-967A-47B14235EF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20662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8" name="e2-features.v2">
              <a:extLst xmlns:a="http://schemas.openxmlformats.org/drawingml/2006/main">
                <a:ext uri="{FF2B5EF4-FFF2-40B4-BE49-F238E27FC236}">
                  <a16:creationId xmlns:a16="http://schemas.microsoft.com/office/drawing/2014/main" id="{B9FF38B5-E114-4027-9F6E-FE60A470D1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1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9" name="e2-features.h2">
              <a:extLst xmlns:a="http://schemas.openxmlformats.org/drawingml/2006/main">
                <a:ext uri="{FF2B5EF4-FFF2-40B4-BE49-F238E27FC236}">
                  <a16:creationId xmlns:a16="http://schemas.microsoft.com/office/drawing/2014/main" id="{5F83E976-81DD-4595-8AAB-58CE2B5DAA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36537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sp>
        <p:nvSpPr>
          <p:cNvPr id="20" name="core">
            <a:extLst xmlns:a="http://schemas.openxmlformats.org/drawingml/2006/main">
              <a:ext uri="{FF2B5EF4-FFF2-40B4-BE49-F238E27FC236}">
                <a16:creationId xmlns:a16="http://schemas.microsoft.com/office/drawing/2014/main" id="{7974A5A9-8C90-4404-A53C-5DFCA9B513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743200"/>
            <a:ext cx="1028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grpSp>
        <p:nvGrpSpPr>
          <p:cNvPr id="106" name="core-features"/>
          <p:cNvGrpSpPr/>
          <p:nvPr/>
        </p:nvGrpSpPr>
        <p:grpSpPr>
          <ns1:xfrm xmlns:ns1="http://schemas.openxmlformats.org/drawingml/2006/main">
            <ns1:off x="3095625" y="2714625"/>
            <ns1:ext cx="333375" cy="352425"/>
            <ns1:chOff x="3095625" y="2714625"/>
            <ns1:chExt cx="333375" cy="352425"/>
          </ns1:xfrm>
        </p:grpSpPr>
        <p:sp>
          <p:nvSpPr>
            <p:cNvPr id="21" name="core-features.plane3">
              <a:extLst xmlns:a="http://schemas.openxmlformats.org/drawingml/2006/main">
                <a:ext uri="{FF2B5EF4-FFF2-40B4-BE49-F238E27FC236}">
                  <a16:creationId xmlns:a16="http://schemas.microsoft.com/office/drawing/2014/main" id="{4616DF76-C743-4F69-BFA7-C5BF4718CC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0" y="27146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2" name="core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2109EE31-EE75-4556-9669-B5C38853A4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7527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3" name="core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9B2E5DF0-5891-4DEA-81BB-091EF4AD5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27908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4" name="core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4AA702C8-E4D5-4F98-A8B3-88F3BD5394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95625" y="28289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</p:grpSp>
      <p:sp>
        <p:nvSpPr>
          <p:cNvPr id="25" name="d2">
            <a:extLst xmlns:a="http://schemas.openxmlformats.org/drawingml/2006/main">
              <a:ext uri="{FF2B5EF4-FFF2-40B4-BE49-F238E27FC236}">
                <a16:creationId xmlns:a16="http://schemas.microsoft.com/office/drawing/2014/main" id="{E8DD7F1E-6448-4615-9B1D-A6CB8BBFC8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62400" y="1943100"/>
            <a:ext cx="819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2</a:t>
            </a:r>
          </a:p>
        </p:txBody>
      </p:sp>
      <p:grpSp>
        <p:nvGrpSpPr>
          <p:cNvPr id="107" name="d2-features"/>
          <p:cNvGrpSpPr/>
          <p:nvPr/>
        </p:nvGrpSpPr>
        <p:grpSpPr>
          <ns1:xfrm xmlns:ns1="http://schemas.openxmlformats.org/drawingml/2006/main">
            <ns1:off x="4133850" y="1971675"/>
            <ns1:ext cx="476250" cy="552450"/>
            <ns1:chOff x="4133850" y="1971675"/>
            <ns1:chExt cx="476250" cy="552450"/>
          </ns1:xfrm>
        </p:grpSpPr>
        <p:sp>
          <p:nvSpPr>
            <p:cNvPr id="26" name="d2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210A90F7-7501-4CCC-BBC7-C14900AAA0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19716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7" name="d2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CDD62C74-9957-48A4-8360-B4043D7D80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1475" y="20097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8" name="d2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8435A1F8-4138-4CF9-BFC4-591674EE75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0478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9" name="d2-features.v1">
              <a:extLst xmlns:a="http://schemas.openxmlformats.org/drawingml/2006/main">
                <a:ext uri="{FF2B5EF4-FFF2-40B4-BE49-F238E27FC236}">
                  <a16:creationId xmlns:a16="http://schemas.microsoft.com/office/drawing/2014/main" id="{F586818C-AA32-42AF-A7F1-537F7F21EB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0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0" name="d2-features.h1">
              <a:extLst xmlns:a="http://schemas.openxmlformats.org/drawingml/2006/main">
                <a:ext uri="{FF2B5EF4-FFF2-40B4-BE49-F238E27FC236}">
                  <a16:creationId xmlns:a16="http://schemas.microsoft.com/office/drawing/2014/main" id="{4E6E3BA0-D68B-4B0E-91F5-2CB58B8DEB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20662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1" name="d2-features.v2">
              <a:extLst xmlns:a="http://schemas.openxmlformats.org/drawingml/2006/main">
                <a:ext uri="{FF2B5EF4-FFF2-40B4-BE49-F238E27FC236}">
                  <a16:creationId xmlns:a16="http://schemas.microsoft.com/office/drawing/2014/main" id="{7D3D4163-BABC-4682-B1C1-F0D8DF1B0F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87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2" name="d2-features.h2">
              <a:extLst xmlns:a="http://schemas.openxmlformats.org/drawingml/2006/main">
                <a:ext uri="{FF2B5EF4-FFF2-40B4-BE49-F238E27FC236}">
                  <a16:creationId xmlns:a16="http://schemas.microsoft.com/office/drawing/2014/main" id="{3DDA4413-876E-4DF5-9CAC-4A5E692E0D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36537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sp>
        <p:nvSpPr>
          <p:cNvPr id="33" name="d1">
            <a:extLst xmlns:a="http://schemas.openxmlformats.org/drawingml/2006/main">
              <a:ext uri="{FF2B5EF4-FFF2-40B4-BE49-F238E27FC236}">
                <a16:creationId xmlns:a16="http://schemas.microsoft.com/office/drawing/2014/main" id="{9062D8BE-49C8-4B6F-9E8B-42E0420A86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19700" y="542925"/>
            <a:ext cx="1009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1</a:t>
            </a:r>
          </a:p>
        </p:txBody>
      </p:sp>
      <p:grpSp>
        <p:nvGrpSpPr>
          <p:cNvPr id="108" name="d1-features"/>
          <p:cNvGrpSpPr/>
          <p:nvPr/>
        </p:nvGrpSpPr>
        <p:grpSpPr>
          <ns1:xfrm xmlns:ns1="http://schemas.openxmlformats.org/drawingml/2006/main">
            <ns1:off x="5257800" y="609600"/>
            <ns1:ext cx="857250" cy="1028700"/>
            <ns1:chOff x="5257800" y="609600"/>
            <ns1:chExt cx="857250" cy="1028700"/>
          </ns1:xfrm>
        </p:grpSpPr>
        <p:sp>
          <p:nvSpPr>
            <p:cNvPr id="34" name="d1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78AFBC9B-57B0-4505-9C17-72F3FE46E9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53050" y="6096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5" name="d1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4D4CA518-9C57-4A43-8336-D25107BCB1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05425" y="6477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6" name="d1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3F060D70-CF78-4AEC-BE48-E3DFCEB3DD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6858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7" name="d1-features.v1">
              <a:extLst xmlns:a="http://schemas.openxmlformats.org/drawingml/2006/main">
                <a:ext uri="{FF2B5EF4-FFF2-40B4-BE49-F238E27FC236}">
                  <a16:creationId xmlns:a16="http://schemas.microsoft.com/office/drawing/2014/main" id="{80214C20-4EFD-40BA-BC19-888E447769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8" name="d1-features.h1">
              <a:extLst xmlns:a="http://schemas.openxmlformats.org/drawingml/2006/main">
                <a:ext uri="{FF2B5EF4-FFF2-40B4-BE49-F238E27FC236}">
                  <a16:creationId xmlns:a16="http://schemas.microsoft.com/office/drawing/2014/main" id="{F7E800F9-7F8B-4BA3-93B8-FF1A2A49F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92392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9" name="d1-features.v2">
              <a:extLst xmlns:a="http://schemas.openxmlformats.org/drawingml/2006/main">
                <a:ext uri="{FF2B5EF4-FFF2-40B4-BE49-F238E27FC236}">
                  <a16:creationId xmlns:a16="http://schemas.microsoft.com/office/drawing/2014/main" id="{0E65F896-2346-4E0B-AB85-FC2003D7FF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388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0" name="d1-features.h2">
              <a:extLst xmlns:a="http://schemas.openxmlformats.org/drawingml/2006/main">
                <a:ext uri="{FF2B5EF4-FFF2-40B4-BE49-F238E27FC236}">
                  <a16:creationId xmlns:a16="http://schemas.microsoft.com/office/drawing/2014/main" id="{3E2F9D9D-CC54-4D09-8F08-36F1D2CFE1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162050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1" name="d1-features.v3">
              <a:extLst xmlns:a="http://schemas.openxmlformats.org/drawingml/2006/main">
                <a:ext uri="{FF2B5EF4-FFF2-40B4-BE49-F238E27FC236}">
                  <a16:creationId xmlns:a16="http://schemas.microsoft.com/office/drawing/2014/main" id="{94B5032F-ED4A-4620-86D8-B2DDD760A8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2" name="d1-features.h3">
              <a:extLst xmlns:a="http://schemas.openxmlformats.org/drawingml/2006/main">
                <a:ext uri="{FF2B5EF4-FFF2-40B4-BE49-F238E27FC236}">
                  <a16:creationId xmlns:a16="http://schemas.microsoft.com/office/drawing/2014/main" id="{AFAAC888-6954-4C07-AD42-96193B017E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4001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cxnSp>
        <p:nvCxnSpPr>
          <p:cNvPr id="98" name="down1"/>
          <p:cNvCxnSpPr>
            <a:stCxn xmlns:a="http://schemas.openxmlformats.org/drawingml/2006/main" id="2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38200" y="1847850"/>
            <a:ext cx="828675" cy="514350"/>
          </a:xfrm>
          <a:prstGeom xmlns:a="http://schemas.openxmlformats.org/drawingml/2006/main" prst="bentConnector5">
            <a:avLst>
              <a:gd name="adj1" fmla="val 0"/>
              <a:gd name="adj2" fmla="val 44444"/>
              <a:gd name="adj3" fmla="val 72414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99" name="down2"/>
          <p:cNvCxnSpPr>
            <a:stCxn xmlns:a="http://schemas.openxmlformats.org/drawingml/2006/main" id="12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076450" y="2781300"/>
            <a:ext cx="666750" cy="271463"/>
          </a:xfrm>
          <a:prstGeom xmlns:a="http://schemas.openxmlformats.org/drawingml/2006/main" prst="bentConnector5">
            <a:avLst>
              <a:gd name="adj1" fmla="val 0"/>
              <a:gd name="adj2" fmla="val 84211"/>
              <a:gd name="adj3" fmla="val 65714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100" name="up2"/>
          <p:cNvCxnSpPr>
            <a:stCxn xmlns:a="http://schemas.openxmlformats.org/drawingml/2006/main" id="20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3771900" y="2781300"/>
            <a:ext cx="600075" cy="271463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497665"/>
            </a:solidFill>
            <a:prstDash val="solid"/>
            <a:round/>
            <a:tailEnd type="triangle" w="med" len="med"/>
          </a:ln>
        </p:spPr>
      </p:cxnSp>
      <p:cxnSp>
        <p:nvCxnSpPr>
          <p:cNvPr id="101" name="up1"/>
          <p:cNvCxnSpPr>
            <a:stCxn xmlns:a="http://schemas.openxmlformats.org/drawingml/2006/main" id="25" idx="3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4781550" y="1847850"/>
            <a:ext cx="942975" cy="514350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497665"/>
            </a:solidFill>
            <a:prstDash val="solid"/>
            <a:round/>
            <a:tailEnd type="triangle" w="med" len="med"/>
          </a:ln>
        </p:spPr>
      </p:cxnSp>
      <p:cxnSp>
        <p:nvCxnSpPr>
          <p:cNvPr id="102" name="skip1"/>
          <p:cNvCxnSpPr>
            <a:stCxn xmlns:a="http://schemas.openxmlformats.org/drawingml/2006/main" id="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343025" y="1195388"/>
            <a:ext cx="3876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2" cap="rnd">
            <a:solidFill>
              <a:srgbClr val="BD7854"/>
            </a:solidFill>
            <a:prstDash val="dash"/>
            <a:round/>
            <a:tailEnd type="triangle" w="med" len="med"/>
          </a:ln>
        </p:spPr>
      </p:cxnSp>
      <p:cxnSp>
        <p:nvCxnSpPr>
          <p:cNvPr id="103" name="skip2"/>
          <p:cNvCxnSpPr>
            <a:stCxn xmlns:a="http://schemas.openxmlformats.org/drawingml/2006/main" id="1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486025" y="23622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2" cap="rnd">
            <a:solidFill>
              <a:srgbClr val="BD7854"/>
            </a:solidFill>
            <a:prstDash val="dash"/>
            <a:round/>
            <a:tailEnd type="triangle" w="med" len="med"/>
          </a:ln>
        </p:spPr>
      </p:cxnSp>
      <p:sp>
        <p:nvSpPr>
          <p:cNvPr id="49" name="scale1">
            <a:extLst xmlns:a="http://schemas.openxmlformats.org/drawingml/2006/main">
              <a:ext uri="{FF2B5EF4-FFF2-40B4-BE49-F238E27FC236}">
                <a16:creationId xmlns:a16="http://schemas.microsoft.com/office/drawing/2014/main" id="{FBB403B1-7899-4476-9D05-E7B089EA15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3619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 × W</a:t>
            </a:r>
          </a:p>
        </p:txBody>
      </p:sp>
      <p:sp>
        <p:nvSpPr>
          <p:cNvPr id="50" name="scale2">
            <a:extLst xmlns:a="http://schemas.openxmlformats.org/drawingml/2006/main">
              <a:ext uri="{FF2B5EF4-FFF2-40B4-BE49-F238E27FC236}">
                <a16:creationId xmlns:a16="http://schemas.microsoft.com/office/drawing/2014/main" id="{2B70774C-DC0C-46C7-840C-3B5A51BC4D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1704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H/2 × W/2</a:t>
            </a:r>
          </a:p>
        </p:txBody>
      </p:sp>
      <p:sp>
        <p:nvSpPr>
          <p:cNvPr id="51" name="scale3">
            <a:extLst xmlns:a="http://schemas.openxmlformats.org/drawingml/2006/main">
              <a:ext uri="{FF2B5EF4-FFF2-40B4-BE49-F238E27FC236}">
                <a16:creationId xmlns:a16="http://schemas.microsoft.com/office/drawing/2014/main" id="{C22612D0-E807-43FF-9B8B-7FCA06205E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14625" y="3343275"/>
            <a:ext cx="1076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H/4 × W/4</a:t>
            </a:r>
          </a:p>
        </p:txBody>
      </p:sp>
      <p:sp>
        <p:nvSpPr>
          <p:cNvPr id="52" name="skip1-label">
            <a:extLst xmlns:a="http://schemas.openxmlformats.org/drawingml/2006/main">
              <a:ext uri="{FF2B5EF4-FFF2-40B4-BE49-F238E27FC236}">
                <a16:creationId xmlns:a16="http://schemas.microsoft.com/office/drawing/2014/main" id="{95932FC8-779C-49E4-80B4-C85A64959F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95525" y="962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high-resolution skip</a:t>
            </a:r>
          </a:p>
        </p:txBody>
      </p:sp>
      <p:sp>
        <p:nvSpPr>
          <p:cNvPr id="53" name="skip2-label">
            <a:extLst xmlns:a="http://schemas.openxmlformats.org/drawingml/2006/main">
              <a:ext uri="{FF2B5EF4-FFF2-40B4-BE49-F238E27FC236}">
                <a16:creationId xmlns:a16="http://schemas.microsoft.com/office/drawing/2014/main" id="{6058E39D-34E8-41F3-ABAF-FAD6AA5A0D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133600"/>
            <a:ext cx="118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coarse skip</a:t>
            </a:r>
          </a:p>
        </p:txBody>
      </p:sp>
      <p:sp>
        <p:nvSpPr>
          <p:cNvPr id="54" name="stack-key">
            <a:extLst xmlns:a="http://schemas.openxmlformats.org/drawingml/2006/main">
              <a:ext uri="{FF2B5EF4-FFF2-40B4-BE49-F238E27FC236}">
                <a16:creationId xmlns:a16="http://schemas.microsoft.com/office/drawing/2014/main" id="{27114A39-9320-46C7-84C9-8DF3A6D284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05075" y="485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Stacked planes: feature channels</a:t>
            </a:r>
          </a:p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Plane size: spatial resolution</a:t>
            </a:r>
          </a:p>
        </p:txBody>
      </p:sp>
      <p:sp>
        <p:nvSpPr>
          <p:cNvPr id="55" name="disclosure">
            <a:extLst xmlns:a="http://schemas.openxmlformats.org/drawingml/2006/main">
              <a:ext uri="{FF2B5EF4-FFF2-40B4-BE49-F238E27FC236}">
                <a16:creationId xmlns:a16="http://schemas.microsoft.com/office/drawing/2014/main" id="{03A6ABB3-BD29-4CC8-8F62-26CB08F1C5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Channel counts are unspecified; repeated planes indicate a feature stack, not a count.</a:t>
            </a:r>
          </a:p>
        </p:txBody>
      </p:sp>
    </p:spTree>
    <p:extLst>
      <p:ext uri="{BB962C8B-B14F-4D97-AF65-F5344CB8AC3E}">
        <p14:creationId xmlns:p14="http://schemas.microsoft.com/office/powerpoint/2010/main" val="237189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2026-09-29T11:05:19.9050000Z</dcterms:created>
  <dcterms:modified xsi:type="dcterms:W3CDTF">2026-09-29T11:05:19.9050000Z</dcterms:modified>
</coreProperties>
</file>