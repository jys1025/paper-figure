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662a7460f4a68" /><Relationship Type="http://schemas.openxmlformats.org/officeDocument/2006/relationships/extended-properties" Target="/docProps/app.xml" Id="R96665ddec0cf4d35" /><Relationship Type="http://schemas.openxmlformats.org/officeDocument/2006/relationships/officeDocument" Target="/ppt/presentation.xml" Id="Rc3332ffef6664c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7eff9726be4487"/>
  </p:sldMasterIdLst>
  <p:notesMasterIdLst>
    <p:notesMasterId xmlns:r="http://schemas.openxmlformats.org/officeDocument/2006/relationships" r:id="R862f66063d8a40d4"/>
  </p:notesMasterIdLst>
  <p:sldIdLst>
    <p:sldId xmlns:r="http://schemas.openxmlformats.org/officeDocument/2006/relationships" id="256" r:id="R7604fd597a2d4dd9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1a8c4aeef94fea" /><Relationship Type="http://schemas.openxmlformats.org/officeDocument/2006/relationships/slideMaster" Target="/ppt/slideMasters/slideMaster1.xml" Id="R077eff9726be4487" /><Relationship Type="http://schemas.openxmlformats.org/officeDocument/2006/relationships/notesMaster" Target="/ppt/notesMasters/notesMaster1.xml" Id="R862f66063d8a40d4" /><Relationship Type="http://schemas.openxmlformats.org/officeDocument/2006/relationships/presProps" Target="/ppt/presProps.xml" Id="Rd1677d6e48044c00" /><Relationship Type="http://schemas.openxmlformats.org/officeDocument/2006/relationships/tableStyles" Target="/ppt/tableStyles.xml" Id="R7a8da71d2f7c4376" /><Relationship Type="http://schemas.openxmlformats.org/officeDocument/2006/relationships/slide" Target="/ppt/slides/slide1.xml" Id="R7604fd597a2d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c2f4eb8d18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9c83d64810437a" /><Relationship Type="http://schemas.openxmlformats.org/officeDocument/2006/relationships/notesMaster" Target="/ppt/notesMasters/notesMaster1.xml" Id="R9c74f198da63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Cross-modal correspondence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54bb031e643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7547ffc4a44b3" /><Relationship Type="http://schemas.openxmlformats.org/officeDocument/2006/relationships/slideLayout" Target="/ppt/slideLayouts/slideLayout1.xml" Id="R13a2939c2c3042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a2939c2c3042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8e3f259fb46b6" /><Relationship Type="http://schemas.openxmlformats.org/officeDocument/2006/relationships/notesSlide" Target="/ppt/notesSlides/notesSlide1.xml" Id="Rd14f857019c14d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a-title">
            <a:extLst xmlns:a="http://schemas.openxmlformats.org/drawingml/2006/main">
              <a:ext uri="{FF2B5EF4-FFF2-40B4-BE49-F238E27FC236}">
                <a16:creationId xmlns:a16="http://schemas.microsoft.com/office/drawing/2014/main" id="{441A1455-7C40-4E10-B77F-3B57046DDB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95250"/>
            <a:ext cx="328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(a) Paired visual and text representations</a:t>
            </a:r>
          </a:p>
        </p:txBody>
      </p:sp>
      <p:sp>
        <p:nvSpPr>
          <p:cNvPr id="2" name="b-title">
            <a:extLst xmlns:a="http://schemas.openxmlformats.org/drawingml/2006/main">
              <a:ext uri="{FF2B5EF4-FFF2-40B4-BE49-F238E27FC236}">
                <a16:creationId xmlns:a16="http://schemas.microsoft.com/office/drawing/2014/main" id="{04367FEB-6864-4656-91B4-FB15C7A040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76650" y="95250"/>
            <a:ext cx="2562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(b) Pairwise correspondence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AC2FF2E2-01DC-41E3-B35E-B9F8273F32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14725" y="428625"/>
            <a:ext cx="95" cy="2886075"/>
          </a:xfrm>
          <a:custGeom xmlns:a="http://schemas.openxmlformats.org/drawingml/2006/main">
            <a:pathLst>
              <a:path w="95" h="2886075">
                <a:moveTo>
                  <a:pt x="0" y="0"/>
                </a:moveTo>
                <a:lnTo>
                  <a:pt x="0" y="28860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4" name="image">
            <a:extLst xmlns:a="http://schemas.openxmlformats.org/drawingml/2006/main">
              <a:ext uri="{FF2B5EF4-FFF2-40B4-BE49-F238E27FC236}">
                <a16:creationId xmlns:a16="http://schemas.microsoft.com/office/drawing/2014/main" id="{3610EBD1-26F4-48BD-9099-8EDB941937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542925"/>
            <a:ext cx="11049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grpSp>
        <p:nvGrpSpPr>
          <p:cNvPr id="273" name="sample0"/>
          <p:cNvGrpSpPr/>
          <p:nvPr/>
        </p:nvGrpSpPr>
        <p:grpSpPr>
          <ns1:xfrm xmlns:ns1="http://schemas.openxmlformats.org/drawingml/2006/main">
            <ns1:off x="219075" y="571500"/>
            <ns1:ext cx="328613" cy="328613"/>
            <ns1:chOff x="219075" y="571500"/>
            <ns1:chExt cx="328613" cy="328613"/>
          </ns1:xfrm>
        </p:grpSpPr>
        <p:sp>
          <p:nvSpPr>
            <p:cNvPr id="5" name="sample0.0.0">
              <a:extLst xmlns:a="http://schemas.openxmlformats.org/drawingml/2006/main">
                <a:ext uri="{FF2B5EF4-FFF2-40B4-BE49-F238E27FC236}">
                  <a16:creationId xmlns:a16="http://schemas.microsoft.com/office/drawing/2014/main" id="{219D577C-526B-44DE-88BF-F0ACDF057E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" name="sample0.0.1">
              <a:extLst xmlns:a="http://schemas.openxmlformats.org/drawingml/2006/main">
                <a:ext uri="{FF2B5EF4-FFF2-40B4-BE49-F238E27FC236}">
                  <a16:creationId xmlns:a16="http://schemas.microsoft.com/office/drawing/2014/main" id="{FFCFB927-35B7-4F33-B2E6-C2B0888022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" name="sample0.0.2">
              <a:extLst xmlns:a="http://schemas.openxmlformats.org/drawingml/2006/main">
                <a:ext uri="{FF2B5EF4-FFF2-40B4-BE49-F238E27FC236}">
                  <a16:creationId xmlns:a16="http://schemas.microsoft.com/office/drawing/2014/main" id="{14DCE0FA-DA0E-4895-B63C-280F1DCB0B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" name="sample0.0.3">
              <a:extLst xmlns:a="http://schemas.openxmlformats.org/drawingml/2006/main">
                <a:ext uri="{FF2B5EF4-FFF2-40B4-BE49-F238E27FC236}">
                  <a16:creationId xmlns:a16="http://schemas.microsoft.com/office/drawing/2014/main" id="{4E147024-EFEB-42BF-8E1E-F7E92F9979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" name="sample0.0.4">
              <a:extLst xmlns:a="http://schemas.openxmlformats.org/drawingml/2006/main">
                <a:ext uri="{FF2B5EF4-FFF2-40B4-BE49-F238E27FC236}">
                  <a16:creationId xmlns:a16="http://schemas.microsoft.com/office/drawing/2014/main" id="{0F2B6271-D842-480C-BF0B-53276D2525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" name="sample0.1.0">
              <a:extLst xmlns:a="http://schemas.openxmlformats.org/drawingml/2006/main">
                <a:ext uri="{FF2B5EF4-FFF2-40B4-BE49-F238E27FC236}">
                  <a16:creationId xmlns:a16="http://schemas.microsoft.com/office/drawing/2014/main" id="{E364D722-BA73-46CE-9B88-97374D8482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" name="sample0.1.1">
              <a:extLst xmlns:a="http://schemas.openxmlformats.org/drawingml/2006/main">
                <a:ext uri="{FF2B5EF4-FFF2-40B4-BE49-F238E27FC236}">
                  <a16:creationId xmlns:a16="http://schemas.microsoft.com/office/drawing/2014/main" id="{9CD8B6FB-FB71-4633-8A3E-DBFA9DA63C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" name="sample0.1.2">
              <a:extLst xmlns:a="http://schemas.openxmlformats.org/drawingml/2006/main">
                <a:ext uri="{FF2B5EF4-FFF2-40B4-BE49-F238E27FC236}">
                  <a16:creationId xmlns:a16="http://schemas.microsoft.com/office/drawing/2014/main" id="{7C039460-218B-446E-9492-D92ABB95AC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" name="sample0.1.3">
              <a:extLst xmlns:a="http://schemas.openxmlformats.org/drawingml/2006/main">
                <a:ext uri="{FF2B5EF4-FFF2-40B4-BE49-F238E27FC236}">
                  <a16:creationId xmlns:a16="http://schemas.microsoft.com/office/drawing/2014/main" id="{2823B0AE-7539-4285-90E0-816DE0A17A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" name="sample0.1.4">
              <a:extLst xmlns:a="http://schemas.openxmlformats.org/drawingml/2006/main">
                <a:ext uri="{FF2B5EF4-FFF2-40B4-BE49-F238E27FC236}">
                  <a16:creationId xmlns:a16="http://schemas.microsoft.com/office/drawing/2014/main" id="{83C92EC9-A285-4736-AA60-B51D492C12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" name="sample0.2.0">
              <a:extLst xmlns:a="http://schemas.openxmlformats.org/drawingml/2006/main">
                <a:ext uri="{FF2B5EF4-FFF2-40B4-BE49-F238E27FC236}">
                  <a16:creationId xmlns:a16="http://schemas.microsoft.com/office/drawing/2014/main" id="{53F9D477-569B-42B8-8640-BAE6580956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sample0.2.1">
              <a:extLst xmlns:a="http://schemas.openxmlformats.org/drawingml/2006/main">
                <a:ext uri="{FF2B5EF4-FFF2-40B4-BE49-F238E27FC236}">
                  <a16:creationId xmlns:a16="http://schemas.microsoft.com/office/drawing/2014/main" id="{7348C34B-464A-4231-B65A-8259111223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sample0.2.2">
              <a:extLst xmlns:a="http://schemas.openxmlformats.org/drawingml/2006/main">
                <a:ext uri="{FF2B5EF4-FFF2-40B4-BE49-F238E27FC236}">
                  <a16:creationId xmlns:a16="http://schemas.microsoft.com/office/drawing/2014/main" id="{B921BD11-CE19-4E73-B18C-7D89B3F509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sample0.2.3">
              <a:extLst xmlns:a="http://schemas.openxmlformats.org/drawingml/2006/main">
                <a:ext uri="{FF2B5EF4-FFF2-40B4-BE49-F238E27FC236}">
                  <a16:creationId xmlns:a16="http://schemas.microsoft.com/office/drawing/2014/main" id="{C8D3F6CD-2183-49ED-83DA-E7EB7800FB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sample0.2.4">
              <a:extLst xmlns:a="http://schemas.openxmlformats.org/drawingml/2006/main">
                <a:ext uri="{FF2B5EF4-FFF2-40B4-BE49-F238E27FC236}">
                  <a16:creationId xmlns:a16="http://schemas.microsoft.com/office/drawing/2014/main" id="{A6A1EC9E-112C-4D54-BEDE-ACFE90BC03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" name="sample0.3.0">
              <a:extLst xmlns:a="http://schemas.openxmlformats.org/drawingml/2006/main">
                <a:ext uri="{FF2B5EF4-FFF2-40B4-BE49-F238E27FC236}">
                  <a16:creationId xmlns:a16="http://schemas.microsoft.com/office/drawing/2014/main" id="{3F9A0C8C-437F-4348-AA7A-62F313E36D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sample0.3.1">
              <a:extLst xmlns:a="http://schemas.openxmlformats.org/drawingml/2006/main">
                <a:ext uri="{FF2B5EF4-FFF2-40B4-BE49-F238E27FC236}">
                  <a16:creationId xmlns:a16="http://schemas.microsoft.com/office/drawing/2014/main" id="{DC446F0B-0DD3-421B-8582-4A82E3C268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sample0.3.2">
              <a:extLst xmlns:a="http://schemas.openxmlformats.org/drawingml/2006/main">
                <a:ext uri="{FF2B5EF4-FFF2-40B4-BE49-F238E27FC236}">
                  <a16:creationId xmlns:a16="http://schemas.microsoft.com/office/drawing/2014/main" id="{129ECCD3-CACF-465D-B1C1-696C307DDB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" name="sample0.3.3">
              <a:extLst xmlns:a="http://schemas.openxmlformats.org/drawingml/2006/main">
                <a:ext uri="{FF2B5EF4-FFF2-40B4-BE49-F238E27FC236}">
                  <a16:creationId xmlns:a16="http://schemas.microsoft.com/office/drawing/2014/main" id="{E2D99B2C-BF65-43E7-A2B5-8AC997EE30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" name="sample0.3.4">
              <a:extLst xmlns:a="http://schemas.openxmlformats.org/drawingml/2006/main">
                <a:ext uri="{FF2B5EF4-FFF2-40B4-BE49-F238E27FC236}">
                  <a16:creationId xmlns:a16="http://schemas.microsoft.com/office/drawing/2014/main" id="{960C2D13-8958-48C5-9528-85F32D7C37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" name="sample0.4.0">
              <a:extLst xmlns:a="http://schemas.openxmlformats.org/drawingml/2006/main">
                <a:ext uri="{FF2B5EF4-FFF2-40B4-BE49-F238E27FC236}">
                  <a16:creationId xmlns:a16="http://schemas.microsoft.com/office/drawing/2014/main" id="{940A8101-CF94-486C-8718-875D3FA82B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" name="sample0.4.1">
              <a:extLst xmlns:a="http://schemas.openxmlformats.org/drawingml/2006/main">
                <a:ext uri="{FF2B5EF4-FFF2-40B4-BE49-F238E27FC236}">
                  <a16:creationId xmlns:a16="http://schemas.microsoft.com/office/drawing/2014/main" id="{5AFAE792-F1C9-43EB-ABD0-F048D34705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" name="sample0.4.2">
              <a:extLst xmlns:a="http://schemas.openxmlformats.org/drawingml/2006/main">
                <a:ext uri="{FF2B5EF4-FFF2-40B4-BE49-F238E27FC236}">
                  <a16:creationId xmlns:a16="http://schemas.microsoft.com/office/drawing/2014/main" id="{3E81998C-3A1B-4DA3-918C-E10CAACA8D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" name="sample0.4.3">
              <a:extLst xmlns:a="http://schemas.openxmlformats.org/drawingml/2006/main">
                <a:ext uri="{FF2B5EF4-FFF2-40B4-BE49-F238E27FC236}">
                  <a16:creationId xmlns:a16="http://schemas.microsoft.com/office/drawing/2014/main" id="{48007B24-6A94-4518-8732-26782F7272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" name="sample0.4.4">
              <a:extLst xmlns:a="http://schemas.openxmlformats.org/drawingml/2006/main">
                <a:ext uri="{FF2B5EF4-FFF2-40B4-BE49-F238E27FC236}">
                  <a16:creationId xmlns:a16="http://schemas.microsoft.com/office/drawing/2014/main" id="{72A89561-9DC2-4B4E-9274-09030C9780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274" name="sample1"/>
          <p:cNvGrpSpPr/>
          <p:nvPr/>
        </p:nvGrpSpPr>
        <p:grpSpPr>
          <ns1:xfrm xmlns:ns1="http://schemas.openxmlformats.org/drawingml/2006/main">
            <ns1:off x="723900" y="571500"/>
            <ns1:ext cx="328613" cy="328613"/>
            <ns1:chOff x="723900" y="571500"/>
            <ns1:chExt cx="328613" cy="328613"/>
          </ns1:xfrm>
        </p:grpSpPr>
        <p:sp>
          <p:nvSpPr>
            <p:cNvPr id="30" name="sample1.0.0">
              <a:extLst xmlns:a="http://schemas.openxmlformats.org/drawingml/2006/main">
                <a:ext uri="{FF2B5EF4-FFF2-40B4-BE49-F238E27FC236}">
                  <a16:creationId xmlns:a16="http://schemas.microsoft.com/office/drawing/2014/main" id="{438F340D-D38C-454F-AB20-A7812919D0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" name="sample1.0.1">
              <a:extLst xmlns:a="http://schemas.openxmlformats.org/drawingml/2006/main">
                <a:ext uri="{FF2B5EF4-FFF2-40B4-BE49-F238E27FC236}">
                  <a16:creationId xmlns:a16="http://schemas.microsoft.com/office/drawing/2014/main" id="{38AD1476-DE0C-490B-B414-7D8A4BC00E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" name="sample1.0.2">
              <a:extLst xmlns:a="http://schemas.openxmlformats.org/drawingml/2006/main">
                <a:ext uri="{FF2B5EF4-FFF2-40B4-BE49-F238E27FC236}">
                  <a16:creationId xmlns:a16="http://schemas.microsoft.com/office/drawing/2014/main" id="{5DCA9ACC-D63F-4343-B5A8-06BF299CBB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" name="sample1.0.3">
              <a:extLst xmlns:a="http://schemas.openxmlformats.org/drawingml/2006/main">
                <a:ext uri="{FF2B5EF4-FFF2-40B4-BE49-F238E27FC236}">
                  <a16:creationId xmlns:a16="http://schemas.microsoft.com/office/drawing/2014/main" id="{56ED2BCC-8EB4-4403-9B80-F070783D5D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" name="sample1.0.4">
              <a:extLst xmlns:a="http://schemas.openxmlformats.org/drawingml/2006/main">
                <a:ext uri="{FF2B5EF4-FFF2-40B4-BE49-F238E27FC236}">
                  <a16:creationId xmlns:a16="http://schemas.microsoft.com/office/drawing/2014/main" id="{AD7BC59B-3B07-4764-B5A3-A3B1035111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" name="sample1.1.0">
              <a:extLst xmlns:a="http://schemas.openxmlformats.org/drawingml/2006/main">
                <a:ext uri="{FF2B5EF4-FFF2-40B4-BE49-F238E27FC236}">
                  <a16:creationId xmlns:a16="http://schemas.microsoft.com/office/drawing/2014/main" id="{1F67AF9F-46A2-4C06-9879-6B3A266292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" name="sample1.1.1">
              <a:extLst xmlns:a="http://schemas.openxmlformats.org/drawingml/2006/main">
                <a:ext uri="{FF2B5EF4-FFF2-40B4-BE49-F238E27FC236}">
                  <a16:creationId xmlns:a16="http://schemas.microsoft.com/office/drawing/2014/main" id="{F8296BAE-6504-437D-99F9-09B99A0968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" name="sample1.1.2">
              <a:extLst xmlns:a="http://schemas.openxmlformats.org/drawingml/2006/main">
                <a:ext uri="{FF2B5EF4-FFF2-40B4-BE49-F238E27FC236}">
                  <a16:creationId xmlns:a16="http://schemas.microsoft.com/office/drawing/2014/main" id="{DEAB0ECE-0E0A-48A3-9115-1603B9D0EE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" name="sample1.1.3">
              <a:extLst xmlns:a="http://schemas.openxmlformats.org/drawingml/2006/main">
                <a:ext uri="{FF2B5EF4-FFF2-40B4-BE49-F238E27FC236}">
                  <a16:creationId xmlns:a16="http://schemas.microsoft.com/office/drawing/2014/main" id="{84CCE4A3-BFD4-4A57-B1F3-5213A68694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" name="sample1.1.4">
              <a:extLst xmlns:a="http://schemas.openxmlformats.org/drawingml/2006/main">
                <a:ext uri="{FF2B5EF4-FFF2-40B4-BE49-F238E27FC236}">
                  <a16:creationId xmlns:a16="http://schemas.microsoft.com/office/drawing/2014/main" id="{113656EF-ED1B-4175-B20B-F35BBAFE80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" name="sample1.2.0">
              <a:extLst xmlns:a="http://schemas.openxmlformats.org/drawingml/2006/main">
                <a:ext uri="{FF2B5EF4-FFF2-40B4-BE49-F238E27FC236}">
                  <a16:creationId xmlns:a16="http://schemas.microsoft.com/office/drawing/2014/main" id="{50871174-ACFA-4521-9C87-184EF20C30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" name="sample1.2.1">
              <a:extLst xmlns:a="http://schemas.openxmlformats.org/drawingml/2006/main">
                <a:ext uri="{FF2B5EF4-FFF2-40B4-BE49-F238E27FC236}">
                  <a16:creationId xmlns:a16="http://schemas.microsoft.com/office/drawing/2014/main" id="{B0D61A23-CDCA-4817-B12B-8CED08DBBE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" name="sample1.2.2">
              <a:extLst xmlns:a="http://schemas.openxmlformats.org/drawingml/2006/main">
                <a:ext uri="{FF2B5EF4-FFF2-40B4-BE49-F238E27FC236}">
                  <a16:creationId xmlns:a16="http://schemas.microsoft.com/office/drawing/2014/main" id="{30277458-77EA-4021-A0D7-0571686BC8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" name="sample1.2.3">
              <a:extLst xmlns:a="http://schemas.openxmlformats.org/drawingml/2006/main">
                <a:ext uri="{FF2B5EF4-FFF2-40B4-BE49-F238E27FC236}">
                  <a16:creationId xmlns:a16="http://schemas.microsoft.com/office/drawing/2014/main" id="{985DC7F6-7915-44BC-8E5A-08AD1893C9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4" name="sample1.2.4">
              <a:extLst xmlns:a="http://schemas.openxmlformats.org/drawingml/2006/main">
                <a:ext uri="{FF2B5EF4-FFF2-40B4-BE49-F238E27FC236}">
                  <a16:creationId xmlns:a16="http://schemas.microsoft.com/office/drawing/2014/main" id="{52ABD07E-3CC5-483F-91B8-B58EF96E2F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5" name="sample1.3.0">
              <a:extLst xmlns:a="http://schemas.openxmlformats.org/drawingml/2006/main">
                <a:ext uri="{FF2B5EF4-FFF2-40B4-BE49-F238E27FC236}">
                  <a16:creationId xmlns:a16="http://schemas.microsoft.com/office/drawing/2014/main" id="{1722220B-71B5-48C0-8049-674692B909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6" name="sample1.3.1">
              <a:extLst xmlns:a="http://schemas.openxmlformats.org/drawingml/2006/main">
                <a:ext uri="{FF2B5EF4-FFF2-40B4-BE49-F238E27FC236}">
                  <a16:creationId xmlns:a16="http://schemas.microsoft.com/office/drawing/2014/main" id="{2AE7AA82-56A8-4F7B-8B0C-43F77EBB16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7" name="sample1.3.2">
              <a:extLst xmlns:a="http://schemas.openxmlformats.org/drawingml/2006/main">
                <a:ext uri="{FF2B5EF4-FFF2-40B4-BE49-F238E27FC236}">
                  <a16:creationId xmlns:a16="http://schemas.microsoft.com/office/drawing/2014/main" id="{495D899D-C930-48AA-B2C5-0C197C489C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8" name="sample1.3.3">
              <a:extLst xmlns:a="http://schemas.openxmlformats.org/drawingml/2006/main">
                <a:ext uri="{FF2B5EF4-FFF2-40B4-BE49-F238E27FC236}">
                  <a16:creationId xmlns:a16="http://schemas.microsoft.com/office/drawing/2014/main" id="{CA931150-9094-406E-86D1-9C70383793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9" name="sample1.3.4">
              <a:extLst xmlns:a="http://schemas.openxmlformats.org/drawingml/2006/main">
                <a:ext uri="{FF2B5EF4-FFF2-40B4-BE49-F238E27FC236}">
                  <a16:creationId xmlns:a16="http://schemas.microsoft.com/office/drawing/2014/main" id="{EC0A8D29-ADC7-487E-81E9-2577A4442E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0" name="sample1.4.0">
              <a:extLst xmlns:a="http://schemas.openxmlformats.org/drawingml/2006/main">
                <a:ext uri="{FF2B5EF4-FFF2-40B4-BE49-F238E27FC236}">
                  <a16:creationId xmlns:a16="http://schemas.microsoft.com/office/drawing/2014/main" id="{831D76F5-C190-4BE6-BC0C-1AEDEE8D51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1" name="sample1.4.1">
              <a:extLst xmlns:a="http://schemas.openxmlformats.org/drawingml/2006/main">
                <a:ext uri="{FF2B5EF4-FFF2-40B4-BE49-F238E27FC236}">
                  <a16:creationId xmlns:a16="http://schemas.microsoft.com/office/drawing/2014/main" id="{10DD2D41-E524-4D15-B656-22B3BAE0E1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2" name="sample1.4.2">
              <a:extLst xmlns:a="http://schemas.openxmlformats.org/drawingml/2006/main">
                <a:ext uri="{FF2B5EF4-FFF2-40B4-BE49-F238E27FC236}">
                  <a16:creationId xmlns:a16="http://schemas.microsoft.com/office/drawing/2014/main" id="{F0E349BC-4A2F-4AE7-B4F4-80168CB5C7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sample1.4.3">
              <a:extLst xmlns:a="http://schemas.openxmlformats.org/drawingml/2006/main">
                <a:ext uri="{FF2B5EF4-FFF2-40B4-BE49-F238E27FC236}">
                  <a16:creationId xmlns:a16="http://schemas.microsoft.com/office/drawing/2014/main" id="{921ADF75-9706-4631-8515-8225C6B961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4" name="sample1.4.4">
              <a:extLst xmlns:a="http://schemas.openxmlformats.org/drawingml/2006/main">
                <a:ext uri="{FF2B5EF4-FFF2-40B4-BE49-F238E27FC236}">
                  <a16:creationId xmlns:a16="http://schemas.microsoft.com/office/drawing/2014/main" id="{AC13D2F6-3B3A-4B06-A739-C443520410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275" name="sample2"/>
          <p:cNvGrpSpPr/>
          <p:nvPr/>
        </p:nvGrpSpPr>
        <p:grpSpPr>
          <ns1:xfrm xmlns:ns1="http://schemas.openxmlformats.org/drawingml/2006/main">
            <ns1:off x="219075" y="971550"/>
            <ns1:ext cx="328613" cy="328613"/>
            <ns1:chOff x="219075" y="971550"/>
            <ns1:chExt cx="328613" cy="328613"/>
          </ns1:xfrm>
        </p:grpSpPr>
        <p:sp>
          <p:nvSpPr>
            <p:cNvPr id="55" name="sample2.0.0">
              <a:extLst xmlns:a="http://schemas.openxmlformats.org/drawingml/2006/main">
                <a:ext uri="{FF2B5EF4-FFF2-40B4-BE49-F238E27FC236}">
                  <a16:creationId xmlns:a16="http://schemas.microsoft.com/office/drawing/2014/main" id="{ECD92E9A-49DF-4C18-B3A1-745A8333B5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6" name="sample2.0.1">
              <a:extLst xmlns:a="http://schemas.openxmlformats.org/drawingml/2006/main">
                <a:ext uri="{FF2B5EF4-FFF2-40B4-BE49-F238E27FC236}">
                  <a16:creationId xmlns:a16="http://schemas.microsoft.com/office/drawing/2014/main" id="{AF15467E-B912-4111-9928-AE0BCB45F6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7" name="sample2.0.2">
              <a:extLst xmlns:a="http://schemas.openxmlformats.org/drawingml/2006/main">
                <a:ext uri="{FF2B5EF4-FFF2-40B4-BE49-F238E27FC236}">
                  <a16:creationId xmlns:a16="http://schemas.microsoft.com/office/drawing/2014/main" id="{C44D9D3C-F8DF-4F48-B210-53F2F7DEEF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8" name="sample2.0.3">
              <a:extLst xmlns:a="http://schemas.openxmlformats.org/drawingml/2006/main">
                <a:ext uri="{FF2B5EF4-FFF2-40B4-BE49-F238E27FC236}">
                  <a16:creationId xmlns:a16="http://schemas.microsoft.com/office/drawing/2014/main" id="{131C55AB-DF82-45AA-B0F2-639D301391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9" name="sample2.0.4">
              <a:extLst xmlns:a="http://schemas.openxmlformats.org/drawingml/2006/main">
                <a:ext uri="{FF2B5EF4-FFF2-40B4-BE49-F238E27FC236}">
                  <a16:creationId xmlns:a16="http://schemas.microsoft.com/office/drawing/2014/main" id="{D173F3DC-11F0-4CEB-8854-AA9F4F6C24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0" name="sample2.1.0">
              <a:extLst xmlns:a="http://schemas.openxmlformats.org/drawingml/2006/main">
                <a:ext uri="{FF2B5EF4-FFF2-40B4-BE49-F238E27FC236}">
                  <a16:creationId xmlns:a16="http://schemas.microsoft.com/office/drawing/2014/main" id="{55E4900E-9A70-465F-B32A-8F592E8DD0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1" name="sample2.1.1">
              <a:extLst xmlns:a="http://schemas.openxmlformats.org/drawingml/2006/main">
                <a:ext uri="{FF2B5EF4-FFF2-40B4-BE49-F238E27FC236}">
                  <a16:creationId xmlns:a16="http://schemas.microsoft.com/office/drawing/2014/main" id="{A060A819-93EA-481C-8532-272A7E588E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2" name="sample2.1.2">
              <a:extLst xmlns:a="http://schemas.openxmlformats.org/drawingml/2006/main">
                <a:ext uri="{FF2B5EF4-FFF2-40B4-BE49-F238E27FC236}">
                  <a16:creationId xmlns:a16="http://schemas.microsoft.com/office/drawing/2014/main" id="{E384668D-10E0-4AD2-AB4A-C31DDB1E64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3" name="sample2.1.3">
              <a:extLst xmlns:a="http://schemas.openxmlformats.org/drawingml/2006/main">
                <a:ext uri="{FF2B5EF4-FFF2-40B4-BE49-F238E27FC236}">
                  <a16:creationId xmlns:a16="http://schemas.microsoft.com/office/drawing/2014/main" id="{93E504A5-B0F3-46BA-B9DD-897CCACE40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sample2.1.4">
              <a:extLst xmlns:a="http://schemas.openxmlformats.org/drawingml/2006/main">
                <a:ext uri="{FF2B5EF4-FFF2-40B4-BE49-F238E27FC236}">
                  <a16:creationId xmlns:a16="http://schemas.microsoft.com/office/drawing/2014/main" id="{9B09164E-A8DC-4180-BEA4-36025C5F0B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sample2.2.0">
              <a:extLst xmlns:a="http://schemas.openxmlformats.org/drawingml/2006/main">
                <a:ext uri="{FF2B5EF4-FFF2-40B4-BE49-F238E27FC236}">
                  <a16:creationId xmlns:a16="http://schemas.microsoft.com/office/drawing/2014/main" id="{F6338CAD-43F6-4A6E-998A-034DFE71EE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sample2.2.1">
              <a:extLst xmlns:a="http://schemas.openxmlformats.org/drawingml/2006/main">
                <a:ext uri="{FF2B5EF4-FFF2-40B4-BE49-F238E27FC236}">
                  <a16:creationId xmlns:a16="http://schemas.microsoft.com/office/drawing/2014/main" id="{BB1806A6-8586-4C86-97A8-17AB24C885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sample2.2.2">
              <a:extLst xmlns:a="http://schemas.openxmlformats.org/drawingml/2006/main">
                <a:ext uri="{FF2B5EF4-FFF2-40B4-BE49-F238E27FC236}">
                  <a16:creationId xmlns:a16="http://schemas.microsoft.com/office/drawing/2014/main" id="{D718DF56-6E85-499A-8711-6FAD421564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sample2.2.3">
              <a:extLst xmlns:a="http://schemas.openxmlformats.org/drawingml/2006/main">
                <a:ext uri="{FF2B5EF4-FFF2-40B4-BE49-F238E27FC236}">
                  <a16:creationId xmlns:a16="http://schemas.microsoft.com/office/drawing/2014/main" id="{D03BAE81-EB8E-42CF-AD57-AA82E277C9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sample2.2.4">
              <a:extLst xmlns:a="http://schemas.openxmlformats.org/drawingml/2006/main">
                <a:ext uri="{FF2B5EF4-FFF2-40B4-BE49-F238E27FC236}">
                  <a16:creationId xmlns:a16="http://schemas.microsoft.com/office/drawing/2014/main" id="{B6FB0FAA-1745-4B44-AE71-2D76841029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0" name="sample2.3.0">
              <a:extLst xmlns:a="http://schemas.openxmlformats.org/drawingml/2006/main">
                <a:ext uri="{FF2B5EF4-FFF2-40B4-BE49-F238E27FC236}">
                  <a16:creationId xmlns:a16="http://schemas.microsoft.com/office/drawing/2014/main" id="{7F893156-DAD3-4DA1-8BE2-826E093922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1" name="sample2.3.1">
              <a:extLst xmlns:a="http://schemas.openxmlformats.org/drawingml/2006/main">
                <a:ext uri="{FF2B5EF4-FFF2-40B4-BE49-F238E27FC236}">
                  <a16:creationId xmlns:a16="http://schemas.microsoft.com/office/drawing/2014/main" id="{2951308F-65F9-44B2-AD7C-347BEDCFC8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2" name="sample2.3.2">
              <a:extLst xmlns:a="http://schemas.openxmlformats.org/drawingml/2006/main">
                <a:ext uri="{FF2B5EF4-FFF2-40B4-BE49-F238E27FC236}">
                  <a16:creationId xmlns:a16="http://schemas.microsoft.com/office/drawing/2014/main" id="{9585DD4B-E560-47BC-B58B-C91442A720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3" name="sample2.3.3">
              <a:extLst xmlns:a="http://schemas.openxmlformats.org/drawingml/2006/main">
                <a:ext uri="{FF2B5EF4-FFF2-40B4-BE49-F238E27FC236}">
                  <a16:creationId xmlns:a16="http://schemas.microsoft.com/office/drawing/2014/main" id="{6CDFC7B1-B052-4BD6-866D-586A88DCBD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4" name="sample2.3.4">
              <a:extLst xmlns:a="http://schemas.openxmlformats.org/drawingml/2006/main">
                <a:ext uri="{FF2B5EF4-FFF2-40B4-BE49-F238E27FC236}">
                  <a16:creationId xmlns:a16="http://schemas.microsoft.com/office/drawing/2014/main" id="{16DA5AA4-4558-4397-9DA8-BE4A4FA6F8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sample2.4.0">
              <a:extLst xmlns:a="http://schemas.openxmlformats.org/drawingml/2006/main">
                <a:ext uri="{FF2B5EF4-FFF2-40B4-BE49-F238E27FC236}">
                  <a16:creationId xmlns:a16="http://schemas.microsoft.com/office/drawing/2014/main" id="{10A3D017-B96A-4D78-9618-BA20E7B82B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6" name="sample2.4.1">
              <a:extLst xmlns:a="http://schemas.openxmlformats.org/drawingml/2006/main">
                <a:ext uri="{FF2B5EF4-FFF2-40B4-BE49-F238E27FC236}">
                  <a16:creationId xmlns:a16="http://schemas.microsoft.com/office/drawing/2014/main" id="{CEA70D0E-74BC-43BE-8433-E05CC9B035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7" name="sample2.4.2">
              <a:extLst xmlns:a="http://schemas.openxmlformats.org/drawingml/2006/main">
                <a:ext uri="{FF2B5EF4-FFF2-40B4-BE49-F238E27FC236}">
                  <a16:creationId xmlns:a16="http://schemas.microsoft.com/office/drawing/2014/main" id="{3F8AF8A8-4167-4EBD-B4B1-F1601CC125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8" name="sample2.4.3">
              <a:extLst xmlns:a="http://schemas.openxmlformats.org/drawingml/2006/main">
                <a:ext uri="{FF2B5EF4-FFF2-40B4-BE49-F238E27FC236}">
                  <a16:creationId xmlns:a16="http://schemas.microsoft.com/office/drawing/2014/main" id="{6D10F6D9-A163-4F49-8D77-B1AFFDCD63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sample2.4.4">
              <a:extLst xmlns:a="http://schemas.openxmlformats.org/drawingml/2006/main">
                <a:ext uri="{FF2B5EF4-FFF2-40B4-BE49-F238E27FC236}">
                  <a16:creationId xmlns:a16="http://schemas.microsoft.com/office/drawing/2014/main" id="{D653791E-89DA-4B07-8266-E1ECE252D4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276" name="sample3"/>
          <p:cNvGrpSpPr/>
          <p:nvPr/>
        </p:nvGrpSpPr>
        <p:grpSpPr>
          <ns1:xfrm xmlns:ns1="http://schemas.openxmlformats.org/drawingml/2006/main">
            <ns1:off x="723900" y="971550"/>
            <ns1:ext cx="328613" cy="328613"/>
            <ns1:chOff x="723900" y="971550"/>
            <ns1:chExt cx="328613" cy="328613"/>
          </ns1:xfrm>
        </p:grpSpPr>
        <p:sp>
          <p:nvSpPr>
            <p:cNvPr id="80" name="sample3.0.0">
              <a:extLst xmlns:a="http://schemas.openxmlformats.org/drawingml/2006/main">
                <a:ext uri="{FF2B5EF4-FFF2-40B4-BE49-F238E27FC236}">
                  <a16:creationId xmlns:a16="http://schemas.microsoft.com/office/drawing/2014/main" id="{53CE04CB-C42C-4095-B848-5FA32B8416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1" name="sample3.0.1">
              <a:extLst xmlns:a="http://schemas.openxmlformats.org/drawingml/2006/main">
                <a:ext uri="{FF2B5EF4-FFF2-40B4-BE49-F238E27FC236}">
                  <a16:creationId xmlns:a16="http://schemas.microsoft.com/office/drawing/2014/main" id="{5879BEED-AD2C-4297-88A5-F540FD67DC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2" name="sample3.0.2">
              <a:extLst xmlns:a="http://schemas.openxmlformats.org/drawingml/2006/main">
                <a:ext uri="{FF2B5EF4-FFF2-40B4-BE49-F238E27FC236}">
                  <a16:creationId xmlns:a16="http://schemas.microsoft.com/office/drawing/2014/main" id="{C803ECA1-CE18-4115-BF99-30BEAF1128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3" name="sample3.0.3">
              <a:extLst xmlns:a="http://schemas.openxmlformats.org/drawingml/2006/main">
                <a:ext uri="{FF2B5EF4-FFF2-40B4-BE49-F238E27FC236}">
                  <a16:creationId xmlns:a16="http://schemas.microsoft.com/office/drawing/2014/main" id="{AB265AE6-834A-40F6-B71C-1B69B52B45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4" name="sample3.0.4">
              <a:extLst xmlns:a="http://schemas.openxmlformats.org/drawingml/2006/main">
                <a:ext uri="{FF2B5EF4-FFF2-40B4-BE49-F238E27FC236}">
                  <a16:creationId xmlns:a16="http://schemas.microsoft.com/office/drawing/2014/main" id="{97733BC0-EBFE-481E-9B5C-76F71C0C87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5" name="sample3.1.0">
              <a:extLst xmlns:a="http://schemas.openxmlformats.org/drawingml/2006/main">
                <a:ext uri="{FF2B5EF4-FFF2-40B4-BE49-F238E27FC236}">
                  <a16:creationId xmlns:a16="http://schemas.microsoft.com/office/drawing/2014/main" id="{B827F393-E330-4131-BD46-E329FA6D01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6" name="sample3.1.1">
              <a:extLst xmlns:a="http://schemas.openxmlformats.org/drawingml/2006/main">
                <a:ext uri="{FF2B5EF4-FFF2-40B4-BE49-F238E27FC236}">
                  <a16:creationId xmlns:a16="http://schemas.microsoft.com/office/drawing/2014/main" id="{2A0173F4-D07B-4613-837C-4BD403D405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7" name="sample3.1.2">
              <a:extLst xmlns:a="http://schemas.openxmlformats.org/drawingml/2006/main">
                <a:ext uri="{FF2B5EF4-FFF2-40B4-BE49-F238E27FC236}">
                  <a16:creationId xmlns:a16="http://schemas.microsoft.com/office/drawing/2014/main" id="{BC9DC32B-0936-4C3C-86AD-A7D4AFB524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8" name="sample3.1.3">
              <a:extLst xmlns:a="http://schemas.openxmlformats.org/drawingml/2006/main">
                <a:ext uri="{FF2B5EF4-FFF2-40B4-BE49-F238E27FC236}">
                  <a16:creationId xmlns:a16="http://schemas.microsoft.com/office/drawing/2014/main" id="{D990A5F1-304A-4728-8846-504720004B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9" name="sample3.1.4">
              <a:extLst xmlns:a="http://schemas.openxmlformats.org/drawingml/2006/main">
                <a:ext uri="{FF2B5EF4-FFF2-40B4-BE49-F238E27FC236}">
                  <a16:creationId xmlns:a16="http://schemas.microsoft.com/office/drawing/2014/main" id="{FB218B3F-AC78-426C-8522-5C1349BF53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0" name="sample3.2.0">
              <a:extLst xmlns:a="http://schemas.openxmlformats.org/drawingml/2006/main">
                <a:ext uri="{FF2B5EF4-FFF2-40B4-BE49-F238E27FC236}">
                  <a16:creationId xmlns:a16="http://schemas.microsoft.com/office/drawing/2014/main" id="{76233AA9-1296-410E-A0A3-221B6129EA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1" name="sample3.2.1">
              <a:extLst xmlns:a="http://schemas.openxmlformats.org/drawingml/2006/main">
                <a:ext uri="{FF2B5EF4-FFF2-40B4-BE49-F238E27FC236}">
                  <a16:creationId xmlns:a16="http://schemas.microsoft.com/office/drawing/2014/main" id="{A56E8DFD-3B0C-4A2D-8922-3CD041F2D7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2" name="sample3.2.2">
              <a:extLst xmlns:a="http://schemas.openxmlformats.org/drawingml/2006/main">
                <a:ext uri="{FF2B5EF4-FFF2-40B4-BE49-F238E27FC236}">
                  <a16:creationId xmlns:a16="http://schemas.microsoft.com/office/drawing/2014/main" id="{93E9ACEF-C711-41EB-9021-DC3B695D12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3" name="sample3.2.3">
              <a:extLst xmlns:a="http://schemas.openxmlformats.org/drawingml/2006/main">
                <a:ext uri="{FF2B5EF4-FFF2-40B4-BE49-F238E27FC236}">
                  <a16:creationId xmlns:a16="http://schemas.microsoft.com/office/drawing/2014/main" id="{BD3EC535-F21C-4DE5-B476-4BA7C6B23C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4" name="sample3.2.4">
              <a:extLst xmlns:a="http://schemas.openxmlformats.org/drawingml/2006/main">
                <a:ext uri="{FF2B5EF4-FFF2-40B4-BE49-F238E27FC236}">
                  <a16:creationId xmlns:a16="http://schemas.microsoft.com/office/drawing/2014/main" id="{A68EEA1F-94A2-4318-A40B-4C9487E058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5" name="sample3.3.0">
              <a:extLst xmlns:a="http://schemas.openxmlformats.org/drawingml/2006/main">
                <a:ext uri="{FF2B5EF4-FFF2-40B4-BE49-F238E27FC236}">
                  <a16:creationId xmlns:a16="http://schemas.microsoft.com/office/drawing/2014/main" id="{6E6D4513-26F6-444B-A9FA-0A30CFBBEA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6" name="sample3.3.1">
              <a:extLst xmlns:a="http://schemas.openxmlformats.org/drawingml/2006/main">
                <a:ext uri="{FF2B5EF4-FFF2-40B4-BE49-F238E27FC236}">
                  <a16:creationId xmlns:a16="http://schemas.microsoft.com/office/drawing/2014/main" id="{49CAF7C2-9A5A-486F-B44C-6F813AA3EB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7" name="sample3.3.2">
              <a:extLst xmlns:a="http://schemas.openxmlformats.org/drawingml/2006/main">
                <a:ext uri="{FF2B5EF4-FFF2-40B4-BE49-F238E27FC236}">
                  <a16:creationId xmlns:a16="http://schemas.microsoft.com/office/drawing/2014/main" id="{D04A0E77-6212-4C0D-B349-DD340BE073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8" name="sample3.3.3">
              <a:extLst xmlns:a="http://schemas.openxmlformats.org/drawingml/2006/main">
                <a:ext uri="{FF2B5EF4-FFF2-40B4-BE49-F238E27FC236}">
                  <a16:creationId xmlns:a16="http://schemas.microsoft.com/office/drawing/2014/main" id="{E77D686A-A2B8-4F83-B406-EAD4DE43B6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9" name="sample3.3.4">
              <a:extLst xmlns:a="http://schemas.openxmlformats.org/drawingml/2006/main">
                <a:ext uri="{FF2B5EF4-FFF2-40B4-BE49-F238E27FC236}">
                  <a16:creationId xmlns:a16="http://schemas.microsoft.com/office/drawing/2014/main" id="{54DF0181-5DF0-4C30-B9F8-9EF87582A3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0" name="sample3.4.0">
              <a:extLst xmlns:a="http://schemas.openxmlformats.org/drawingml/2006/main">
                <a:ext uri="{FF2B5EF4-FFF2-40B4-BE49-F238E27FC236}">
                  <a16:creationId xmlns:a16="http://schemas.microsoft.com/office/drawing/2014/main" id="{F7998587-C90A-484A-9532-3D38BF3AD6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1" name="sample3.4.1">
              <a:extLst xmlns:a="http://schemas.openxmlformats.org/drawingml/2006/main">
                <a:ext uri="{FF2B5EF4-FFF2-40B4-BE49-F238E27FC236}">
                  <a16:creationId xmlns:a16="http://schemas.microsoft.com/office/drawing/2014/main" id="{AC7616CF-EA07-4FAC-8E9B-7C62383515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2" name="sample3.4.2">
              <a:extLst xmlns:a="http://schemas.openxmlformats.org/drawingml/2006/main">
                <a:ext uri="{FF2B5EF4-FFF2-40B4-BE49-F238E27FC236}">
                  <a16:creationId xmlns:a16="http://schemas.microsoft.com/office/drawing/2014/main" id="{64B902EE-E643-4A97-987A-ADD328B3AC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3" name="sample3.4.3">
              <a:extLst xmlns:a="http://schemas.openxmlformats.org/drawingml/2006/main">
                <a:ext uri="{FF2B5EF4-FFF2-40B4-BE49-F238E27FC236}">
                  <a16:creationId xmlns:a16="http://schemas.microsoft.com/office/drawing/2014/main" id="{3B89C3A4-9F44-4ECD-8534-A39362EF3C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4" name="sample3.4.4">
              <a:extLst xmlns:a="http://schemas.openxmlformats.org/drawingml/2006/main">
                <a:ext uri="{FF2B5EF4-FFF2-40B4-BE49-F238E27FC236}">
                  <a16:creationId xmlns:a16="http://schemas.microsoft.com/office/drawing/2014/main" id="{853480E4-71D6-4E10-871D-2D572D0577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3FE7E1AB-84D2-4A20-A822-9D3F0E83BC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2209800"/>
            <a:ext cx="1104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06" name="caption0">
            <a:extLst xmlns:a="http://schemas.openxmlformats.org/drawingml/2006/main">
              <a:ext uri="{FF2B5EF4-FFF2-40B4-BE49-F238E27FC236}">
                <a16:creationId xmlns:a16="http://schemas.microsoft.com/office/drawing/2014/main" id="{DE154E10-3918-4872-B0A0-8FB605C6E6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2002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horizontal</a:t>
            </a:r>
          </a:p>
        </p:txBody>
      </p:sp>
      <p:sp>
        <p:nvSpPr>
          <p:cNvPr id="107" name="caption1">
            <a:extLst xmlns:a="http://schemas.openxmlformats.org/drawingml/2006/main">
              <a:ext uri="{FF2B5EF4-FFF2-40B4-BE49-F238E27FC236}">
                <a16:creationId xmlns:a16="http://schemas.microsoft.com/office/drawing/2014/main" id="{EED63E98-0AD3-45DE-850D-9C504A6F5F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4098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vertical</a:t>
            </a:r>
          </a:p>
        </p:txBody>
      </p:sp>
      <p:sp>
        <p:nvSpPr>
          <p:cNvPr id="108" name="caption2">
            <a:extLst xmlns:a="http://schemas.openxmlformats.org/drawingml/2006/main">
              <a:ext uri="{FF2B5EF4-FFF2-40B4-BE49-F238E27FC236}">
                <a16:creationId xmlns:a16="http://schemas.microsoft.com/office/drawing/2014/main" id="{F8B0DB3E-3DF2-45CD-84F2-9C903E88EB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6193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cross</a:t>
            </a:r>
          </a:p>
        </p:txBody>
      </p:sp>
      <p:sp>
        <p:nvSpPr>
          <p:cNvPr id="109" name="caption3">
            <a:extLst xmlns:a="http://schemas.openxmlformats.org/drawingml/2006/main">
              <a:ext uri="{FF2B5EF4-FFF2-40B4-BE49-F238E27FC236}">
                <a16:creationId xmlns:a16="http://schemas.microsoft.com/office/drawing/2014/main" id="{4E226849-386E-444B-85E9-A3F5550284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8289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ring</a:t>
            </a:r>
          </a:p>
        </p:txBody>
      </p:sp>
      <p:sp>
        <p:nvSpPr>
          <p:cNvPr id="110" name="image-encoder">
            <a:extLst xmlns:a="http://schemas.openxmlformats.org/drawingml/2006/main">
              <a:ext uri="{FF2B5EF4-FFF2-40B4-BE49-F238E27FC236}">
                <a16:creationId xmlns:a16="http://schemas.microsoft.com/office/drawing/2014/main" id="{2B59C090-A251-40C9-B17A-6F857739C6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38300" y="790575"/>
            <a:ext cx="95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Vision</a:t>
            </a:r>
          </a:p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11" name="text-encoder">
            <a:extLst xmlns:a="http://schemas.openxmlformats.org/drawingml/2006/main">
              <a:ext uri="{FF2B5EF4-FFF2-40B4-BE49-F238E27FC236}">
                <a16:creationId xmlns:a16="http://schemas.microsoft.com/office/drawing/2014/main" id="{744FF5A8-A5A6-4834-9952-2459303912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38300" y="2409825"/>
            <a:ext cx="95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4"/>
          </a:solidFill>
          <a:ln xmlns:a="http://schemas.openxmlformats.org/drawingml/2006/main" w="9525">
            <a:solidFill>
              <a:srgbClr val="BD7854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Text</a:t>
            </a:r>
          </a:p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cxnSp>
        <p:nvCxnSpPr>
          <p:cNvPr id="271" name="vision"/>
          <p:cNvCxnSpPr>
            <a:stCxn xmlns:a="http://schemas.openxmlformats.org/drawingml/2006/main" id="4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1295400" y="1071563"/>
            <a:ext cx="3429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272" name="language"/>
          <p:cNvCxnSpPr>
            <a:stCxn xmlns:a="http://schemas.openxmlformats.org/drawingml/2006/main" id="105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 flipV="1">
            <a:off x="1295400" y="2695575"/>
            <a:ext cx="342900" cy="61913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BD7854"/>
            </a:solidFill>
            <a:prstDash val="solid"/>
            <a:round/>
            <a:tailEnd type="triangle" w="med" len="med"/>
          </a:ln>
        </p:spPr>
      </p:cxnSp>
      <p:grpSp>
        <p:nvGrpSpPr>
          <p:cNvPr id="277" name="vision-embedding"/>
          <p:cNvGrpSpPr/>
          <p:nvPr/>
        </p:nvGrpSpPr>
        <p:grpSpPr>
          <ns1:xfrm xmlns:ns1="http://schemas.openxmlformats.org/drawingml/2006/main">
            <ns1:off x="2876550" y="800100"/>
            <ns1:ext cx="400050" cy="533400"/>
            <ns1:chOff x="2876550" y="800100"/>
            <ns1:chExt cx="400050" cy="533400"/>
          </ns1:xfrm>
        </p:grpSpPr>
        <p:sp>
          <p:nvSpPr>
            <p:cNvPr id="114" name="vision-embedding.0">
              <a:extLst xmlns:a="http://schemas.openxmlformats.org/drawingml/2006/main">
                <a:ext uri="{FF2B5EF4-FFF2-40B4-BE49-F238E27FC236}">
                  <a16:creationId xmlns:a16="http://schemas.microsoft.com/office/drawing/2014/main" id="{B36EEB57-BA8E-4FAB-BF9D-BB9933DDFE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80010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5" name="vision-embedding.0.value">
              <a:extLst xmlns:a="http://schemas.openxmlformats.org/drawingml/2006/main">
                <a:ext uri="{FF2B5EF4-FFF2-40B4-BE49-F238E27FC236}">
                  <a16:creationId xmlns:a16="http://schemas.microsoft.com/office/drawing/2014/main" id="{5DD63283-C8AC-4A69-8F62-0F0CCA05D0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906780"/>
              <a:ext cx="85725" cy="4267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6" name="vision-embedding.1">
              <a:extLst xmlns:a="http://schemas.openxmlformats.org/drawingml/2006/main">
                <a:ext uri="{FF2B5EF4-FFF2-40B4-BE49-F238E27FC236}">
                  <a16:creationId xmlns:a16="http://schemas.microsoft.com/office/drawing/2014/main" id="{49818CAA-283E-444B-AE9E-6A57BA0104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81325" y="80010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7" name="vision-embedding.1.value">
              <a:extLst xmlns:a="http://schemas.openxmlformats.org/drawingml/2006/main">
                <a:ext uri="{FF2B5EF4-FFF2-40B4-BE49-F238E27FC236}">
                  <a16:creationId xmlns:a16="http://schemas.microsoft.com/office/drawing/2014/main" id="{4579746F-8566-4B14-B704-1175CC64C4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81325" y="1173480"/>
              <a:ext cx="85725" cy="1600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8" name="vision-embedding.2">
              <a:extLst xmlns:a="http://schemas.openxmlformats.org/drawingml/2006/main">
                <a:ext uri="{FF2B5EF4-FFF2-40B4-BE49-F238E27FC236}">
                  <a16:creationId xmlns:a16="http://schemas.microsoft.com/office/drawing/2014/main" id="{7002EA1E-5A47-4BAB-A9F4-0F6C0E2DE3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80010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9" name="vision-embedding.2.value">
              <a:extLst xmlns:a="http://schemas.openxmlformats.org/drawingml/2006/main">
                <a:ext uri="{FF2B5EF4-FFF2-40B4-BE49-F238E27FC236}">
                  <a16:creationId xmlns:a16="http://schemas.microsoft.com/office/drawing/2014/main" id="{193467DC-FA9C-4455-99D9-BE6628F0C1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960120"/>
              <a:ext cx="85725" cy="3733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0" name="vision-embedding.3">
              <a:extLst xmlns:a="http://schemas.openxmlformats.org/drawingml/2006/main">
                <a:ext uri="{FF2B5EF4-FFF2-40B4-BE49-F238E27FC236}">
                  <a16:creationId xmlns:a16="http://schemas.microsoft.com/office/drawing/2014/main" id="{F8A42D16-B4C4-4E83-B7E3-904B89F58C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80010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1" name="vision-embedding.3.value">
              <a:extLst xmlns:a="http://schemas.openxmlformats.org/drawingml/2006/main">
                <a:ext uri="{FF2B5EF4-FFF2-40B4-BE49-F238E27FC236}">
                  <a16:creationId xmlns:a16="http://schemas.microsoft.com/office/drawing/2014/main" id="{59884CC5-8082-40CF-BFCD-290F78FB0A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1066800"/>
              <a:ext cx="85725" cy="2667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278" name="text-embedding"/>
          <p:cNvGrpSpPr/>
          <p:nvPr/>
        </p:nvGrpSpPr>
        <p:grpSpPr>
          <ns1:xfrm xmlns:ns1="http://schemas.openxmlformats.org/drawingml/2006/main">
            <ns1:off x="2876550" y="2419350"/>
            <ns1:ext cx="400050" cy="533400"/>
            <ns1:chOff x="2876550" y="2419350"/>
            <ns1:chExt cx="400050" cy="533400"/>
          </ns1:xfrm>
        </p:grpSpPr>
        <p:sp>
          <p:nvSpPr>
            <p:cNvPr id="122" name="text-embedding.0">
              <a:extLst xmlns:a="http://schemas.openxmlformats.org/drawingml/2006/main">
                <a:ext uri="{FF2B5EF4-FFF2-40B4-BE49-F238E27FC236}">
                  <a16:creationId xmlns:a16="http://schemas.microsoft.com/office/drawing/2014/main" id="{CE667FBB-9ACD-4CDF-8C35-E4B4DD4127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241935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3" name="text-embedding.0.value">
              <a:extLst xmlns:a="http://schemas.openxmlformats.org/drawingml/2006/main">
                <a:ext uri="{FF2B5EF4-FFF2-40B4-BE49-F238E27FC236}">
                  <a16:creationId xmlns:a16="http://schemas.microsoft.com/office/drawing/2014/main" id="{221D2C72-8160-4AE3-9961-3BD3F4805A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2632710"/>
              <a:ext cx="85725" cy="3200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4" name="text-embedding.1">
              <a:extLst xmlns:a="http://schemas.openxmlformats.org/drawingml/2006/main">
                <a:ext uri="{FF2B5EF4-FFF2-40B4-BE49-F238E27FC236}">
                  <a16:creationId xmlns:a16="http://schemas.microsoft.com/office/drawing/2014/main" id="{BDD5D170-5146-49AF-B8E6-85E97B0C0F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81325" y="241935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5" name="text-embedding.1.value">
              <a:extLst xmlns:a="http://schemas.openxmlformats.org/drawingml/2006/main">
                <a:ext uri="{FF2B5EF4-FFF2-40B4-BE49-F238E27FC236}">
                  <a16:creationId xmlns:a16="http://schemas.microsoft.com/office/drawing/2014/main" id="{74BE5EC5-3FAE-475F-9DCA-2873F60B37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81325" y="2579370"/>
              <a:ext cx="85725" cy="3733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6" name="text-embedding.2">
              <a:extLst xmlns:a="http://schemas.openxmlformats.org/drawingml/2006/main">
                <a:ext uri="{FF2B5EF4-FFF2-40B4-BE49-F238E27FC236}">
                  <a16:creationId xmlns:a16="http://schemas.microsoft.com/office/drawing/2014/main" id="{BA250C92-139D-446C-A0D6-575B5BF47C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241935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7" name="text-embedding.2.value">
              <a:extLst xmlns:a="http://schemas.openxmlformats.org/drawingml/2006/main">
                <a:ext uri="{FF2B5EF4-FFF2-40B4-BE49-F238E27FC236}">
                  <a16:creationId xmlns:a16="http://schemas.microsoft.com/office/drawing/2014/main" id="{CA2D940A-B55B-47B3-B886-F5DD5A4284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2792730"/>
              <a:ext cx="85725" cy="1600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8" name="text-embedding.3">
              <a:extLst xmlns:a="http://schemas.openxmlformats.org/drawingml/2006/main">
                <a:ext uri="{FF2B5EF4-FFF2-40B4-BE49-F238E27FC236}">
                  <a16:creationId xmlns:a16="http://schemas.microsoft.com/office/drawing/2014/main" id="{68019F7D-6C6B-4236-BDE2-761DD24BEE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241935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9" name="text-embedding.3.value">
              <a:extLst xmlns:a="http://schemas.openxmlformats.org/drawingml/2006/main">
                <a:ext uri="{FF2B5EF4-FFF2-40B4-BE49-F238E27FC236}">
                  <a16:creationId xmlns:a16="http://schemas.microsoft.com/office/drawing/2014/main" id="{3F8F0B05-E5F9-418F-A9F3-1AB64894C1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2526030"/>
              <a:ext cx="85725" cy="4267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130" name="image-notation">
            <a:extLst xmlns:a="http://schemas.openxmlformats.org/drawingml/2006/main">
              <a:ext uri="{FF2B5EF4-FFF2-40B4-BE49-F238E27FC236}">
                <a16:creationId xmlns:a16="http://schemas.microsoft.com/office/drawing/2014/main" id="{D3DDE6CE-E134-4348-B6FA-601992F17C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62250" y="1419225"/>
            <a:ext cx="581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I₁ … I₄</a:t>
            </a:r>
          </a:p>
        </p:txBody>
      </p:sp>
      <p:sp>
        <p:nvSpPr>
          <p:cNvPr id="131" name="text-notation">
            <a:extLst xmlns:a="http://schemas.openxmlformats.org/drawingml/2006/main">
              <a:ext uri="{FF2B5EF4-FFF2-40B4-BE49-F238E27FC236}">
                <a16:creationId xmlns:a16="http://schemas.microsoft.com/office/drawing/2014/main" id="{93351D44-59A2-44CC-BAF2-A6C3B907C3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52725" y="30384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T₁ … T₄</a:t>
            </a:r>
          </a:p>
        </p:txBody>
      </p:sp>
      <p:sp>
        <p:nvSpPr>
          <p:cNvPr id="132" name="x-label">
            <a:extLst xmlns:a="http://schemas.openxmlformats.org/drawingml/2006/main">
              <a:ext uri="{FF2B5EF4-FFF2-40B4-BE49-F238E27FC236}">
                <a16:creationId xmlns:a16="http://schemas.microsoft.com/office/drawing/2014/main" id="{5074D94D-27F9-46EB-81E6-31A6E360C9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10050" y="5334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Text embeddings</a:t>
            </a:r>
          </a:p>
        </p:txBody>
      </p:sp>
      <p:sp>
        <p:nvSpPr>
          <p:cNvPr id="133" name="y-label">
            <a:extLst xmlns:a="http://schemas.openxmlformats.org/drawingml/2006/main">
              <a:ext uri="{FF2B5EF4-FFF2-40B4-BE49-F238E27FC236}">
                <a16:creationId xmlns:a16="http://schemas.microsoft.com/office/drawing/2014/main" id="{1A67934D-50D0-417F-8D99-4AFF0616A7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52825" y="17049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Image</a:t>
            </a:r>
          </a:p>
          <a:p xmlns:a="http://schemas.openxmlformats.org/drawingml/2006/main">
            <a:pPr algn="ctr">
              <a:defRPr sz="825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grpSp>
        <p:nvGrpSpPr>
          <p:cNvPr id="279" name="scores"/>
          <p:cNvGrpSpPr/>
          <p:nvPr/>
        </p:nvGrpSpPr>
        <p:grpSpPr>
          <ns1:xfrm xmlns:ns1="http://schemas.openxmlformats.org/drawingml/2006/main">
            <ns1:off x="4333875" y="1133475"/>
            <ns1:ext cx="1695450" cy="1695450"/>
            <ns1:chOff x="4333875" y="1133475"/>
            <ns1:chExt cx="1695450" cy="1695450"/>
          </ns1:xfrm>
        </p:grpSpPr>
        <p:sp>
          <p:nvSpPr>
            <p:cNvPr id="134" name="scores.0.0">
              <a:extLst xmlns:a="http://schemas.openxmlformats.org/drawingml/2006/main">
                <a:ext uri="{FF2B5EF4-FFF2-40B4-BE49-F238E27FC236}">
                  <a16:creationId xmlns:a16="http://schemas.microsoft.com/office/drawing/2014/main" id="{A9FFF768-D64B-4B9E-B70E-A387D135D3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33875" y="113347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rPr>
                <a:t>I₁·T₁</a:t>
              </a:r>
            </a:p>
          </p:txBody>
        </p:sp>
        <p:sp>
          <p:nvSpPr>
            <p:cNvPr id="135" name="scores.0.1">
              <a:extLst xmlns:a="http://schemas.openxmlformats.org/drawingml/2006/main">
                <a:ext uri="{FF2B5EF4-FFF2-40B4-BE49-F238E27FC236}">
                  <a16:creationId xmlns:a16="http://schemas.microsoft.com/office/drawing/2014/main" id="{39FFD59F-F53F-4F55-920D-F732813C36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113347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I₁·T₂</a:t>
              </a:r>
            </a:p>
          </p:txBody>
        </p:sp>
        <p:sp>
          <p:nvSpPr>
            <p:cNvPr id="136" name="scores.0.2">
              <a:extLst xmlns:a="http://schemas.openxmlformats.org/drawingml/2006/main">
                <a:ext uri="{FF2B5EF4-FFF2-40B4-BE49-F238E27FC236}">
                  <a16:creationId xmlns:a16="http://schemas.microsoft.com/office/drawing/2014/main" id="{67B018F7-854B-4B75-B031-6DF309F6B7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1125" y="113347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I₁·T₃</a:t>
              </a:r>
            </a:p>
          </p:txBody>
        </p:sp>
        <p:sp>
          <p:nvSpPr>
            <p:cNvPr id="137" name="scores.0.3">
              <a:extLst xmlns:a="http://schemas.openxmlformats.org/drawingml/2006/main">
                <a:ext uri="{FF2B5EF4-FFF2-40B4-BE49-F238E27FC236}">
                  <a16:creationId xmlns:a16="http://schemas.microsoft.com/office/drawing/2014/main" id="{C08A14B5-E7AC-4D97-8597-82C43C047F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113347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I₁·T₄</a:t>
              </a:r>
            </a:p>
          </p:txBody>
        </p:sp>
        <p:sp>
          <p:nvSpPr>
            <p:cNvPr id="138" name="scores.1.0">
              <a:extLst xmlns:a="http://schemas.openxmlformats.org/drawingml/2006/main">
                <a:ext uri="{FF2B5EF4-FFF2-40B4-BE49-F238E27FC236}">
                  <a16:creationId xmlns:a16="http://schemas.microsoft.com/office/drawing/2014/main" id="{83BD7D14-D542-4922-B9C9-C0232C5A80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33875" y="156210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I₂·T₁</a:t>
              </a:r>
            </a:p>
          </p:txBody>
        </p:sp>
        <p:sp>
          <p:nvSpPr>
            <p:cNvPr id="139" name="scores.1.1">
              <a:extLst xmlns:a="http://schemas.openxmlformats.org/drawingml/2006/main">
                <a:ext uri="{FF2B5EF4-FFF2-40B4-BE49-F238E27FC236}">
                  <a16:creationId xmlns:a16="http://schemas.microsoft.com/office/drawing/2014/main" id="{AB191171-005E-4110-8206-62BB1CE89B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156210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rPr>
                <a:t>I₂·T₂</a:t>
              </a:r>
            </a:p>
          </p:txBody>
        </p:sp>
        <p:sp>
          <p:nvSpPr>
            <p:cNvPr id="140" name="scores.1.2">
              <a:extLst xmlns:a="http://schemas.openxmlformats.org/drawingml/2006/main">
                <a:ext uri="{FF2B5EF4-FFF2-40B4-BE49-F238E27FC236}">
                  <a16:creationId xmlns:a16="http://schemas.microsoft.com/office/drawing/2014/main" id="{6BF086E3-AFFD-473B-AAC2-90A47ED44A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1125" y="156210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I₂·T₃</a:t>
              </a:r>
            </a:p>
          </p:txBody>
        </p:sp>
        <p:sp>
          <p:nvSpPr>
            <p:cNvPr id="141" name="scores.1.3">
              <a:extLst xmlns:a="http://schemas.openxmlformats.org/drawingml/2006/main">
                <a:ext uri="{FF2B5EF4-FFF2-40B4-BE49-F238E27FC236}">
                  <a16:creationId xmlns:a16="http://schemas.microsoft.com/office/drawing/2014/main" id="{4D79C3AF-7A8D-4B76-89E5-56A57DC1CC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156210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I₂·T₄</a:t>
              </a:r>
            </a:p>
          </p:txBody>
        </p:sp>
        <p:sp>
          <p:nvSpPr>
            <p:cNvPr id="142" name="scores.2.0">
              <a:extLst xmlns:a="http://schemas.openxmlformats.org/drawingml/2006/main">
                <a:ext uri="{FF2B5EF4-FFF2-40B4-BE49-F238E27FC236}">
                  <a16:creationId xmlns:a16="http://schemas.microsoft.com/office/drawing/2014/main" id="{C5988AED-89B9-4FB0-9B0F-60122846E0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33875" y="199072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I₃·T₁</a:t>
              </a:r>
            </a:p>
          </p:txBody>
        </p:sp>
        <p:sp>
          <p:nvSpPr>
            <p:cNvPr id="143" name="scores.2.1">
              <a:extLst xmlns:a="http://schemas.openxmlformats.org/drawingml/2006/main">
                <a:ext uri="{FF2B5EF4-FFF2-40B4-BE49-F238E27FC236}">
                  <a16:creationId xmlns:a16="http://schemas.microsoft.com/office/drawing/2014/main" id="{7AC455A8-4994-48BB-978B-9BDF99B9DC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199072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I₃·T₂</a:t>
              </a:r>
            </a:p>
          </p:txBody>
        </p:sp>
        <p:sp>
          <p:nvSpPr>
            <p:cNvPr id="144" name="scores.2.2">
              <a:extLst xmlns:a="http://schemas.openxmlformats.org/drawingml/2006/main">
                <a:ext uri="{FF2B5EF4-FFF2-40B4-BE49-F238E27FC236}">
                  <a16:creationId xmlns:a16="http://schemas.microsoft.com/office/drawing/2014/main" id="{46858991-23FC-45DB-BDAC-AE6D6ABE50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1125" y="199072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rPr>
                <a:t>I₃·T₃</a:t>
              </a:r>
            </a:p>
          </p:txBody>
        </p:sp>
        <p:sp>
          <p:nvSpPr>
            <p:cNvPr id="145" name="scores.2.3">
              <a:extLst xmlns:a="http://schemas.openxmlformats.org/drawingml/2006/main">
                <a:ext uri="{FF2B5EF4-FFF2-40B4-BE49-F238E27FC236}">
                  <a16:creationId xmlns:a16="http://schemas.microsoft.com/office/drawing/2014/main" id="{5B66892D-64C3-4C3B-941B-9BBED51341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199072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I₃·T₄</a:t>
              </a:r>
            </a:p>
          </p:txBody>
        </p:sp>
        <p:sp>
          <p:nvSpPr>
            <p:cNvPr id="146" name="scores.3.0">
              <a:extLst xmlns:a="http://schemas.openxmlformats.org/drawingml/2006/main">
                <a:ext uri="{FF2B5EF4-FFF2-40B4-BE49-F238E27FC236}">
                  <a16:creationId xmlns:a16="http://schemas.microsoft.com/office/drawing/2014/main" id="{9F2A7F1D-EB6B-40A9-A4FA-677F858CBA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33875" y="241935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I₄·T₁</a:t>
              </a:r>
            </a:p>
          </p:txBody>
        </p:sp>
        <p:sp>
          <p:nvSpPr>
            <p:cNvPr id="147" name="scores.3.1">
              <a:extLst xmlns:a="http://schemas.openxmlformats.org/drawingml/2006/main">
                <a:ext uri="{FF2B5EF4-FFF2-40B4-BE49-F238E27FC236}">
                  <a16:creationId xmlns:a16="http://schemas.microsoft.com/office/drawing/2014/main" id="{58886520-504E-4BD4-A606-7C8D29FBBB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241935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I₄·T₂</a:t>
              </a:r>
            </a:p>
          </p:txBody>
        </p:sp>
        <p:sp>
          <p:nvSpPr>
            <p:cNvPr id="148" name="scores.3.2">
              <a:extLst xmlns:a="http://schemas.openxmlformats.org/drawingml/2006/main">
                <a:ext uri="{FF2B5EF4-FFF2-40B4-BE49-F238E27FC236}">
                  <a16:creationId xmlns:a16="http://schemas.microsoft.com/office/drawing/2014/main" id="{F6A51A25-39D2-41CE-89A8-A0FD4D5285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1125" y="241935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I₄·T₃</a:t>
              </a:r>
            </a:p>
          </p:txBody>
        </p:sp>
        <p:sp>
          <p:nvSpPr>
            <p:cNvPr id="149" name="scores.3.3">
              <a:extLst xmlns:a="http://schemas.openxmlformats.org/drawingml/2006/main">
                <a:ext uri="{FF2B5EF4-FFF2-40B4-BE49-F238E27FC236}">
                  <a16:creationId xmlns:a16="http://schemas.microsoft.com/office/drawing/2014/main" id="{C618D87F-AA4F-4EFC-85F1-DDAF04BE79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241935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rPr>
                <a:t>I₄·T₄</a:t>
              </a:r>
            </a:p>
          </p:txBody>
        </p:sp>
      </p:grpSp>
      <p:sp>
        <p:nvSpPr>
          <p:cNvPr id="150" name="row0">
            <a:extLst xmlns:a="http://schemas.openxmlformats.org/drawingml/2006/main">
              <a:ext uri="{FF2B5EF4-FFF2-40B4-BE49-F238E27FC236}">
                <a16:creationId xmlns:a16="http://schemas.microsoft.com/office/drawing/2014/main" id="{B2183A5B-2875-40B0-B6BE-EE102BD973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12287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I₁</a:t>
            </a:r>
          </a:p>
        </p:txBody>
      </p:sp>
      <p:sp>
        <p:nvSpPr>
          <p:cNvPr id="151" name="col0">
            <a:extLst xmlns:a="http://schemas.openxmlformats.org/drawingml/2006/main">
              <a:ext uri="{FF2B5EF4-FFF2-40B4-BE49-F238E27FC236}">
                <a16:creationId xmlns:a16="http://schemas.microsoft.com/office/drawing/2014/main" id="{31CAD3BA-BD8E-41FC-B9AA-8495647336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19600" y="876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T₁</a:t>
            </a:r>
          </a:p>
        </p:txBody>
      </p:sp>
      <p:sp>
        <p:nvSpPr>
          <p:cNvPr id="152" name="row1">
            <a:extLst xmlns:a="http://schemas.openxmlformats.org/drawingml/2006/main">
              <a:ext uri="{FF2B5EF4-FFF2-40B4-BE49-F238E27FC236}">
                <a16:creationId xmlns:a16="http://schemas.microsoft.com/office/drawing/2014/main" id="{732F8D90-D7E1-4BD0-8ABD-5E4B5E7E08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16573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I₂</a:t>
            </a:r>
          </a:p>
        </p:txBody>
      </p:sp>
      <p:sp>
        <p:nvSpPr>
          <p:cNvPr id="153" name="col1">
            <a:extLst xmlns:a="http://schemas.openxmlformats.org/drawingml/2006/main">
              <a:ext uri="{FF2B5EF4-FFF2-40B4-BE49-F238E27FC236}">
                <a16:creationId xmlns:a16="http://schemas.microsoft.com/office/drawing/2014/main" id="{88B27A57-0CEE-4484-AD20-30E406E6BF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48225" y="876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T₂</a:t>
            </a:r>
          </a:p>
        </p:txBody>
      </p:sp>
      <p:sp>
        <p:nvSpPr>
          <p:cNvPr id="154" name="row2">
            <a:extLst xmlns:a="http://schemas.openxmlformats.org/drawingml/2006/main">
              <a:ext uri="{FF2B5EF4-FFF2-40B4-BE49-F238E27FC236}">
                <a16:creationId xmlns:a16="http://schemas.microsoft.com/office/drawing/2014/main" id="{206F38E6-9BDD-47FE-9541-A6C0E5EFFD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20859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I₃</a:t>
            </a:r>
          </a:p>
        </p:txBody>
      </p:sp>
      <p:sp>
        <p:nvSpPr>
          <p:cNvPr id="155" name="col2">
            <a:extLst xmlns:a="http://schemas.openxmlformats.org/drawingml/2006/main">
              <a:ext uri="{FF2B5EF4-FFF2-40B4-BE49-F238E27FC236}">
                <a16:creationId xmlns:a16="http://schemas.microsoft.com/office/drawing/2014/main" id="{2EC32C4D-0269-4EBB-8E2A-674236FB69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76850" y="876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T₃</a:t>
            </a:r>
          </a:p>
        </p:txBody>
      </p:sp>
      <p:sp>
        <p:nvSpPr>
          <p:cNvPr id="156" name="row3">
            <a:extLst xmlns:a="http://schemas.openxmlformats.org/drawingml/2006/main">
              <a:ext uri="{FF2B5EF4-FFF2-40B4-BE49-F238E27FC236}">
                <a16:creationId xmlns:a16="http://schemas.microsoft.com/office/drawing/2014/main" id="{892B7579-1EA3-4025-A69D-97ABC547B5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25146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I₄</a:t>
            </a:r>
          </a:p>
        </p:txBody>
      </p:sp>
      <p:sp>
        <p:nvSpPr>
          <p:cNvPr id="157" name="col3">
            <a:extLst xmlns:a="http://schemas.openxmlformats.org/drawingml/2006/main">
              <a:ext uri="{FF2B5EF4-FFF2-40B4-BE49-F238E27FC236}">
                <a16:creationId xmlns:a16="http://schemas.microsoft.com/office/drawing/2014/main" id="{B4FD3986-3C89-4206-B15C-BB9D6A3318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05475" y="876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T₄</a:t>
            </a:r>
          </a:p>
        </p:txBody>
      </p:sp>
      <p:sp>
        <p:nvSpPr>
          <p:cNvPr id="158" name="matching-note">
            <a:extLst xmlns:a="http://schemas.openxmlformats.org/drawingml/2006/main">
              <a:ext uri="{FF2B5EF4-FFF2-40B4-BE49-F238E27FC236}">
                <a16:creationId xmlns:a16="http://schemas.microsoft.com/office/drawing/2014/main" id="{2BD926D0-90F3-4DB3-AFD3-9826C8AE46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14750" y="3009900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Sᵢⱼ = Iᵢ · Tⱼ  ·  matched pairs on the diagonal</a:t>
            </a:r>
          </a:p>
        </p:txBody>
      </p:sp>
      <p:sp>
        <p:nvSpPr>
          <p:cNvPr id="159" name="disclosure">
            <a:extLst xmlns:a="http://schemas.openxmlformats.org/drawingml/2006/main">
              <a:ext uri="{FF2B5EF4-FFF2-40B4-BE49-F238E27FC236}">
                <a16:creationId xmlns:a16="http://schemas.microsoft.com/office/drawing/2014/main" id="{8F636908-44B7-4B93-A90A-941D86A563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Illustrative pattern–text pairs; the matrix encodes correspondence, not measured similarity.</a:t>
            </a:r>
          </a:p>
        </p:txBody>
      </p:sp>
    </p:spTree>
    <p:extLst>
      <p:ext uri="{BB962C8B-B14F-4D97-AF65-F5344CB8AC3E}">
        <p14:creationId xmlns:p14="http://schemas.microsoft.com/office/powerpoint/2010/main" val="1998647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2026-09-29T11:05:00.1430000Z</dcterms:created>
  <dcterms:modified xsi:type="dcterms:W3CDTF">2026-09-29T11:05:00.1430000Z</dcterms:modified>
</coreProperties>
</file>