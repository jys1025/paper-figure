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49058af4c14c3c" /><Relationship Type="http://schemas.openxmlformats.org/officeDocument/2006/relationships/extended-properties" Target="/docProps/app.xml" Id="R616d119e02c84d5d" /><Relationship Type="http://schemas.openxmlformats.org/officeDocument/2006/relationships/officeDocument" Target="/ppt/presentation.xml" Id="R07b7dc13546647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3e99c7dfb54af0"/>
  </p:sldMasterIdLst>
  <p:notesMasterIdLst>
    <p:notesMasterId xmlns:r="http://schemas.openxmlformats.org/officeDocument/2006/relationships" r:id="R7b6f053ba007407c"/>
  </p:notesMasterIdLst>
  <p:sldIdLst>
    <p:sldId xmlns:r="http://schemas.openxmlformats.org/officeDocument/2006/relationships" id="256" r:id="Rf3e5f812e62a4585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8e14a1d7dd4d44" /><Relationship Type="http://schemas.openxmlformats.org/officeDocument/2006/relationships/slideMaster" Target="/ppt/slideMasters/slideMaster1.xml" Id="R283e99c7dfb54af0" /><Relationship Type="http://schemas.openxmlformats.org/officeDocument/2006/relationships/notesMaster" Target="/ppt/notesMasters/notesMaster1.xml" Id="R7b6f053ba007407c" /><Relationship Type="http://schemas.openxmlformats.org/officeDocument/2006/relationships/presProps" Target="/ppt/presProps.xml" Id="Rf831fd867c1947e5" /><Relationship Type="http://schemas.openxmlformats.org/officeDocument/2006/relationships/tableStyles" Target="/ppt/tableStyles.xml" Id="R07fe0fba7ea140ba" /><Relationship Type="http://schemas.openxmlformats.org/officeDocument/2006/relationships/slide" Target="/ppt/slides/slide1.xml" Id="Rf3e5f812e62a45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b056bfff7a4a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85a7bd9eb47b8" /><Relationship Type="http://schemas.openxmlformats.org/officeDocument/2006/relationships/notesMaster" Target="/ppt/notesMasters/notesMaster1.xml" Id="Rac9077eca2c84e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detail and global context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087e6561b44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8e13d0efb4139" /><Relationship Type="http://schemas.openxmlformats.org/officeDocument/2006/relationships/slideLayout" Target="/ppt/slideLayouts/slideLayout1.xml" Id="R08feea02873340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feea02873340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86758375d475e" /><Relationship Type="http://schemas.openxmlformats.org/officeDocument/2006/relationships/image" Target="/ppt/media/image.png" Id="R0e76f5857f5f441c" /><Relationship Type="http://schemas.openxmlformats.org/officeDocument/2006/relationships/image" Target="/ppt/media/image2.png" Id="Rb5058a2a74244394" /><Relationship Type="http://schemas.openxmlformats.org/officeDocument/2006/relationships/image" Target="/ppt/media/image3.png" Id="R26bee33b35d648a4" /><Relationship Type="http://schemas.openxmlformats.org/officeDocument/2006/relationships/notesSlide" Target="/ppt/notesSlides/notesSlide1.xml" Id="Rcd8ac27bb9104c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heading">
            <a:extLst xmlns:a="http://schemas.openxmlformats.org/drawingml/2006/main">
              <a:ext uri="{FF2B5EF4-FFF2-40B4-BE49-F238E27FC236}">
                <a16:creationId xmlns:a16="http://schemas.microsoft.com/office/drawing/2014/main" id="{2C653B1E-CB8D-43ED-A263-775E385984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Local detail and global context</a:t>
            </a:r>
          </a:p>
        </p:txBody>
      </p:sp>
      <p:sp>
        <p:nvSpPr>
          <p:cNvPr id="2" name="input">
            <a:extLst xmlns:a="http://schemas.openxmlformats.org/drawingml/2006/main">
              <a:ext uri="{FF2B5EF4-FFF2-40B4-BE49-F238E27FC236}">
                <a16:creationId xmlns:a16="http://schemas.microsoft.com/office/drawing/2014/main" id="{6435969E-A647-41CA-9662-3BB67E969D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123950"/>
            <a:ext cx="1123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pic>
        <p:nvPicPr>
          <p:cNvPr id="30" name="input-photo" descr="input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6f5857f5f441c"/>
          <a:stretch xmlns:a="http://schemas.openxmlformats.org/drawingml/2006/main"/>
        </p:blipFill>
        <p:spPr>
          <a:xfrm xmlns:a="http://schemas.openxmlformats.org/drawingml/2006/main">
            <a:off x="171450" y="11239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local-roi">
            <a:extLst xmlns:a="http://schemas.openxmlformats.org/drawingml/2006/main">
              <a:ext uri="{FF2B5EF4-FFF2-40B4-BE49-F238E27FC236}">
                <a16:creationId xmlns:a16="http://schemas.microsoft.com/office/drawing/2014/main" id="{32AB9D13-0015-47F9-97D5-65887B5F37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" y="1171575"/>
            <a:ext cx="361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D7854"/>
            </a:solidFill>
            <a:prstDash val="solid"/>
          </a:ln>
        </p:spPr>
      </p:sp>
      <p:sp>
        <p:nvSpPr>
          <p:cNvPr id="5" name="local">
            <a:extLst xmlns:a="http://schemas.openxmlformats.org/drawingml/2006/main">
              <a:ext uri="{FF2B5EF4-FFF2-40B4-BE49-F238E27FC236}">
                <a16:creationId xmlns:a16="http://schemas.microsoft.com/office/drawing/2014/main" id="{0BD76A4B-58D7-44C3-A340-49D3A1212D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19350" y="1085850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Local encoder</a:t>
            </a:r>
          </a:p>
        </p:txBody>
      </p:sp>
      <p:sp>
        <p:nvSpPr>
          <p:cNvPr id="6" name="global">
            <a:extLst xmlns:a="http://schemas.openxmlformats.org/drawingml/2006/main">
              <a:ext uri="{FF2B5EF4-FFF2-40B4-BE49-F238E27FC236}">
                <a16:creationId xmlns:a16="http://schemas.microsoft.com/office/drawing/2014/main" id="{BE9D0307-FBA0-496C-9AB4-6CCD2A2A94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19350" y="2657475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Global encoder</a:t>
            </a:r>
          </a:p>
        </p:txBody>
      </p:sp>
      <p:pic>
        <p:nvPicPr>
          <p:cNvPr id="34" name="detail-photo" descr="detail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58a2a74244394"/>
          <a:srcRect xmlns:a="http://schemas.openxmlformats.org/drawingml/2006/main" l="29000" t="2500" r="38000" b="63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466725"/>
            <a:ext cx="571500" cy="571500"/>
          </a:xfrm>
          <a:prstGeom xmlns:a="http://schemas.openxmlformats.org/drawingml/2006/main" prst="rect">
            <a:avLst/>
          </a:prstGeom>
        </p:spPr>
      </p:pic>
      <p:pic>
        <p:nvPicPr>
          <p:cNvPr id="35" name="context-photo" descr="context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ee33b35d648a4"/>
          <a:stretch xmlns:a="http://schemas.openxmlformats.org/drawingml/2006/main"/>
        </p:blipFill>
        <p:spPr>
          <a:xfrm xmlns:a="http://schemas.openxmlformats.org/drawingml/2006/main">
            <a:off x="2590800" y="20383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EFDACAD5-989E-44D1-8503-E6313ED4E2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0400" y="647700"/>
            <a:ext cx="647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fine detail</a:t>
            </a:r>
          </a:p>
        </p:txBody>
      </p:sp>
      <p:sp>
        <p:nvSpPr>
          <p:cNvPr id="10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9AB0842E-854D-4FDF-A4E9-B39BC3495E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0400" y="2219325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scene context</a:t>
            </a:r>
          </a:p>
        </p:txBody>
      </p:sp>
      <p:cxnSp>
        <p:nvCxnSpPr>
          <p:cNvPr id="38" name="e0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295400" y="1290638"/>
            <a:ext cx="1123950" cy="528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cxnSp>
        <p:nvCxnSpPr>
          <p:cNvPr id="39" name="e1"/>
          <p:cNvCxnSpPr>
            <a:stCxn xmlns:a="http://schemas.openxmlformats.org/drawingml/2006/main" id="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295400" y="1819275"/>
            <a:ext cx="112395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sp>
        <p:nvSpPr>
          <p:cNvPr id="13" name="fuse">
            <a:extLst xmlns:a="http://schemas.openxmlformats.org/drawingml/2006/main">
              <a:ext uri="{FF2B5EF4-FFF2-40B4-BE49-F238E27FC236}">
                <a16:creationId xmlns:a16="http://schemas.microsoft.com/office/drawing/2014/main" id="{2256794B-F9C9-42F1-9CA8-318FE8A4C5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86300" y="1533525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Fuse</a:t>
            </a:r>
          </a:p>
        </p:txBody>
      </p:sp>
      <p:sp>
        <p:nvSpPr>
          <p:cNvPr id="14" name="prediction">
            <a:extLst xmlns:a="http://schemas.openxmlformats.org/drawingml/2006/main">
              <a:ext uri="{FF2B5EF4-FFF2-40B4-BE49-F238E27FC236}">
                <a16:creationId xmlns:a16="http://schemas.microsoft.com/office/drawing/2014/main" id="{5EBAB14B-510A-4931-9B50-27C7FF00C3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00700" y="1381125"/>
            <a:ext cx="64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grpSp>
        <p:nvGrpSpPr>
          <p:cNvPr id="53" name="output-vector"/>
          <p:cNvGrpSpPr/>
          <p:nvPr/>
        </p:nvGrpSpPr>
        <p:grpSpPr>
          <ns1:xfrm xmlns:ns1="http://schemas.openxmlformats.org/drawingml/2006/main">
            <ns1:off x="5695950" y="1504950"/>
            <ns1:ext cx="438150" cy="457200"/>
            <ns1:chOff x="5695950" y="1504950"/>
            <ns1:chExt cx="438150" cy="457200"/>
          </ns1:xfrm>
        </p:grpSpPr>
        <p:sp>
          <p:nvSpPr>
            <p:cNvPr id="15" name="output-vector.0">
              <a:extLst xmlns:a="http://schemas.openxmlformats.org/drawingml/2006/main">
                <a:ext uri="{FF2B5EF4-FFF2-40B4-BE49-F238E27FC236}">
                  <a16:creationId xmlns:a16="http://schemas.microsoft.com/office/drawing/2014/main" id="{C9206B6D-A549-4E3F-B4E2-74C6087E3F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504950"/>
              <a:ext cx="95250" cy="457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output-vector.0.value">
              <a:extLst xmlns:a="http://schemas.openxmlformats.org/drawingml/2006/main">
                <a:ext uri="{FF2B5EF4-FFF2-40B4-BE49-F238E27FC236}">
                  <a16:creationId xmlns:a16="http://schemas.microsoft.com/office/drawing/2014/main" id="{62FB8E5F-9A4C-4AE4-A6E2-742AD83DD1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824990"/>
              <a:ext cx="95250" cy="1371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output-vector.1">
              <a:extLst xmlns:a="http://schemas.openxmlformats.org/drawingml/2006/main">
                <a:ext uri="{FF2B5EF4-FFF2-40B4-BE49-F238E27FC236}">
                  <a16:creationId xmlns:a16="http://schemas.microsoft.com/office/drawing/2014/main" id="{1A7F5E7A-4717-4510-8921-8675CDDE30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0" y="1504950"/>
              <a:ext cx="95250" cy="457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output-vector.1.value">
              <a:extLst xmlns:a="http://schemas.openxmlformats.org/drawingml/2006/main">
                <a:ext uri="{FF2B5EF4-FFF2-40B4-BE49-F238E27FC236}">
                  <a16:creationId xmlns:a16="http://schemas.microsoft.com/office/drawing/2014/main" id="{BACCD778-B5E0-4B6C-86E7-B2AFB0A57D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0" y="1596390"/>
              <a:ext cx="95250" cy="3657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output-vector.2">
              <a:extLst xmlns:a="http://schemas.openxmlformats.org/drawingml/2006/main">
                <a:ext uri="{FF2B5EF4-FFF2-40B4-BE49-F238E27FC236}">
                  <a16:creationId xmlns:a16="http://schemas.microsoft.com/office/drawing/2014/main" id="{952B6BA2-B1DE-48CD-8B36-2CC5FAA6AD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4550" y="1504950"/>
              <a:ext cx="95250" cy="457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output-vector.2.value">
              <a:extLst xmlns:a="http://schemas.openxmlformats.org/drawingml/2006/main">
                <a:ext uri="{FF2B5EF4-FFF2-40B4-BE49-F238E27FC236}">
                  <a16:creationId xmlns:a16="http://schemas.microsoft.com/office/drawing/2014/main" id="{B70ABD48-6E34-4E39-9FBF-0A73D71C6B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4550" y="1733550"/>
              <a:ext cx="95250" cy="2286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output-vector.3">
              <a:extLst xmlns:a="http://schemas.openxmlformats.org/drawingml/2006/main">
                <a:ext uri="{FF2B5EF4-FFF2-40B4-BE49-F238E27FC236}">
                  <a16:creationId xmlns:a16="http://schemas.microsoft.com/office/drawing/2014/main" id="{75651870-D314-4929-BF8A-92E47C91C3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38850" y="1504950"/>
              <a:ext cx="95250" cy="457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output-vector.3.value">
              <a:extLst xmlns:a="http://schemas.openxmlformats.org/drawingml/2006/main">
                <a:ext uri="{FF2B5EF4-FFF2-40B4-BE49-F238E27FC236}">
                  <a16:creationId xmlns:a16="http://schemas.microsoft.com/office/drawing/2014/main" id="{EBD63B43-32F1-45E3-9D32-1ADE32F036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38850" y="1687830"/>
              <a:ext cx="95250" cy="2743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</p:grpSp>
      <p:cxnSp>
        <p:nvCxnSpPr>
          <p:cNvPr id="50" name="e2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76650" y="1290638"/>
            <a:ext cx="1009650" cy="500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cxnSp>
        <p:nvCxnSpPr>
          <p:cNvPr id="51" name="e3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676650" y="1790700"/>
            <a:ext cx="1009650" cy="1071563"/>
          </a:xfrm>
          <a:prstGeom xmlns:a="http://schemas.openxmlformats.org/drawingml/2006/main" prst="bentConnector3">
            <a:avLst>
              <a:gd name="adj1" fmla="val 47170"/>
            </a:avLst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cxnSp>
        <p:nvCxnSpPr>
          <p:cNvPr id="52" name="e4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257800" y="1790700"/>
            <a:ext cx="3429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26" name="fusion-note">
            <a:extLst xmlns:a="http://schemas.openxmlformats.org/drawingml/2006/main">
              <a:ext uri="{FF2B5EF4-FFF2-40B4-BE49-F238E27FC236}">
                <a16:creationId xmlns:a16="http://schemas.microsoft.com/office/drawing/2014/main" id="{01BCE62E-D492-4FA6-861A-C6DE0F1333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67200" y="23241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complementary</a:t>
            </a:r>
          </a:p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representations</a:t>
            </a:r>
          </a:p>
        </p:txBody>
      </p:sp>
      <p:sp>
        <p:nvSpPr>
          <p:cNvPr id="27" name="disclosure">
            <a:extLst xmlns:a="http://schemas.openxmlformats.org/drawingml/2006/main">
              <a:ext uri="{FF2B5EF4-FFF2-40B4-BE49-F238E27FC236}">
                <a16:creationId xmlns:a16="http://schemas.microsoft.com/office/drawing/2014/main" id="{D82CC057-66AD-4945-BBC3-5C7F271C0F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features. Photo: NASA / scikit-image, public domain.</a:t>
            </a:r>
          </a:p>
        </p:txBody>
      </p:sp>
    </p:spTree>
    <p:extLst>
      <p:ext uri="{BB962C8B-B14F-4D97-AF65-F5344CB8AC3E}">
        <p14:creationId xmlns:p14="http://schemas.microsoft.com/office/powerpoint/2010/main" val="1395645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2026-09-29T11:03:11.4870000Z</dcterms:created>
  <dcterms:modified xsi:type="dcterms:W3CDTF">2026-09-29T11:03:11.4870000Z</dcterms:modified>
</coreProperties>
</file>