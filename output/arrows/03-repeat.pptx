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1452c4f0574695" /><Relationship Type="http://schemas.openxmlformats.org/officeDocument/2006/relationships/extended-properties" Target="/docProps/app.xml" Id="Rd7faec74b76f42bb" /><Relationship Type="http://schemas.openxmlformats.org/officeDocument/2006/relationships/officeDocument" Target="/ppt/presentation.xml" Id="Rf45fd296d5c14e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e12f37e75d41fc"/>
  </p:sldMasterIdLst>
  <p:notesMasterIdLst>
    <p:notesMasterId xmlns:r="http://schemas.openxmlformats.org/officeDocument/2006/relationships" r:id="R92e60a4593b440a7"/>
  </p:notesMasterIdLst>
  <p:sldIdLst>
    <p:sldId xmlns:r="http://schemas.openxmlformats.org/officeDocument/2006/relationships" id="256" r:id="R81d0ab5b44ad47ec"/>
  </p:sldIdLst>
  <p:sldSz cx="6400800" cy="381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04b7c885fb4b72" /><Relationship Type="http://schemas.openxmlformats.org/officeDocument/2006/relationships/slideMaster" Target="/ppt/slideMasters/slideMaster1.xml" Id="Re5e12f37e75d41fc" /><Relationship Type="http://schemas.openxmlformats.org/officeDocument/2006/relationships/notesMaster" Target="/ppt/notesMasters/notesMaster1.xml" Id="R92e60a4593b440a7" /><Relationship Type="http://schemas.openxmlformats.org/officeDocument/2006/relationships/presProps" Target="/ppt/presProps.xml" Id="R4ffc485ca7ba4ee7" /><Relationship Type="http://schemas.openxmlformats.org/officeDocument/2006/relationships/tableStyles" Target="/ppt/tableStyles.xml" Id="R7de903ae55ec4ea0" /><Relationship Type="http://schemas.openxmlformats.org/officeDocument/2006/relationships/slide" Target="/ppt/slides/slide1.xml" Id="R81d0ab5b44ad47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8a5d02867f49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6b1f1fdaab44da" /><Relationship Type="http://schemas.openxmlformats.org/officeDocument/2006/relationships/notesMaster" Target="/ppt/notesMasters/notesMaster1.xml" Id="R2cfea635e0d046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Residual refinement</a:t>
            </a:r>
          </a:p>
          <a:p xmlns:a="http://schemas.openxmlformats.org/drawingml/2006/main">
            <a:r>
              <a:t>Design study: MAE https://arxiv.org/abs/2111.06377; CLIP https://arxiv.org/abs/2103.00020; U-Net https://arxiv.org/abs/1505.04597; Transformer https://arxiv.org/abs/1706.03762. Original examples, not reproductions.</a:t>
            </a:r>
          </a:p>
          <a:p xmlns:a="http://schemas.openxmlformats.org/drawingml/2006/main">
            <a:r>
              <a:t>Original schematic demonstration. Values, signals and patterns are illustrative, not measured results. Publication width 177.8 mm. NASA astronaut photo via scikit-image, public domain: https://scikit-image.org/docs/stable/api/skimage.data#skimage.data.astronaut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2bc190fb1c4d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91644754b94d1c" /><Relationship Type="http://schemas.openxmlformats.org/officeDocument/2006/relationships/slideLayout" Target="/ppt/slideLayouts/slideLayout1.xml" Id="R177f1ba762ea4c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7f1ba762ea4c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071f7fc854c3e" /><Relationship Type="http://schemas.openxmlformats.org/officeDocument/2006/relationships/notesSlide" Target="/ppt/notesSlides/notesSlide1.xml" Id="Rbbc63211bc8f45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heading">
            <a:extLst xmlns:a="http://schemas.openxmlformats.org/drawingml/2006/main">
              <a:ext uri="{FF2B5EF4-FFF2-40B4-BE49-F238E27FC236}">
                <a16:creationId xmlns:a16="http://schemas.microsoft.com/office/drawing/2014/main" id="{C040A6DC-2CFF-4E81-826D-B1A1EF29464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85725"/>
            <a:ext cx="6076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3540"/>
                </a:solidFill>
                <a:latin typeface="Arial"/>
                <a:ea typeface="Arial"/>
                <a:cs typeface="Arial"/>
              </a:rPr>
              <a:t>Residual refinement: state sequence and one block</a:t>
            </a:r>
          </a:p>
        </p:txBody>
      </p:sp>
      <p:grpSp>
        <p:nvGrpSpPr>
          <p:cNvPr id="176" name="state0"/>
          <p:cNvGrpSpPr/>
          <p:nvPr/>
        </p:nvGrpSpPr>
        <p:grpSpPr>
          <ns1:xfrm xmlns:ns1="http://schemas.openxmlformats.org/drawingml/2006/main">
            <ns1:off x="266700" y="504825"/>
            <ns1:ext cx="552450" cy="371475"/>
            <ns1:chOff x="266700" y="504825"/>
            <ns1:chExt cx="552450" cy="371475"/>
          </ns1:xfrm>
        </p:grpSpPr>
        <p:sp>
          <p:nvSpPr>
            <p:cNvPr id="2" name="state0.0">
              <a:extLst xmlns:a="http://schemas.openxmlformats.org/drawingml/2006/main">
                <a:ext uri="{FF2B5EF4-FFF2-40B4-BE49-F238E27FC236}">
                  <a16:creationId xmlns:a16="http://schemas.microsoft.com/office/drawing/2014/main" id="{A9D31371-646F-48E4-8621-FF7BC4DD940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66700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" name="state0.0.value">
              <a:extLst xmlns:a="http://schemas.openxmlformats.org/drawingml/2006/main">
                <a:ext uri="{FF2B5EF4-FFF2-40B4-BE49-F238E27FC236}">
                  <a16:creationId xmlns:a16="http://schemas.microsoft.com/office/drawing/2014/main" id="{FEBF556B-9C17-4615-9EBD-46557279887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66700" y="746284"/>
              <a:ext cx="123825" cy="13001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" name="state0.1">
              <a:extLst xmlns:a="http://schemas.openxmlformats.org/drawingml/2006/main">
                <a:ext uri="{FF2B5EF4-FFF2-40B4-BE49-F238E27FC236}">
                  <a16:creationId xmlns:a16="http://schemas.microsoft.com/office/drawing/2014/main" id="{F1FAED8E-DEE1-454C-97EA-247E1084F12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09575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" name="state0.1.value">
              <a:extLst xmlns:a="http://schemas.openxmlformats.org/drawingml/2006/main">
                <a:ext uri="{FF2B5EF4-FFF2-40B4-BE49-F238E27FC236}">
                  <a16:creationId xmlns:a16="http://schemas.microsoft.com/office/drawing/2014/main" id="{13AE4572-0A4C-4834-8B19-DC4A0C87DD0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09575" y="597694"/>
              <a:ext cx="123825" cy="27860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" name="state0.2">
              <a:extLst xmlns:a="http://schemas.openxmlformats.org/drawingml/2006/main">
                <a:ext uri="{FF2B5EF4-FFF2-40B4-BE49-F238E27FC236}">
                  <a16:creationId xmlns:a16="http://schemas.microsoft.com/office/drawing/2014/main" id="{7386C62A-0821-40BF-B0D0-24E346AC868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2450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" name="state0.2.value">
              <a:extLst xmlns:a="http://schemas.openxmlformats.org/drawingml/2006/main">
                <a:ext uri="{FF2B5EF4-FFF2-40B4-BE49-F238E27FC236}">
                  <a16:creationId xmlns:a16="http://schemas.microsoft.com/office/drawing/2014/main" id="{B17CA2AC-7377-458E-9FB0-A2006F68942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2450" y="727710"/>
              <a:ext cx="123825" cy="1485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" name="state0.3">
              <a:extLst xmlns:a="http://schemas.openxmlformats.org/drawingml/2006/main">
                <a:ext uri="{FF2B5EF4-FFF2-40B4-BE49-F238E27FC236}">
                  <a16:creationId xmlns:a16="http://schemas.microsoft.com/office/drawing/2014/main" id="{517A4F8C-E5A4-46E7-9647-F9CB6329BF9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95325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" name="state0.3.value">
              <a:extLst xmlns:a="http://schemas.openxmlformats.org/drawingml/2006/main">
                <a:ext uri="{FF2B5EF4-FFF2-40B4-BE49-F238E27FC236}">
                  <a16:creationId xmlns:a16="http://schemas.microsoft.com/office/drawing/2014/main" id="{1CC74A7D-15F3-4BBF-8368-611611AB978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95325" y="653415"/>
              <a:ext cx="123825" cy="22288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10" name="state-name0">
            <a:extLst xmlns:a="http://schemas.openxmlformats.org/drawingml/2006/main">
              <a:ext uri="{FF2B5EF4-FFF2-40B4-BE49-F238E27FC236}">
                <a16:creationId xmlns:a16="http://schemas.microsoft.com/office/drawing/2014/main" id="{79E3036D-693F-4950-BEF3-09DD47ACBAF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23850" y="942975"/>
            <a:ext cx="466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h₀</a:t>
            </a:r>
          </a:p>
        </p:txBody>
      </p:sp>
      <p:sp>
        <p:nvSpPr>
          <p:cNvPr id="11" name="stage-line0">
            <a:extLst xmlns:a="http://schemas.openxmlformats.org/drawingml/2006/main">
              <a:ext uri="{FF2B5EF4-FFF2-40B4-BE49-F238E27FC236}">
                <a16:creationId xmlns:a16="http://schemas.microsoft.com/office/drawing/2014/main" id="{15492678-C56D-4E22-B137-F624AF19ACD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95350" y="714375"/>
            <a:ext cx="504825" cy="95"/>
          </a:xfrm>
          <a:custGeom xmlns:a="http://schemas.openxmlformats.org/drawingml/2006/main">
            <a:pathLst>
              <a:path w="504825" h="9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737B"/>
            </a:solidFill>
            <a:prstDash val="solid"/>
          </a:ln>
        </p:spPr>
      </p:sp>
      <p:sp>
        <p:nvSpPr>
          <p:cNvPr id="12" name="stage-arrow0">
            <a:extLst xmlns:a="http://schemas.openxmlformats.org/drawingml/2006/main">
              <a:ext uri="{FF2B5EF4-FFF2-40B4-BE49-F238E27FC236}">
                <a16:creationId xmlns:a16="http://schemas.microsoft.com/office/drawing/2014/main" id="{BC22C269-3889-4037-AD3A-6D99AB55DFC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43025" y="685800"/>
            <a:ext cx="57150" cy="57150"/>
          </a:xfrm>
          <a:custGeom xmlns:a="http://schemas.openxmlformats.org/drawingml/2006/main">
            <a:pathLst>
              <a:path w="57150" h="57150">
                <a:moveTo>
                  <a:pt x="57150" y="28575"/>
                </a:moveTo>
                <a:lnTo>
                  <a:pt x="0" y="0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66737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theta0">
            <a:extLst xmlns:a="http://schemas.openxmlformats.org/drawingml/2006/main">
              <a:ext uri="{FF2B5EF4-FFF2-40B4-BE49-F238E27FC236}">
                <a16:creationId xmlns:a16="http://schemas.microsoft.com/office/drawing/2014/main" id="{68434907-4B18-4357-8A2C-8EB7E55ED77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90600" y="7429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θ₁</a:t>
            </a:r>
          </a:p>
        </p:txBody>
      </p:sp>
      <p:grpSp>
        <p:nvGrpSpPr>
          <p:cNvPr id="177" name="state1"/>
          <p:cNvGrpSpPr/>
          <p:nvPr/>
        </p:nvGrpSpPr>
        <p:grpSpPr>
          <ns1:xfrm xmlns:ns1="http://schemas.openxmlformats.org/drawingml/2006/main">
            <ns1:off x="1533525" y="504825"/>
            <ns1:ext cx="552450" cy="371476"/>
            <ns1:chOff x="1533525" y="504825"/>
            <ns1:chExt cx="552450" cy="371476"/>
          </ns1:xfrm>
        </p:grpSpPr>
        <p:sp>
          <p:nvSpPr>
            <p:cNvPr id="14" name="state1.0">
              <a:extLst xmlns:a="http://schemas.openxmlformats.org/drawingml/2006/main">
                <a:ext uri="{FF2B5EF4-FFF2-40B4-BE49-F238E27FC236}">
                  <a16:creationId xmlns:a16="http://schemas.microsoft.com/office/drawing/2014/main" id="{B4ECBC39-25C0-4EEE-9E3C-5D90F3A9E72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33525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5" name="state1.0.value">
              <a:extLst xmlns:a="http://schemas.openxmlformats.org/drawingml/2006/main">
                <a:ext uri="{FF2B5EF4-FFF2-40B4-BE49-F238E27FC236}">
                  <a16:creationId xmlns:a16="http://schemas.microsoft.com/office/drawing/2014/main" id="{CF408BD2-BB33-4C10-AF84-44FE861BED7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33525" y="716566"/>
              <a:ext cx="123825" cy="1597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6" name="state1.1">
              <a:extLst xmlns:a="http://schemas.openxmlformats.org/drawingml/2006/main">
                <a:ext uri="{FF2B5EF4-FFF2-40B4-BE49-F238E27FC236}">
                  <a16:creationId xmlns:a16="http://schemas.microsoft.com/office/drawing/2014/main" id="{66D82BF6-0AE0-4BE8-BDE5-5512F6BD247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76400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7" name="state1.1.value">
              <a:extLst xmlns:a="http://schemas.openxmlformats.org/drawingml/2006/main">
                <a:ext uri="{FF2B5EF4-FFF2-40B4-BE49-F238E27FC236}">
                  <a16:creationId xmlns:a16="http://schemas.microsoft.com/office/drawing/2014/main" id="{1A1404B2-B3BA-4261-939C-EB5261D5646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76400" y="612553"/>
              <a:ext cx="123825" cy="263747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8" name="state1.2">
              <a:extLst xmlns:a="http://schemas.openxmlformats.org/drawingml/2006/main">
                <a:ext uri="{FF2B5EF4-FFF2-40B4-BE49-F238E27FC236}">
                  <a16:creationId xmlns:a16="http://schemas.microsoft.com/office/drawing/2014/main" id="{9FAD7E16-BAB4-4683-97E8-06718CEE08E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19275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9" name="state1.2.value">
              <a:extLst xmlns:a="http://schemas.openxmlformats.org/drawingml/2006/main">
                <a:ext uri="{FF2B5EF4-FFF2-40B4-BE49-F238E27FC236}">
                  <a16:creationId xmlns:a16="http://schemas.microsoft.com/office/drawing/2014/main" id="{D0C18DB0-45A6-4050-8AB1-8BBE9B2B8BA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19275" y="705422"/>
              <a:ext cx="123825" cy="170879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0" name="state1.3">
              <a:extLst xmlns:a="http://schemas.openxmlformats.org/drawingml/2006/main">
                <a:ext uri="{FF2B5EF4-FFF2-40B4-BE49-F238E27FC236}">
                  <a16:creationId xmlns:a16="http://schemas.microsoft.com/office/drawing/2014/main" id="{CD0F97C8-1D19-4F77-96AE-9BFF1BB0131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62150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1" name="state1.3.value">
              <a:extLst xmlns:a="http://schemas.openxmlformats.org/drawingml/2006/main">
                <a:ext uri="{FF2B5EF4-FFF2-40B4-BE49-F238E27FC236}">
                  <a16:creationId xmlns:a16="http://schemas.microsoft.com/office/drawing/2014/main" id="{BE3B7D78-274A-41B8-BF42-71B1749772D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62150" y="653415"/>
              <a:ext cx="123825" cy="22288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22" name="state-name1">
            <a:extLst xmlns:a="http://schemas.openxmlformats.org/drawingml/2006/main">
              <a:ext uri="{FF2B5EF4-FFF2-40B4-BE49-F238E27FC236}">
                <a16:creationId xmlns:a16="http://schemas.microsoft.com/office/drawing/2014/main" id="{AFA7D362-BD8C-411F-B218-601462D0327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90675" y="942975"/>
            <a:ext cx="466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h₁</a:t>
            </a:r>
          </a:p>
        </p:txBody>
      </p:sp>
      <p:sp>
        <p:nvSpPr>
          <p:cNvPr id="23" name="stage-line1">
            <a:extLst xmlns:a="http://schemas.openxmlformats.org/drawingml/2006/main">
              <a:ext uri="{FF2B5EF4-FFF2-40B4-BE49-F238E27FC236}">
                <a16:creationId xmlns:a16="http://schemas.microsoft.com/office/drawing/2014/main" id="{88B00085-EB16-4BA8-87BC-D534C4ED043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62175" y="714375"/>
            <a:ext cx="504825" cy="95"/>
          </a:xfrm>
          <a:custGeom xmlns:a="http://schemas.openxmlformats.org/drawingml/2006/main">
            <a:pathLst>
              <a:path w="504825" h="9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737B"/>
            </a:solidFill>
            <a:prstDash val="solid"/>
          </a:ln>
        </p:spPr>
      </p:sp>
      <p:sp>
        <p:nvSpPr>
          <p:cNvPr id="24" name="stage-arrow1">
            <a:extLst xmlns:a="http://schemas.openxmlformats.org/drawingml/2006/main">
              <a:ext uri="{FF2B5EF4-FFF2-40B4-BE49-F238E27FC236}">
                <a16:creationId xmlns:a16="http://schemas.microsoft.com/office/drawing/2014/main" id="{401A9E05-BE0C-4B5C-83E3-C2D4F916928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09850" y="685800"/>
            <a:ext cx="57150" cy="57150"/>
          </a:xfrm>
          <a:custGeom xmlns:a="http://schemas.openxmlformats.org/drawingml/2006/main">
            <a:pathLst>
              <a:path w="57150" h="57150">
                <a:moveTo>
                  <a:pt x="57150" y="28575"/>
                </a:moveTo>
                <a:lnTo>
                  <a:pt x="0" y="0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66737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theta1">
            <a:extLst xmlns:a="http://schemas.openxmlformats.org/drawingml/2006/main">
              <a:ext uri="{FF2B5EF4-FFF2-40B4-BE49-F238E27FC236}">
                <a16:creationId xmlns:a16="http://schemas.microsoft.com/office/drawing/2014/main" id="{342E7957-E364-4B14-8C60-EE34C129A00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57425" y="7429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θ₂</a:t>
            </a:r>
          </a:p>
        </p:txBody>
      </p:sp>
      <p:grpSp>
        <p:nvGrpSpPr>
          <p:cNvPr id="178" name="state2"/>
          <p:cNvGrpSpPr/>
          <p:nvPr/>
        </p:nvGrpSpPr>
        <p:grpSpPr>
          <ns1:xfrm xmlns:ns1="http://schemas.openxmlformats.org/drawingml/2006/main">
            <ns1:off x="2800350" y="504825"/>
            <ns1:ext cx="552450" cy="371475"/>
            <ns1:chOff x="2800350" y="504825"/>
            <ns1:chExt cx="552450" cy="371475"/>
          </ns1:xfrm>
        </p:grpSpPr>
        <p:sp>
          <p:nvSpPr>
            <p:cNvPr id="26" name="state2.0">
              <a:extLst xmlns:a="http://schemas.openxmlformats.org/drawingml/2006/main">
                <a:ext uri="{FF2B5EF4-FFF2-40B4-BE49-F238E27FC236}">
                  <a16:creationId xmlns:a16="http://schemas.microsoft.com/office/drawing/2014/main" id="{73157063-66D9-493A-AB22-1C58778DEFE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00350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7" name="state2.0.value">
              <a:extLst xmlns:a="http://schemas.openxmlformats.org/drawingml/2006/main">
                <a:ext uri="{FF2B5EF4-FFF2-40B4-BE49-F238E27FC236}">
                  <a16:creationId xmlns:a16="http://schemas.microsoft.com/office/drawing/2014/main" id="{C7182D17-22EE-4BE0-9FF6-13BB96B7970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00350" y="686848"/>
              <a:ext cx="123825" cy="18945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8" name="state2.1">
              <a:extLst xmlns:a="http://schemas.openxmlformats.org/drawingml/2006/main">
                <a:ext uri="{FF2B5EF4-FFF2-40B4-BE49-F238E27FC236}">
                  <a16:creationId xmlns:a16="http://schemas.microsoft.com/office/drawing/2014/main" id="{CC9442D1-96A2-49DC-A1D5-4CD9ACF616A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43225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9" name="state2.1.value">
              <a:extLst xmlns:a="http://schemas.openxmlformats.org/drawingml/2006/main">
                <a:ext uri="{FF2B5EF4-FFF2-40B4-BE49-F238E27FC236}">
                  <a16:creationId xmlns:a16="http://schemas.microsoft.com/office/drawing/2014/main" id="{A35021F5-B5AD-425D-9647-D7D918CCA45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43225" y="627412"/>
              <a:ext cx="123825" cy="2488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0" name="state2.2">
              <a:extLst xmlns:a="http://schemas.openxmlformats.org/drawingml/2006/main">
                <a:ext uri="{FF2B5EF4-FFF2-40B4-BE49-F238E27FC236}">
                  <a16:creationId xmlns:a16="http://schemas.microsoft.com/office/drawing/2014/main" id="{D114ECBB-7F35-4DD2-8610-4DE6F27D27A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86100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1" name="state2.2.value">
              <a:extLst xmlns:a="http://schemas.openxmlformats.org/drawingml/2006/main">
                <a:ext uri="{FF2B5EF4-FFF2-40B4-BE49-F238E27FC236}">
                  <a16:creationId xmlns:a16="http://schemas.microsoft.com/office/drawing/2014/main" id="{8D7824CD-5C40-4182-A20D-0D8946BD806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86100" y="683133"/>
              <a:ext cx="123825" cy="193167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2" name="state2.3">
              <a:extLst xmlns:a="http://schemas.openxmlformats.org/drawingml/2006/main">
                <a:ext uri="{FF2B5EF4-FFF2-40B4-BE49-F238E27FC236}">
                  <a16:creationId xmlns:a16="http://schemas.microsoft.com/office/drawing/2014/main" id="{08017F1E-E50B-4677-A24D-03F03BBC478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28975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3" name="state2.3.value">
              <a:extLst xmlns:a="http://schemas.openxmlformats.org/drawingml/2006/main">
                <a:ext uri="{FF2B5EF4-FFF2-40B4-BE49-F238E27FC236}">
                  <a16:creationId xmlns:a16="http://schemas.microsoft.com/office/drawing/2014/main" id="{37C198C8-C411-4EC4-8A5A-04BF7777913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28975" y="653415"/>
              <a:ext cx="123825" cy="22288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34" name="state-name2">
            <a:extLst xmlns:a="http://schemas.openxmlformats.org/drawingml/2006/main">
              <a:ext uri="{FF2B5EF4-FFF2-40B4-BE49-F238E27FC236}">
                <a16:creationId xmlns:a16="http://schemas.microsoft.com/office/drawing/2014/main" id="{A6A7A114-B27A-455D-8DE2-8151172DBB4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57500" y="942975"/>
            <a:ext cx="466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h₂</a:t>
            </a:r>
          </a:p>
        </p:txBody>
      </p:sp>
      <p:sp>
        <p:nvSpPr>
          <p:cNvPr id="35" name="stage-line2">
            <a:extLst xmlns:a="http://schemas.openxmlformats.org/drawingml/2006/main">
              <a:ext uri="{FF2B5EF4-FFF2-40B4-BE49-F238E27FC236}">
                <a16:creationId xmlns:a16="http://schemas.microsoft.com/office/drawing/2014/main" id="{0CB93AED-AE85-4A70-940B-6A845569E5B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429000" y="714375"/>
            <a:ext cx="504825" cy="95"/>
          </a:xfrm>
          <a:custGeom xmlns:a="http://schemas.openxmlformats.org/drawingml/2006/main">
            <a:pathLst>
              <a:path w="504825" h="9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737B"/>
            </a:solidFill>
            <a:prstDash val="solid"/>
          </a:ln>
        </p:spPr>
      </p:sp>
      <p:sp>
        <p:nvSpPr>
          <p:cNvPr id="36" name="stage-arrow2">
            <a:extLst xmlns:a="http://schemas.openxmlformats.org/drawingml/2006/main">
              <a:ext uri="{FF2B5EF4-FFF2-40B4-BE49-F238E27FC236}">
                <a16:creationId xmlns:a16="http://schemas.microsoft.com/office/drawing/2014/main" id="{28D9926E-1225-4395-9A11-21545E85EAC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876675" y="685800"/>
            <a:ext cx="57150" cy="57150"/>
          </a:xfrm>
          <a:custGeom xmlns:a="http://schemas.openxmlformats.org/drawingml/2006/main">
            <a:pathLst>
              <a:path w="57150" h="57150">
                <a:moveTo>
                  <a:pt x="57150" y="28575"/>
                </a:moveTo>
                <a:lnTo>
                  <a:pt x="0" y="0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66737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7" name="theta2">
            <a:extLst xmlns:a="http://schemas.openxmlformats.org/drawingml/2006/main">
              <a:ext uri="{FF2B5EF4-FFF2-40B4-BE49-F238E27FC236}">
                <a16:creationId xmlns:a16="http://schemas.microsoft.com/office/drawing/2014/main" id="{F0612506-7284-42BC-B5C7-4933EB457A3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524250" y="7429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θ₃</a:t>
            </a:r>
          </a:p>
        </p:txBody>
      </p:sp>
      <p:grpSp>
        <p:nvGrpSpPr>
          <p:cNvPr id="179" name="state3"/>
          <p:cNvGrpSpPr/>
          <p:nvPr/>
        </p:nvGrpSpPr>
        <p:grpSpPr>
          <ns1:xfrm xmlns:ns1="http://schemas.openxmlformats.org/drawingml/2006/main">
            <ns1:off x="4067175" y="504825"/>
            <ns1:ext cx="552450" cy="371476"/>
            <ns1:chOff x="4067175" y="504825"/>
            <ns1:chExt cx="552450" cy="371476"/>
          </ns1:xfrm>
        </p:grpSpPr>
        <p:sp>
          <p:nvSpPr>
            <p:cNvPr id="38" name="state3.0">
              <a:extLst xmlns:a="http://schemas.openxmlformats.org/drawingml/2006/main">
                <a:ext uri="{FF2B5EF4-FFF2-40B4-BE49-F238E27FC236}">
                  <a16:creationId xmlns:a16="http://schemas.microsoft.com/office/drawing/2014/main" id="{77180DAF-02E0-4041-8EA6-1437A6E24BE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067175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9" name="state3.0.value">
              <a:extLst xmlns:a="http://schemas.openxmlformats.org/drawingml/2006/main">
                <a:ext uri="{FF2B5EF4-FFF2-40B4-BE49-F238E27FC236}">
                  <a16:creationId xmlns:a16="http://schemas.microsoft.com/office/drawing/2014/main" id="{50CD2AD3-F651-496E-B9EA-15240BE9039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067175" y="657130"/>
              <a:ext cx="123825" cy="2191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0" name="state3.1">
              <a:extLst xmlns:a="http://schemas.openxmlformats.org/drawingml/2006/main">
                <a:ext uri="{FF2B5EF4-FFF2-40B4-BE49-F238E27FC236}">
                  <a16:creationId xmlns:a16="http://schemas.microsoft.com/office/drawing/2014/main" id="{2F15465F-4B0C-4C8A-8D38-DCDEFC34087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10050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1" name="state3.1.value">
              <a:extLst xmlns:a="http://schemas.openxmlformats.org/drawingml/2006/main">
                <a:ext uri="{FF2B5EF4-FFF2-40B4-BE49-F238E27FC236}">
                  <a16:creationId xmlns:a16="http://schemas.microsoft.com/office/drawing/2014/main" id="{370B4CE9-1513-4A63-BA11-EC355183D79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10050" y="642271"/>
              <a:ext cx="123825" cy="234029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2" name="state3.2">
              <a:extLst xmlns:a="http://schemas.openxmlformats.org/drawingml/2006/main">
                <a:ext uri="{FF2B5EF4-FFF2-40B4-BE49-F238E27FC236}">
                  <a16:creationId xmlns:a16="http://schemas.microsoft.com/office/drawing/2014/main" id="{6D95233D-37ED-4D44-99FA-CBF510B7C40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352925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3" name="state3.2.value">
              <a:extLst xmlns:a="http://schemas.openxmlformats.org/drawingml/2006/main">
                <a:ext uri="{FF2B5EF4-FFF2-40B4-BE49-F238E27FC236}">
                  <a16:creationId xmlns:a16="http://schemas.microsoft.com/office/drawing/2014/main" id="{1DFF5DE3-953C-416B-A3A8-0FE1B9EFEF6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352925" y="660845"/>
              <a:ext cx="123825" cy="2154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4" name="state3.3">
              <a:extLst xmlns:a="http://schemas.openxmlformats.org/drawingml/2006/main">
                <a:ext uri="{FF2B5EF4-FFF2-40B4-BE49-F238E27FC236}">
                  <a16:creationId xmlns:a16="http://schemas.microsoft.com/office/drawing/2014/main" id="{71FAB437-96BC-4785-860F-7DD058777E9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495800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5" name="state3.3.value">
              <a:extLst xmlns:a="http://schemas.openxmlformats.org/drawingml/2006/main">
                <a:ext uri="{FF2B5EF4-FFF2-40B4-BE49-F238E27FC236}">
                  <a16:creationId xmlns:a16="http://schemas.microsoft.com/office/drawing/2014/main" id="{7712523D-63DF-44E2-A79C-D95018172DF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495800" y="653415"/>
              <a:ext cx="123825" cy="22288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46" name="state-name3">
            <a:extLst xmlns:a="http://schemas.openxmlformats.org/drawingml/2006/main">
              <a:ext uri="{FF2B5EF4-FFF2-40B4-BE49-F238E27FC236}">
                <a16:creationId xmlns:a16="http://schemas.microsoft.com/office/drawing/2014/main" id="{E5AE783F-6925-47B9-8294-990C754BB8F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24325" y="942975"/>
            <a:ext cx="466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h₃</a:t>
            </a:r>
          </a:p>
        </p:txBody>
      </p:sp>
      <p:sp>
        <p:nvSpPr>
          <p:cNvPr id="47" name="stage-line3">
            <a:extLst xmlns:a="http://schemas.openxmlformats.org/drawingml/2006/main">
              <a:ext uri="{FF2B5EF4-FFF2-40B4-BE49-F238E27FC236}">
                <a16:creationId xmlns:a16="http://schemas.microsoft.com/office/drawing/2014/main" id="{49029552-1872-499B-B3F6-D9C454D75F1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695825" y="714375"/>
            <a:ext cx="504825" cy="95"/>
          </a:xfrm>
          <a:custGeom xmlns:a="http://schemas.openxmlformats.org/drawingml/2006/main">
            <a:pathLst>
              <a:path w="504825" h="9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737B"/>
            </a:solidFill>
            <a:prstDash val="solid"/>
          </a:ln>
        </p:spPr>
      </p:sp>
      <p:sp>
        <p:nvSpPr>
          <p:cNvPr id="48" name="stage-arrow3">
            <a:extLst xmlns:a="http://schemas.openxmlformats.org/drawingml/2006/main">
              <a:ext uri="{FF2B5EF4-FFF2-40B4-BE49-F238E27FC236}">
                <a16:creationId xmlns:a16="http://schemas.microsoft.com/office/drawing/2014/main" id="{74D6D315-FC67-438C-A8A9-A13C8A53DF2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43500" y="685800"/>
            <a:ext cx="57150" cy="57150"/>
          </a:xfrm>
          <a:custGeom xmlns:a="http://schemas.openxmlformats.org/drawingml/2006/main">
            <a:pathLst>
              <a:path w="57150" h="57150">
                <a:moveTo>
                  <a:pt x="57150" y="28575"/>
                </a:moveTo>
                <a:lnTo>
                  <a:pt x="0" y="0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66737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9" name="theta3">
            <a:extLst xmlns:a="http://schemas.openxmlformats.org/drawingml/2006/main">
              <a:ext uri="{FF2B5EF4-FFF2-40B4-BE49-F238E27FC236}">
                <a16:creationId xmlns:a16="http://schemas.microsoft.com/office/drawing/2014/main" id="{CFED9DA9-E4D7-4B5B-814B-72209A8D29B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91075" y="7429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θ₄</a:t>
            </a:r>
          </a:p>
        </p:txBody>
      </p:sp>
      <p:grpSp>
        <p:nvGrpSpPr>
          <p:cNvPr id="180" name="state4"/>
          <p:cNvGrpSpPr/>
          <p:nvPr/>
        </p:nvGrpSpPr>
        <p:grpSpPr>
          <ns1:xfrm xmlns:ns1="http://schemas.openxmlformats.org/drawingml/2006/main">
            <ns1:off x="5334000" y="504825"/>
            <ns1:ext cx="552450" cy="371475"/>
            <ns1:chOff x="5334000" y="504825"/>
            <ns1:chExt cx="552450" cy="371475"/>
          </ns1:xfrm>
        </p:grpSpPr>
        <p:sp>
          <p:nvSpPr>
            <p:cNvPr id="50" name="state4.0">
              <a:extLst xmlns:a="http://schemas.openxmlformats.org/drawingml/2006/main">
                <a:ext uri="{FF2B5EF4-FFF2-40B4-BE49-F238E27FC236}">
                  <a16:creationId xmlns:a16="http://schemas.microsoft.com/office/drawing/2014/main" id="{031E8C15-39D7-48F5-96DC-4446C31066A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334000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1" name="state4.0.value">
              <a:extLst xmlns:a="http://schemas.openxmlformats.org/drawingml/2006/main">
                <a:ext uri="{FF2B5EF4-FFF2-40B4-BE49-F238E27FC236}">
                  <a16:creationId xmlns:a16="http://schemas.microsoft.com/office/drawing/2014/main" id="{71E333CA-4891-4B27-A92C-CBEC4F6A3E3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334000" y="627412"/>
              <a:ext cx="123825" cy="2488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9766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2" name="state4.1">
              <a:extLst xmlns:a="http://schemas.openxmlformats.org/drawingml/2006/main">
                <a:ext uri="{FF2B5EF4-FFF2-40B4-BE49-F238E27FC236}">
                  <a16:creationId xmlns:a16="http://schemas.microsoft.com/office/drawing/2014/main" id="{1E8E0D6D-5801-40F0-A52B-F4A1737002B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476875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3" name="state4.1.value">
              <a:extLst xmlns:a="http://schemas.openxmlformats.org/drawingml/2006/main">
                <a:ext uri="{FF2B5EF4-FFF2-40B4-BE49-F238E27FC236}">
                  <a16:creationId xmlns:a16="http://schemas.microsoft.com/office/drawing/2014/main" id="{18F561CA-71A3-4691-B64A-1E4FF35C66C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476875" y="657130"/>
              <a:ext cx="123825" cy="2191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9766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4" name="state4.2">
              <a:extLst xmlns:a="http://schemas.openxmlformats.org/drawingml/2006/main">
                <a:ext uri="{FF2B5EF4-FFF2-40B4-BE49-F238E27FC236}">
                  <a16:creationId xmlns:a16="http://schemas.microsoft.com/office/drawing/2014/main" id="{B87F126E-A256-4B74-B2B5-2CD9A62D0AA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19750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5" name="state4.2.value">
              <a:extLst xmlns:a="http://schemas.openxmlformats.org/drawingml/2006/main">
                <a:ext uri="{FF2B5EF4-FFF2-40B4-BE49-F238E27FC236}">
                  <a16:creationId xmlns:a16="http://schemas.microsoft.com/office/drawing/2014/main" id="{5B951ECA-FD3A-4830-B613-A9268D23474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19750" y="638556"/>
              <a:ext cx="123825" cy="23774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9766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6" name="state4.3">
              <a:extLst xmlns:a="http://schemas.openxmlformats.org/drawingml/2006/main">
                <a:ext uri="{FF2B5EF4-FFF2-40B4-BE49-F238E27FC236}">
                  <a16:creationId xmlns:a16="http://schemas.microsoft.com/office/drawing/2014/main" id="{6F739933-D3F2-47B4-AA99-98EF75507B4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62625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7" name="state4.3.value">
              <a:extLst xmlns:a="http://schemas.openxmlformats.org/drawingml/2006/main">
                <a:ext uri="{FF2B5EF4-FFF2-40B4-BE49-F238E27FC236}">
                  <a16:creationId xmlns:a16="http://schemas.microsoft.com/office/drawing/2014/main" id="{9F04F79B-4AB6-44BA-BCDD-985A8BD6858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62625" y="653415"/>
              <a:ext cx="123825" cy="22288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97665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58" name="state-name4">
            <a:extLst xmlns:a="http://schemas.openxmlformats.org/drawingml/2006/main">
              <a:ext uri="{FF2B5EF4-FFF2-40B4-BE49-F238E27FC236}">
                <a16:creationId xmlns:a16="http://schemas.microsoft.com/office/drawing/2014/main" id="{1EBA3920-D4E9-4953-A2C7-75F6E58955C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391150" y="942975"/>
            <a:ext cx="466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h₄</a:t>
            </a:r>
          </a:p>
        </p:txBody>
      </p:sp>
      <p:sp>
        <p:nvSpPr>
          <p:cNvPr id="59" name="block">
            <a:extLst xmlns:a="http://schemas.openxmlformats.org/drawingml/2006/main">
              <a:ext uri="{FF2B5EF4-FFF2-40B4-BE49-F238E27FC236}">
                <a16:creationId xmlns:a16="http://schemas.microsoft.com/office/drawing/2014/main" id="{F274547D-6F4A-4D27-9B46-141FBCB090E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57325" y="1428750"/>
            <a:ext cx="347662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6668">
            <a:solidFill>
              <a:srgbClr val="C6CED1"/>
            </a:solidFill>
            <a:prstDash val="solid"/>
          </a:ln>
        </p:spPr>
      </p:sp>
      <p:sp>
        <p:nvSpPr>
          <p:cNvPr id="60" name="block.title">
            <a:extLst xmlns:a="http://schemas.openxmlformats.org/drawingml/2006/main">
              <a:ext uri="{FF2B5EF4-FFF2-40B4-BE49-F238E27FC236}">
                <a16:creationId xmlns:a16="http://schemas.microsoft.com/office/drawing/2014/main" id="{50B3F92E-6AEC-408F-8031-5BCE276E3A1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33525" y="1476375"/>
            <a:ext cx="3324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Refinement block  × 4</a:t>
            </a:r>
          </a:p>
        </p:txBody>
      </p:sp>
      <p:sp>
        <p:nvSpPr>
          <p:cNvPr id="61" name="input">
            <a:extLst xmlns:a="http://schemas.openxmlformats.org/drawingml/2006/main">
              <a:ext uri="{FF2B5EF4-FFF2-40B4-BE49-F238E27FC236}">
                <a16:creationId xmlns:a16="http://schemas.microsoft.com/office/drawing/2014/main" id="{413922ED-1BF3-4BC0-B3EF-E36D1157A79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9550" y="2352675"/>
            <a:ext cx="628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h₀</a:t>
            </a:r>
          </a:p>
        </p:txBody>
      </p:sp>
      <p:grpSp>
        <p:nvGrpSpPr>
          <p:cNvPr id="181" name="input-state"/>
          <p:cNvGrpSpPr/>
          <p:nvPr/>
        </p:nvGrpSpPr>
        <p:grpSpPr>
          <ns1:xfrm xmlns:ns1="http://schemas.openxmlformats.org/drawingml/2006/main">
            <ns1:off x="228600" y="2400300"/>
            <ns1:ext cx="514350" cy="342900"/>
            <ns1:chOff x="228600" y="2400300"/>
            <ns1:chExt cx="514350" cy="342900"/>
          </ns1:xfrm>
        </p:grpSpPr>
        <p:sp>
          <p:nvSpPr>
            <p:cNvPr id="62" name="input-state.0">
              <a:extLst xmlns:a="http://schemas.openxmlformats.org/drawingml/2006/main">
                <a:ext uri="{FF2B5EF4-FFF2-40B4-BE49-F238E27FC236}">
                  <a16:creationId xmlns:a16="http://schemas.microsoft.com/office/drawing/2014/main" id="{33A8DD20-3C7C-4876-9B82-2F4E14C661F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8600" y="2400300"/>
              <a:ext cx="114300" cy="3429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3" name="input-state.0.value">
              <a:extLst xmlns:a="http://schemas.openxmlformats.org/drawingml/2006/main">
                <a:ext uri="{FF2B5EF4-FFF2-40B4-BE49-F238E27FC236}">
                  <a16:creationId xmlns:a16="http://schemas.microsoft.com/office/drawing/2014/main" id="{6A4C01AF-A026-4CAC-89BB-4181D872969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8600" y="2606040"/>
              <a:ext cx="114300" cy="13716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4" name="input-state.1">
              <a:extLst xmlns:a="http://schemas.openxmlformats.org/drawingml/2006/main">
                <a:ext uri="{FF2B5EF4-FFF2-40B4-BE49-F238E27FC236}">
                  <a16:creationId xmlns:a16="http://schemas.microsoft.com/office/drawing/2014/main" id="{89BC6306-A411-41B6-ABAB-DE8D5B88971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61950" y="2400300"/>
              <a:ext cx="114300" cy="3429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5" name="input-state.1.value">
              <a:extLst xmlns:a="http://schemas.openxmlformats.org/drawingml/2006/main">
                <a:ext uri="{FF2B5EF4-FFF2-40B4-BE49-F238E27FC236}">
                  <a16:creationId xmlns:a16="http://schemas.microsoft.com/office/drawing/2014/main" id="{AA547978-1645-4DF2-B2E5-A802ACBB08F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61950" y="2468880"/>
              <a:ext cx="114300" cy="27432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6" name="input-state.2">
              <a:extLst xmlns:a="http://schemas.openxmlformats.org/drawingml/2006/main">
                <a:ext uri="{FF2B5EF4-FFF2-40B4-BE49-F238E27FC236}">
                  <a16:creationId xmlns:a16="http://schemas.microsoft.com/office/drawing/2014/main" id="{A9D1C212-3034-4A4B-94B5-B29F711172D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95300" y="2400300"/>
              <a:ext cx="114300" cy="3429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7" name="input-state.2.value">
              <a:extLst xmlns:a="http://schemas.openxmlformats.org/drawingml/2006/main">
                <a:ext uri="{FF2B5EF4-FFF2-40B4-BE49-F238E27FC236}">
                  <a16:creationId xmlns:a16="http://schemas.microsoft.com/office/drawing/2014/main" id="{661B885F-A9FF-4A78-9778-67C7BAA25DC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95300" y="2571750"/>
              <a:ext cx="114300" cy="1714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8" name="input-state.3">
              <a:extLst xmlns:a="http://schemas.openxmlformats.org/drawingml/2006/main">
                <a:ext uri="{FF2B5EF4-FFF2-40B4-BE49-F238E27FC236}">
                  <a16:creationId xmlns:a16="http://schemas.microsoft.com/office/drawing/2014/main" id="{529B4486-A04C-4D6A-AD12-6D1576585E6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8650" y="2400300"/>
              <a:ext cx="114300" cy="3429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9" name="input-state.3.value">
              <a:extLst xmlns:a="http://schemas.openxmlformats.org/drawingml/2006/main">
                <a:ext uri="{FF2B5EF4-FFF2-40B4-BE49-F238E27FC236}">
                  <a16:creationId xmlns:a16="http://schemas.microsoft.com/office/drawing/2014/main" id="{2DC78B9A-060D-4318-BA53-B656B4E225A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8650" y="2537460"/>
              <a:ext cx="114300" cy="20574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70" name="norm">
            <a:extLst xmlns:a="http://schemas.openxmlformats.org/drawingml/2006/main">
              <a:ext uri="{FF2B5EF4-FFF2-40B4-BE49-F238E27FC236}">
                <a16:creationId xmlns:a16="http://schemas.microsoft.com/office/drawing/2014/main" id="{1B1FC1FB-6780-400F-8A32-E612D449CE7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81175" y="2514600"/>
            <a:ext cx="81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87F98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Norm</a:t>
            </a:r>
          </a:p>
        </p:txBody>
      </p:sp>
      <p:sp>
        <p:nvSpPr>
          <p:cNvPr id="71" name="mix">
            <a:extLst xmlns:a="http://schemas.openxmlformats.org/drawingml/2006/main">
              <a:ext uri="{FF2B5EF4-FFF2-40B4-BE49-F238E27FC236}">
                <a16:creationId xmlns:a16="http://schemas.microsoft.com/office/drawing/2014/main" id="{9821CA7E-4A92-46D6-B8AF-5F72F19CCA2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943225" y="251460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B"/>
          </a:solidFill>
          <a:ln xmlns:a="http://schemas.openxmlformats.org/drawingml/2006/main" w="9525">
            <a:solidFill>
              <a:srgbClr val="497665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Mix</a:t>
            </a:r>
          </a:p>
        </p:txBody>
      </p:sp>
      <p:sp>
        <p:nvSpPr>
          <p:cNvPr id="72" name="add">
            <a:extLst xmlns:a="http://schemas.openxmlformats.org/drawingml/2006/main">
              <a:ext uri="{FF2B5EF4-FFF2-40B4-BE49-F238E27FC236}">
                <a16:creationId xmlns:a16="http://schemas.microsoft.com/office/drawing/2014/main" id="{41F42973-F2AF-41ED-A5F9-C21E6DD4446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76725" y="2047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3540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73" name="output">
            <a:extLst xmlns:a="http://schemas.openxmlformats.org/drawingml/2006/main">
              <a:ext uri="{FF2B5EF4-FFF2-40B4-BE49-F238E27FC236}">
                <a16:creationId xmlns:a16="http://schemas.microsoft.com/office/drawing/2014/main" id="{9F669650-13E0-474E-A55F-C102977547A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543550" y="1971675"/>
            <a:ext cx="638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h₄</a:t>
            </a:r>
          </a:p>
        </p:txBody>
      </p:sp>
      <p:grpSp>
        <p:nvGrpSpPr>
          <p:cNvPr id="182" name="output-state"/>
          <p:cNvGrpSpPr/>
          <p:nvPr/>
        </p:nvGrpSpPr>
        <p:grpSpPr>
          <ns1:xfrm xmlns:ns1="http://schemas.openxmlformats.org/drawingml/2006/main">
            <ns1:off x="5572125" y="2019300"/>
            <ns1:ext cx="514350" cy="342900"/>
            <ns1:chOff x="5572125" y="2019300"/>
            <ns1:chExt cx="514350" cy="342900"/>
          </ns1:xfrm>
        </p:grpSpPr>
        <p:sp>
          <p:nvSpPr>
            <p:cNvPr id="74" name="output-state.0">
              <a:extLst xmlns:a="http://schemas.openxmlformats.org/drawingml/2006/main">
                <a:ext uri="{FF2B5EF4-FFF2-40B4-BE49-F238E27FC236}">
                  <a16:creationId xmlns:a16="http://schemas.microsoft.com/office/drawing/2014/main" id="{12312433-074F-4D7B-92E3-D0BA39655D6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72125" y="2019300"/>
              <a:ext cx="114300" cy="3429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5" name="output-state.0.value">
              <a:extLst xmlns:a="http://schemas.openxmlformats.org/drawingml/2006/main">
                <a:ext uri="{FF2B5EF4-FFF2-40B4-BE49-F238E27FC236}">
                  <a16:creationId xmlns:a16="http://schemas.microsoft.com/office/drawing/2014/main" id="{4B38E24A-FCBA-42C5-99EE-B4285B5780C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72125" y="2122170"/>
              <a:ext cx="114300" cy="24003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9766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6" name="output-state.1">
              <a:extLst xmlns:a="http://schemas.openxmlformats.org/drawingml/2006/main">
                <a:ext uri="{FF2B5EF4-FFF2-40B4-BE49-F238E27FC236}">
                  <a16:creationId xmlns:a16="http://schemas.microsoft.com/office/drawing/2014/main" id="{ADD4300B-7130-474D-A6FD-97976B7F725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05475" y="2019300"/>
              <a:ext cx="114300" cy="3429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7" name="output-state.1.value">
              <a:extLst xmlns:a="http://schemas.openxmlformats.org/drawingml/2006/main">
                <a:ext uri="{FF2B5EF4-FFF2-40B4-BE49-F238E27FC236}">
                  <a16:creationId xmlns:a16="http://schemas.microsoft.com/office/drawing/2014/main" id="{1F3838DE-30D7-4919-961B-48BD89AF0B7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05475" y="2139315"/>
              <a:ext cx="114300" cy="22288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9766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8" name="output-state.2">
              <a:extLst xmlns:a="http://schemas.openxmlformats.org/drawingml/2006/main">
                <a:ext uri="{FF2B5EF4-FFF2-40B4-BE49-F238E27FC236}">
                  <a16:creationId xmlns:a16="http://schemas.microsoft.com/office/drawing/2014/main" id="{81D99CB2-3056-4106-A360-6E748539592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38825" y="2019300"/>
              <a:ext cx="114300" cy="3429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9" name="output-state.2.value">
              <a:extLst xmlns:a="http://schemas.openxmlformats.org/drawingml/2006/main">
                <a:ext uri="{FF2B5EF4-FFF2-40B4-BE49-F238E27FC236}">
                  <a16:creationId xmlns:a16="http://schemas.microsoft.com/office/drawing/2014/main" id="{C50200D3-7A0D-46CD-B0F4-61F2285361A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38825" y="2115312"/>
              <a:ext cx="114300" cy="2468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9766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0" name="output-state.3">
              <a:extLst xmlns:a="http://schemas.openxmlformats.org/drawingml/2006/main">
                <a:ext uri="{FF2B5EF4-FFF2-40B4-BE49-F238E27FC236}">
                  <a16:creationId xmlns:a16="http://schemas.microsoft.com/office/drawing/2014/main" id="{A07C71AF-5D84-44A0-9A30-E78666012A1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72175" y="2019300"/>
              <a:ext cx="114300" cy="3429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1" name="output-state.3.value">
              <a:extLst xmlns:a="http://schemas.openxmlformats.org/drawingml/2006/main">
                <a:ext uri="{FF2B5EF4-FFF2-40B4-BE49-F238E27FC236}">
                  <a16:creationId xmlns:a16="http://schemas.microsoft.com/office/drawing/2014/main" id="{0CB1A909-9972-4343-B6B1-061E64EA2E5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72175" y="2129028"/>
              <a:ext cx="114300" cy="23317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97665"/>
            </a:solidFill>
            <a:ln xmlns:a="http://schemas.openxmlformats.org/drawingml/2006/main" w="9525">
              <a:noFill/>
              <a:prstDash val="solid"/>
            </a:ln>
          </p:spPr>
        </p:sp>
      </p:grpSp>
      <p:cxnSp>
        <p:nvCxnSpPr>
          <p:cNvPr id="171" name="e0"/>
          <p:cNvCxnSpPr>
            <a:stCxn xmlns:a="http://schemas.openxmlformats.org/drawingml/2006/main" id="61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838200" y="2709863"/>
            <a:ext cx="942975" cy="47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4765" cap="rnd">
            <a:solidFill>
              <a:srgbClr val="233947"/>
            </a:solidFill>
            <a:prstDash val="solid"/>
            <a:round/>
            <a:tailEnd type="triangle" w="med" len="med"/>
          </a:ln>
        </p:spPr>
      </p:cxnSp>
      <p:cxnSp>
        <p:nvCxnSpPr>
          <p:cNvPr id="172" name="e1"/>
          <p:cNvCxnSpPr>
            <a:stCxn xmlns:a="http://schemas.openxmlformats.org/drawingml/2006/main" id="70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>
            <a:off x="2600325" y="27146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233947"/>
            </a:solidFill>
            <a:prstDash val="solid"/>
            <a:round/>
            <a:tailEnd type="triangle" w="med" len="med"/>
          </a:ln>
        </p:spPr>
      </p:cxnSp>
      <p:cxnSp>
        <p:nvCxnSpPr>
          <p:cNvPr id="173" name="e2"/>
          <p:cNvCxnSpPr>
            <a:stCxn xmlns:a="http://schemas.openxmlformats.org/drawingml/2006/main" id="71" idx="3"/>
            <a:endCxn xmlns:a="http://schemas.openxmlformats.org/drawingml/2006/main" id="72" idx="2"/>
          </p:cNvCxnSpPr>
          <p:nvPr/>
        </p:nvCxnSpPr>
        <p:spPr>
          <a:xfrm xmlns:a="http://schemas.openxmlformats.org/drawingml/2006/main" flipV="1">
            <a:off x="3781425" y="2371725"/>
            <a:ext cx="657225" cy="342900"/>
          </a:xfrm>
          <a:prstGeom xmlns:a="http://schemas.openxmlformats.org/drawingml/2006/main" prst="bentConnector2">
            <a:avLst/>
          </a:prstGeom>
          <a:ln xmlns:a="http://schemas.openxmlformats.org/drawingml/2006/main" w="24765" cap="rnd">
            <a:solidFill>
              <a:srgbClr val="233947"/>
            </a:solidFill>
            <a:prstDash val="solid"/>
            <a:round/>
            <a:tailEnd type="triangle" w="med" len="med"/>
          </a:ln>
        </p:spPr>
      </p:cxnSp>
      <p:cxnSp>
        <p:nvCxnSpPr>
          <p:cNvPr id="174" name="e3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4600575" y="2209800"/>
            <a:ext cx="942975" cy="119063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233947"/>
            </a:solidFill>
            <a:prstDash val="solid"/>
            <a:round/>
            <a:tailEnd type="triangle" w="med" len="med"/>
          </a:ln>
        </p:spPr>
      </p:cxnSp>
      <p:cxnSp>
        <p:nvCxnSpPr>
          <p:cNvPr id="175" name="residual"/>
          <p:cNvCxnSpPr>
            <a:stCxn xmlns:a="http://schemas.openxmlformats.org/drawingml/2006/main" id="61" idx="0"/>
            <a:endCxn xmlns:a="http://schemas.openxmlformats.org/drawingml/2006/main" id="72" idx="1"/>
          </p:cNvCxnSpPr>
          <p:nvPr/>
        </p:nvCxnSpPr>
        <p:spPr>
          <a:xfrm xmlns:a="http://schemas.openxmlformats.org/drawingml/2006/main" flipV="1">
            <a:off x="523875" y="2209800"/>
            <a:ext cx="3752850" cy="14287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6192" cap="rnd">
            <a:solidFill>
              <a:srgbClr val="66737B"/>
            </a:solidFill>
            <a:prstDash val="dash"/>
            <a:round/>
            <a:tailEnd type="triangle" w="med" len="med"/>
          </a:ln>
        </p:spPr>
      </p:cxnSp>
      <p:sp>
        <p:nvSpPr>
          <p:cNvPr id="87" name="identity">
            <a:extLst xmlns:a="http://schemas.openxmlformats.org/drawingml/2006/main">
              <a:ext uri="{FF2B5EF4-FFF2-40B4-BE49-F238E27FC236}">
                <a16:creationId xmlns:a16="http://schemas.microsoft.com/office/drawing/2014/main" id="{0C46C891-3DBC-4D7A-B425-330E6F072AC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81050" y="17430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identity</a:t>
            </a:r>
          </a:p>
        </p:txBody>
      </p:sp>
      <p:sp>
        <p:nvSpPr>
          <p:cNvPr id="88" name="recurrence">
            <a:extLst xmlns:a="http://schemas.openxmlformats.org/drawingml/2006/main">
              <a:ext uri="{FF2B5EF4-FFF2-40B4-BE49-F238E27FC236}">
                <a16:creationId xmlns:a16="http://schemas.microsoft.com/office/drawing/2014/main" id="{0E03467D-DD74-4996-A20C-D2A9393C093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885950" y="3038475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hₜ₊₁ = hₜ + Mixθₜ(Norm(hₜ))</a:t>
            </a:r>
          </a:p>
        </p:txBody>
      </p:sp>
      <p:sp>
        <p:nvSpPr>
          <p:cNvPr id="89" name="disclosure">
            <a:extLst xmlns:a="http://schemas.openxmlformats.org/drawingml/2006/main">
              <a:ext uri="{FF2B5EF4-FFF2-40B4-BE49-F238E27FC236}">
                <a16:creationId xmlns:a16="http://schemas.microsoft.com/office/drawing/2014/main" id="{42E79156-02F3-4EF4-A364-CE5731B31BD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3571875"/>
            <a:ext cx="605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Same block structure; separate parameters. State glyphs are schematic.</a:t>
            </a:r>
          </a:p>
        </p:txBody>
      </p:sp>
    </p:spTree>
    <p:extLst>
      <p:ext uri="{BB962C8B-B14F-4D97-AF65-F5344CB8AC3E}">
        <p14:creationId xmlns:p14="http://schemas.microsoft.com/office/powerpoint/2010/main" val="6092758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2026-09-29T11:04:58.2800000Z</dcterms:created>
  <dcterms:modified xsi:type="dcterms:W3CDTF">2026-09-29T11:04:58.2800000Z</dcterms:modified>
</coreProperties>
</file>