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40d42fdf4840f1" /><Relationship Type="http://schemas.openxmlformats.org/officeDocument/2006/relationships/extended-properties" Target="/docProps/app.xml" Id="Rf15a240978424241" /><Relationship Type="http://schemas.openxmlformats.org/officeDocument/2006/relationships/officeDocument" Target="/ppt/presentation.xml" Id="R25a4fb556faa45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66f12f0f6c4ac0"/>
  </p:sldMasterIdLst>
  <p:notesMasterIdLst>
    <p:notesMasterId xmlns:r="http://schemas.openxmlformats.org/officeDocument/2006/relationships" r:id="Rb1216b7e6e3047bd"/>
  </p:notesMasterIdLst>
  <p:sldIdLst>
    <p:sldId xmlns:r="http://schemas.openxmlformats.org/officeDocument/2006/relationships" id="256" r:id="Rb2254ac1810d411b"/>
  </p:sldIdLst>
  <p:sldSz cx="6400800" cy="381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5c39afc9154f7d" /><Relationship Type="http://schemas.openxmlformats.org/officeDocument/2006/relationships/slideMaster" Target="/ppt/slideMasters/slideMaster1.xml" Id="Rf166f12f0f6c4ac0" /><Relationship Type="http://schemas.openxmlformats.org/officeDocument/2006/relationships/notesMaster" Target="/ppt/notesMasters/notesMaster1.xml" Id="Rb1216b7e6e3047bd" /><Relationship Type="http://schemas.openxmlformats.org/officeDocument/2006/relationships/presProps" Target="/ppt/presProps.xml" Id="R5bdef9d9425f4170" /><Relationship Type="http://schemas.openxmlformats.org/officeDocument/2006/relationships/tableStyles" Target="/ppt/tableStyles.xml" Id="Ra34a5e06ad9b41c7" /><Relationship Type="http://schemas.openxmlformats.org/officeDocument/2006/relationships/slide" Target="/ppt/slides/slide1.xml" Id="Rb2254ac1810d41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b0c72c6a9b49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381aa06296411c" /><Relationship Type="http://schemas.openxmlformats.org/officeDocument/2006/relationships/notesMaster" Target="/ppt/notesMasters/notesMaster1.xml" Id="R4b72d8a9958b45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Selective token aggregation</a:t>
            </a:r>
          </a:p>
          <a:p xmlns:a="http://schemas.openxmlformats.org/drawingml/2006/main">
            <a:r>
              <a:t>Design study: MAE https://arxiv.org/abs/2111.06377; CLIP https://arxiv.org/abs/2103.00020; U-Net https://arxiv.org/abs/1505.04597; Transformer https://arxiv.org/abs/1706.03762. Original examples, not reproductions.</a:t>
            </a:r>
          </a:p>
          <a:p xmlns:a="http://schemas.openxmlformats.org/drawingml/2006/main">
            <a:r>
              <a:t>Original schematic demonstration. Values, signals and patterns are illustrative, not measured results. Publication width 177.8 mm. NASA astronaut photo via scikit-image, public domain: https://scikit-image.org/docs/stable/api/skimage.data#skimage.data.astronaut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f89573ffa349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d9d98540494d82" /><Relationship Type="http://schemas.openxmlformats.org/officeDocument/2006/relationships/slideLayout" Target="/ppt/slideLayouts/slideLayout1.xml" Id="Rf527db0bb83d4b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27db0bb83d4b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edfb4ef514a1d" /><Relationship Type="http://schemas.openxmlformats.org/officeDocument/2006/relationships/notesSlide" Target="/ppt/notesSlides/notesSlide1.xml" Id="Rc5a049065c874c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heading">
            <a:extLst xmlns:a="http://schemas.openxmlformats.org/drawingml/2006/main">
              <a:ext uri="{FF2B5EF4-FFF2-40B4-BE49-F238E27FC236}">
                <a16:creationId xmlns:a16="http://schemas.microsoft.com/office/drawing/2014/main" id="{9E06790C-DC25-48FD-8AA5-402E8DA7C24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85725"/>
            <a:ext cx="6076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Selective token aggregation</a:t>
            </a:r>
          </a:p>
        </p:txBody>
      </p:sp>
      <p:sp>
        <p:nvSpPr>
          <p:cNvPr id="2" name="selection-heading">
            <a:extLst xmlns:a="http://schemas.openxmlformats.org/drawingml/2006/main">
              <a:ext uri="{FF2B5EF4-FFF2-40B4-BE49-F238E27FC236}">
                <a16:creationId xmlns:a16="http://schemas.microsoft.com/office/drawing/2014/main" id="{1AE060A7-27FF-406B-A3C0-5FE9344CBEF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81000"/>
            <a:ext cx="605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(a) Preserve token identity through selection</a:t>
            </a:r>
          </a:p>
        </p:txBody>
      </p:sp>
      <p:grpSp>
        <p:nvGrpSpPr>
          <p:cNvPr id="196" name="tokens"/>
          <p:cNvGrpSpPr/>
          <p:nvPr/>
        </p:nvGrpSpPr>
        <p:grpSpPr>
          <ns1:xfrm xmlns:ns1="http://schemas.openxmlformats.org/drawingml/2006/main">
            <ns1:off x="238125" y="866775"/>
            <ns1:ext cx="1724025" cy="504825"/>
            <ns1:chOff x="238125" y="866775"/>
            <ns1:chExt cx="1724025" cy="504825"/>
          </ns1:xfrm>
        </p:grpSpPr>
        <p:sp>
          <p:nvSpPr>
            <p:cNvPr id="3" name="tokens.0">
              <a:extLst xmlns:a="http://schemas.openxmlformats.org/drawingml/2006/main">
                <a:ext uri="{FF2B5EF4-FFF2-40B4-BE49-F238E27FC236}">
                  <a16:creationId xmlns:a16="http://schemas.microsoft.com/office/drawing/2014/main" id="{9B63D75D-E26D-4ED5-9289-F92C14A49D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8125" y="866775"/>
              <a:ext cx="247650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4" name="tokens.0.v0">
              <a:extLst xmlns:a="http://schemas.openxmlformats.org/drawingml/2006/main">
                <a:ext uri="{FF2B5EF4-FFF2-40B4-BE49-F238E27FC236}">
                  <a16:creationId xmlns:a16="http://schemas.microsoft.com/office/drawing/2014/main" id="{0FD17DDB-D0D5-4E72-B200-C01F1EF6089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6225" y="942975"/>
              <a:ext cx="38100" cy="1047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" name="tokens.0.v1">
              <a:extLst xmlns:a="http://schemas.openxmlformats.org/drawingml/2006/main">
                <a:ext uri="{FF2B5EF4-FFF2-40B4-BE49-F238E27FC236}">
                  <a16:creationId xmlns:a16="http://schemas.microsoft.com/office/drawing/2014/main" id="{E9999E50-4DB7-4BC5-80B2-98F434D706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3375" y="942975"/>
              <a:ext cx="38100" cy="17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" name="tokens.0.v2">
              <a:extLst xmlns:a="http://schemas.openxmlformats.org/drawingml/2006/main">
                <a:ext uri="{FF2B5EF4-FFF2-40B4-BE49-F238E27FC236}">
                  <a16:creationId xmlns:a16="http://schemas.microsoft.com/office/drawing/2014/main" id="{8E47BEFA-5E7C-4A68-8CEC-6183AF85C2D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0525" y="942975"/>
              <a:ext cx="38100" cy="123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" name="tokens.1">
              <a:extLst xmlns:a="http://schemas.openxmlformats.org/drawingml/2006/main">
                <a:ext uri="{FF2B5EF4-FFF2-40B4-BE49-F238E27FC236}">
                  <a16:creationId xmlns:a16="http://schemas.microsoft.com/office/drawing/2014/main" id="{0B7A23FA-B4D7-493C-B3B1-132FA22DFB8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3400" y="866775"/>
              <a:ext cx="247650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7E9EA"/>
            </a:solidFill>
            <a:ln xmlns:a="http://schemas.openxmlformats.org/drawingml/2006/main" w="9525">
              <a:solidFill>
                <a:srgbClr val="B8C0C4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8" name="tokens.1.v0">
              <a:extLst xmlns:a="http://schemas.openxmlformats.org/drawingml/2006/main">
                <a:ext uri="{FF2B5EF4-FFF2-40B4-BE49-F238E27FC236}">
                  <a16:creationId xmlns:a16="http://schemas.microsoft.com/office/drawing/2014/main" id="{23CC96C4-0C7E-47AE-B431-E98D41624AC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500" y="942975"/>
              <a:ext cx="38100" cy="17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1C8CC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" name="tokens.1.v1">
              <a:extLst xmlns:a="http://schemas.openxmlformats.org/drawingml/2006/main">
                <a:ext uri="{FF2B5EF4-FFF2-40B4-BE49-F238E27FC236}">
                  <a16:creationId xmlns:a16="http://schemas.microsoft.com/office/drawing/2014/main" id="{8439CE81-D29A-47C0-B851-FFB4863C95E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8650" y="942975"/>
              <a:ext cx="38100" cy="123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1C8CC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" name="tokens.1.v2">
              <a:extLst xmlns:a="http://schemas.openxmlformats.org/drawingml/2006/main">
                <a:ext uri="{FF2B5EF4-FFF2-40B4-BE49-F238E27FC236}">
                  <a16:creationId xmlns:a16="http://schemas.microsoft.com/office/drawing/2014/main" id="{EFBB5061-E4BB-4997-B130-F65BF58B90D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942975"/>
              <a:ext cx="38100" cy="1047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1C8CC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" name="tokens.2">
              <a:extLst xmlns:a="http://schemas.openxmlformats.org/drawingml/2006/main">
                <a:ext uri="{FF2B5EF4-FFF2-40B4-BE49-F238E27FC236}">
                  <a16:creationId xmlns:a16="http://schemas.microsoft.com/office/drawing/2014/main" id="{AEC3834F-F1DF-4B5D-BE6B-7BDB98374A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8675" y="866775"/>
              <a:ext cx="247650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2" name="tokens.2.v0">
              <a:extLst xmlns:a="http://schemas.openxmlformats.org/drawingml/2006/main">
                <a:ext uri="{FF2B5EF4-FFF2-40B4-BE49-F238E27FC236}">
                  <a16:creationId xmlns:a16="http://schemas.microsoft.com/office/drawing/2014/main" id="{B23E5AF0-AF3D-457A-8479-FF1A7E7A0AA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66775" y="942975"/>
              <a:ext cx="38100" cy="123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3" name="tokens.2.v1">
              <a:extLst xmlns:a="http://schemas.openxmlformats.org/drawingml/2006/main">
                <a:ext uri="{FF2B5EF4-FFF2-40B4-BE49-F238E27FC236}">
                  <a16:creationId xmlns:a16="http://schemas.microsoft.com/office/drawing/2014/main" id="{4663E579-8089-43F8-834A-7C89F2B5011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3925" y="942975"/>
              <a:ext cx="38100" cy="1047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" name="tokens.2.v2">
              <a:extLst xmlns:a="http://schemas.openxmlformats.org/drawingml/2006/main">
                <a:ext uri="{FF2B5EF4-FFF2-40B4-BE49-F238E27FC236}">
                  <a16:creationId xmlns:a16="http://schemas.microsoft.com/office/drawing/2014/main" id="{F087BE88-685C-48DE-9C34-54F86CDB7B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1075" y="942975"/>
              <a:ext cx="38100" cy="17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" name="tokens.3">
              <a:extLst xmlns:a="http://schemas.openxmlformats.org/drawingml/2006/main">
                <a:ext uri="{FF2B5EF4-FFF2-40B4-BE49-F238E27FC236}">
                  <a16:creationId xmlns:a16="http://schemas.microsoft.com/office/drawing/2014/main" id="{650D9FB7-5249-4476-988C-9D5E23AE2E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23950" y="866775"/>
              <a:ext cx="247650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6" name="tokens.3.v0">
              <a:extLst xmlns:a="http://schemas.openxmlformats.org/drawingml/2006/main">
                <a:ext uri="{FF2B5EF4-FFF2-40B4-BE49-F238E27FC236}">
                  <a16:creationId xmlns:a16="http://schemas.microsoft.com/office/drawing/2014/main" id="{146635B1-E3F9-41D8-97E7-C72770CC88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2050" y="942975"/>
              <a:ext cx="38100" cy="1047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" name="tokens.3.v1">
              <a:extLst xmlns:a="http://schemas.openxmlformats.org/drawingml/2006/main">
                <a:ext uri="{FF2B5EF4-FFF2-40B4-BE49-F238E27FC236}">
                  <a16:creationId xmlns:a16="http://schemas.microsoft.com/office/drawing/2014/main" id="{9DF5EE9F-BA20-4AC1-8300-1ECD5BF7A19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19200" y="942975"/>
              <a:ext cx="38100" cy="17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" name="tokens.3.v2">
              <a:extLst xmlns:a="http://schemas.openxmlformats.org/drawingml/2006/main">
                <a:ext uri="{FF2B5EF4-FFF2-40B4-BE49-F238E27FC236}">
                  <a16:creationId xmlns:a16="http://schemas.microsoft.com/office/drawing/2014/main" id="{5976A705-C797-4FA3-8BA6-17F5286C6F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76350" y="942975"/>
              <a:ext cx="38100" cy="123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" name="tokens.4">
              <a:extLst xmlns:a="http://schemas.openxmlformats.org/drawingml/2006/main">
                <a:ext uri="{FF2B5EF4-FFF2-40B4-BE49-F238E27FC236}">
                  <a16:creationId xmlns:a16="http://schemas.microsoft.com/office/drawing/2014/main" id="{2022C2C6-EBCD-4986-82D2-0D1C844E337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19225" y="866775"/>
              <a:ext cx="247650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7E9EA"/>
            </a:solidFill>
            <a:ln xmlns:a="http://schemas.openxmlformats.org/drawingml/2006/main" w="9525">
              <a:solidFill>
                <a:srgbClr val="B8C0C4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20" name="tokens.4.v0">
              <a:extLst xmlns:a="http://schemas.openxmlformats.org/drawingml/2006/main">
                <a:ext uri="{FF2B5EF4-FFF2-40B4-BE49-F238E27FC236}">
                  <a16:creationId xmlns:a16="http://schemas.microsoft.com/office/drawing/2014/main" id="{C01EAA60-A3D4-4163-801A-5192D4B0CA0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57325" y="942975"/>
              <a:ext cx="38100" cy="17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1C8CC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1" name="tokens.4.v1">
              <a:extLst xmlns:a="http://schemas.openxmlformats.org/drawingml/2006/main">
                <a:ext uri="{FF2B5EF4-FFF2-40B4-BE49-F238E27FC236}">
                  <a16:creationId xmlns:a16="http://schemas.microsoft.com/office/drawing/2014/main" id="{73BC4E63-AC2A-4E1E-AA6F-CFF4DA77ED7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14475" y="942975"/>
              <a:ext cx="38100" cy="123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1C8CC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" name="tokens.4.v2">
              <a:extLst xmlns:a="http://schemas.openxmlformats.org/drawingml/2006/main">
                <a:ext uri="{FF2B5EF4-FFF2-40B4-BE49-F238E27FC236}">
                  <a16:creationId xmlns:a16="http://schemas.microsoft.com/office/drawing/2014/main" id="{CDD8DA33-4961-4AD2-8A6A-E8D90A69594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71625" y="942975"/>
              <a:ext cx="38100" cy="1047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1C8CC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" name="tokens.5">
              <a:extLst xmlns:a="http://schemas.openxmlformats.org/drawingml/2006/main">
                <a:ext uri="{FF2B5EF4-FFF2-40B4-BE49-F238E27FC236}">
                  <a16:creationId xmlns:a16="http://schemas.microsoft.com/office/drawing/2014/main" id="{0E60493D-2E25-42D5-9466-5BAE9BD7CE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14500" y="866775"/>
              <a:ext cx="247650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24" name="tokens.5.v0">
              <a:extLst xmlns:a="http://schemas.openxmlformats.org/drawingml/2006/main">
                <a:ext uri="{FF2B5EF4-FFF2-40B4-BE49-F238E27FC236}">
                  <a16:creationId xmlns:a16="http://schemas.microsoft.com/office/drawing/2014/main" id="{D03C2C70-210B-4176-BB2E-79E21EC08E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52600" y="942975"/>
              <a:ext cx="38100" cy="123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" name="tokens.5.v1">
              <a:extLst xmlns:a="http://schemas.openxmlformats.org/drawingml/2006/main">
                <a:ext uri="{FF2B5EF4-FFF2-40B4-BE49-F238E27FC236}">
                  <a16:creationId xmlns:a16="http://schemas.microsoft.com/office/drawing/2014/main" id="{26D705E3-655E-484E-A553-101956151E1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09750" y="942975"/>
              <a:ext cx="38100" cy="1047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6" name="tokens.5.v2">
              <a:extLst xmlns:a="http://schemas.openxmlformats.org/drawingml/2006/main">
                <a:ext uri="{FF2B5EF4-FFF2-40B4-BE49-F238E27FC236}">
                  <a16:creationId xmlns:a16="http://schemas.microsoft.com/office/drawing/2014/main" id="{5A96E1C1-C7C0-4131-A0ED-DF21998C4A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66900" y="942975"/>
              <a:ext cx="38100" cy="17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27" name="token-port">
            <a:extLst xmlns:a="http://schemas.openxmlformats.org/drawingml/2006/main">
              <a:ext uri="{FF2B5EF4-FFF2-40B4-BE49-F238E27FC236}">
                <a16:creationId xmlns:a16="http://schemas.microsoft.com/office/drawing/2014/main" id="{B384AEF5-619B-45E9-A31D-D2B483376F8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9075" y="866775"/>
            <a:ext cx="17811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select">
            <a:extLst xmlns:a="http://schemas.openxmlformats.org/drawingml/2006/main">
              <a:ext uri="{FF2B5EF4-FFF2-40B4-BE49-F238E27FC236}">
                <a16:creationId xmlns:a16="http://schemas.microsoft.com/office/drawing/2014/main" id="{D05F1245-891B-4762-A8E0-F5D7DEEB4F4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95550" y="876300"/>
            <a:ext cx="10191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B"/>
          </a:solidFill>
          <a:ln xmlns:a="http://schemas.openxmlformats.org/drawingml/2006/main" w="9525">
            <a:solidFill>
              <a:srgbClr val="497665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cxnSp>
        <p:nvCxnSpPr>
          <p:cNvPr id="128" name="selection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2000250" y="1119188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sp>
        <p:nvSpPr>
          <p:cNvPr id="30" name="mask-note">
            <a:extLst xmlns:a="http://schemas.openxmlformats.org/drawingml/2006/main">
              <a:ext uri="{FF2B5EF4-FFF2-40B4-BE49-F238E27FC236}">
                <a16:creationId xmlns:a16="http://schemas.microsoft.com/office/drawing/2014/main" id="{BFED57DF-57FD-4A7B-853F-7869BAFD800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8125" y="143827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2 and 5 omitted</a:t>
            </a:r>
          </a:p>
        </p:txBody>
      </p:sp>
      <p:grpSp>
        <p:nvGrpSpPr>
          <p:cNvPr id="197" name="kept"/>
          <p:cNvGrpSpPr/>
          <p:nvPr/>
        </p:nvGrpSpPr>
        <p:grpSpPr>
          <ns1:xfrm xmlns:ns1="http://schemas.openxmlformats.org/drawingml/2006/main">
            <ns1:off x="4038600" y="866775"/>
            <ns1:ext cx="1924050" cy="504825"/>
            <ns1:chOff x="4038600" y="866775"/>
            <ns1:chExt cx="1924050" cy="504825"/>
          </ns1:xfrm>
        </p:grpSpPr>
        <p:sp>
          <p:nvSpPr>
            <p:cNvPr id="31" name="kept.0">
              <a:extLst xmlns:a="http://schemas.openxmlformats.org/drawingml/2006/main">
                <a:ext uri="{FF2B5EF4-FFF2-40B4-BE49-F238E27FC236}">
                  <a16:creationId xmlns:a16="http://schemas.microsoft.com/office/drawing/2014/main" id="{52F793AE-1924-451A-80EE-AC4190BCBD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38600" y="866775"/>
              <a:ext cx="409575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32" name="kept.0.v0">
              <a:extLst xmlns:a="http://schemas.openxmlformats.org/drawingml/2006/main">
                <a:ext uri="{FF2B5EF4-FFF2-40B4-BE49-F238E27FC236}">
                  <a16:creationId xmlns:a16="http://schemas.microsoft.com/office/drawing/2014/main" id="{BEA82985-91F6-4790-8707-0F96CD90AF4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14800" y="942975"/>
              <a:ext cx="47625" cy="1047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" name="kept.0.v1">
              <a:extLst xmlns:a="http://schemas.openxmlformats.org/drawingml/2006/main">
                <a:ext uri="{FF2B5EF4-FFF2-40B4-BE49-F238E27FC236}">
                  <a16:creationId xmlns:a16="http://schemas.microsoft.com/office/drawing/2014/main" id="{B6FC4F0E-5104-41A3-8331-220D0F0839E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0" y="942975"/>
              <a:ext cx="47625" cy="17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4" name="kept.0.v2">
              <a:extLst xmlns:a="http://schemas.openxmlformats.org/drawingml/2006/main">
                <a:ext uri="{FF2B5EF4-FFF2-40B4-BE49-F238E27FC236}">
                  <a16:creationId xmlns:a16="http://schemas.microsoft.com/office/drawing/2014/main" id="{EE43E5B1-72A7-4CC8-B78A-47733171DD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67200" y="942975"/>
              <a:ext cx="47625" cy="123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5" name="kept.1">
              <a:extLst xmlns:a="http://schemas.openxmlformats.org/drawingml/2006/main">
                <a:ext uri="{FF2B5EF4-FFF2-40B4-BE49-F238E27FC236}">
                  <a16:creationId xmlns:a16="http://schemas.microsoft.com/office/drawing/2014/main" id="{BEBC9362-51C4-4B42-91A5-B34F6806BF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43425" y="866775"/>
              <a:ext cx="409575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36" name="kept.1.v0">
              <a:extLst xmlns:a="http://schemas.openxmlformats.org/drawingml/2006/main">
                <a:ext uri="{FF2B5EF4-FFF2-40B4-BE49-F238E27FC236}">
                  <a16:creationId xmlns:a16="http://schemas.microsoft.com/office/drawing/2014/main" id="{DFB52495-D6FE-4D62-AD00-5215E7DC8A8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19625" y="942975"/>
              <a:ext cx="47625" cy="123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7" name="kept.1.v1">
              <a:extLst xmlns:a="http://schemas.openxmlformats.org/drawingml/2006/main">
                <a:ext uri="{FF2B5EF4-FFF2-40B4-BE49-F238E27FC236}">
                  <a16:creationId xmlns:a16="http://schemas.microsoft.com/office/drawing/2014/main" id="{5BB836B0-8C36-4E76-AF0B-BC673F9027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95825" y="942975"/>
              <a:ext cx="47625" cy="1047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8" name="kept.1.v2">
              <a:extLst xmlns:a="http://schemas.openxmlformats.org/drawingml/2006/main">
                <a:ext uri="{FF2B5EF4-FFF2-40B4-BE49-F238E27FC236}">
                  <a16:creationId xmlns:a16="http://schemas.microsoft.com/office/drawing/2014/main" id="{9284E8FA-A651-4C6B-A3C6-B737AC12D74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72025" y="942975"/>
              <a:ext cx="47625" cy="17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" name="kept.2">
              <a:extLst xmlns:a="http://schemas.openxmlformats.org/drawingml/2006/main">
                <a:ext uri="{FF2B5EF4-FFF2-40B4-BE49-F238E27FC236}">
                  <a16:creationId xmlns:a16="http://schemas.microsoft.com/office/drawing/2014/main" id="{693C245F-1946-429A-8BD0-15E40287FE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48250" y="866775"/>
              <a:ext cx="409575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40" name="kept.2.v0">
              <a:extLst xmlns:a="http://schemas.openxmlformats.org/drawingml/2006/main">
                <a:ext uri="{FF2B5EF4-FFF2-40B4-BE49-F238E27FC236}">
                  <a16:creationId xmlns:a16="http://schemas.microsoft.com/office/drawing/2014/main" id="{057B3414-A06E-44D7-80D3-39D7D76D9D3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24450" y="942975"/>
              <a:ext cx="47625" cy="1047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1" name="kept.2.v1">
              <a:extLst xmlns:a="http://schemas.openxmlformats.org/drawingml/2006/main">
                <a:ext uri="{FF2B5EF4-FFF2-40B4-BE49-F238E27FC236}">
                  <a16:creationId xmlns:a16="http://schemas.microsoft.com/office/drawing/2014/main" id="{AB4B842A-B1E0-4CD7-ABF1-40502DDF584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00650" y="942975"/>
              <a:ext cx="47625" cy="17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2" name="kept.2.v2">
              <a:extLst xmlns:a="http://schemas.openxmlformats.org/drawingml/2006/main">
                <a:ext uri="{FF2B5EF4-FFF2-40B4-BE49-F238E27FC236}">
                  <a16:creationId xmlns:a16="http://schemas.microsoft.com/office/drawing/2014/main" id="{3C1B4C9C-FBD4-488D-BDBF-422D451EBC6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76850" y="942975"/>
              <a:ext cx="47625" cy="123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3" name="kept.3">
              <a:extLst xmlns:a="http://schemas.openxmlformats.org/drawingml/2006/main">
                <a:ext uri="{FF2B5EF4-FFF2-40B4-BE49-F238E27FC236}">
                  <a16:creationId xmlns:a16="http://schemas.microsoft.com/office/drawing/2014/main" id="{5CC74FAE-6D54-4C00-BF01-FEE36B5E468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53075" y="866775"/>
              <a:ext cx="409575" cy="504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  <p:txBody>
            <a:bodyPr xmlns:a="http://schemas.openxmlformats.org/drawingml/2006/main" wrap="square" lIns="47625" tIns="19050" rIns="47625" bIns="19050" anchor="b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44" name="kept.3.v0">
              <a:extLst xmlns:a="http://schemas.openxmlformats.org/drawingml/2006/main">
                <a:ext uri="{FF2B5EF4-FFF2-40B4-BE49-F238E27FC236}">
                  <a16:creationId xmlns:a16="http://schemas.microsoft.com/office/drawing/2014/main" id="{D6B98B7D-3C9E-4BFF-9C8A-78352B6AFE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29275" y="942975"/>
              <a:ext cx="47625" cy="1238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5" name="kept.3.v1">
              <a:extLst xmlns:a="http://schemas.openxmlformats.org/drawingml/2006/main">
                <a:ext uri="{FF2B5EF4-FFF2-40B4-BE49-F238E27FC236}">
                  <a16:creationId xmlns:a16="http://schemas.microsoft.com/office/drawing/2014/main" id="{1D8CD158-281C-4581-AF1B-24EE872148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05475" y="942975"/>
              <a:ext cx="47625" cy="1047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6" name="kept.3.v2">
              <a:extLst xmlns:a="http://schemas.openxmlformats.org/drawingml/2006/main">
                <a:ext uri="{FF2B5EF4-FFF2-40B4-BE49-F238E27FC236}">
                  <a16:creationId xmlns:a16="http://schemas.microsoft.com/office/drawing/2014/main" id="{2B03993D-B6B1-4FFE-8D20-651B0DCD054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81675" y="942975"/>
              <a:ext cx="47625" cy="17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47" name="kept-port">
            <a:extLst xmlns:a="http://schemas.openxmlformats.org/drawingml/2006/main">
              <a:ext uri="{FF2B5EF4-FFF2-40B4-BE49-F238E27FC236}">
                <a16:creationId xmlns:a16="http://schemas.microsoft.com/office/drawing/2014/main" id="{DEDA5D50-3455-4725-96A1-26D89DE44CC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19550" y="866775"/>
            <a:ext cx="1971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47" name="retained"/>
          <p:cNvCxnSpPr>
            <a:stCxn xmlns:a="http://schemas.openxmlformats.org/drawingml/2006/main" id="28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3514725" y="1119188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sp>
        <p:nvSpPr>
          <p:cNvPr id="49" name="detail-divider">
            <a:extLst xmlns:a="http://schemas.openxmlformats.org/drawingml/2006/main">
              <a:ext uri="{FF2B5EF4-FFF2-40B4-BE49-F238E27FC236}">
                <a16:creationId xmlns:a16="http://schemas.microsoft.com/office/drawing/2014/main" id="{10DEECB7-A435-4901-837C-5D2321392A0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1790700"/>
            <a:ext cx="6057900" cy="95"/>
          </a:xfrm>
          <a:custGeom xmlns:a="http://schemas.openxmlformats.org/drawingml/2006/main">
            <a:pathLst>
              <a:path w="6057900" h="95">
                <a:moveTo>
                  <a:pt x="0" y="0"/>
                </a:moveTo>
                <a:lnTo>
                  <a:pt x="6057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6CED1"/>
            </a:solidFill>
            <a:prstDash val="solid"/>
          </a:ln>
        </p:spPr>
      </p:sp>
      <p:sp>
        <p:nvSpPr>
          <p:cNvPr id="50" name="weighted-title">
            <a:extLst xmlns:a="http://schemas.openxmlformats.org/drawingml/2006/main">
              <a:ext uri="{FF2B5EF4-FFF2-40B4-BE49-F238E27FC236}">
                <a16:creationId xmlns:a16="http://schemas.microsoft.com/office/drawing/2014/main" id="{4589120F-FE1F-4DAE-8626-37232EB8874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1943100"/>
            <a:ext cx="328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(b) Form a weighted summary</a:t>
            </a:r>
          </a:p>
        </p:txBody>
      </p:sp>
      <p:grpSp>
        <p:nvGrpSpPr>
          <p:cNvPr id="202" name="weights"/>
          <p:cNvGrpSpPr/>
          <p:nvPr/>
        </p:nvGrpSpPr>
        <p:grpSpPr>
          <ns1:xfrm xmlns:ns1="http://schemas.openxmlformats.org/drawingml/2006/main">
            <ns1:off x="457200" y="2952750"/>
            <ns1:ext cx="2752725" cy="285750"/>
            <ns1:chOff x="457200" y="2952750"/>
            <ns1:chExt cx="2752725" cy="285750"/>
          </ns1:xfrm>
        </p:grpSpPr>
        <p:sp>
          <p:nvSpPr>
            <p:cNvPr id="51" name="weights.0.0">
              <a:extLst xmlns:a="http://schemas.openxmlformats.org/drawingml/2006/main">
                <a:ext uri="{FF2B5EF4-FFF2-40B4-BE49-F238E27FC236}">
                  <a16:creationId xmlns:a16="http://schemas.microsoft.com/office/drawing/2014/main" id="{F099F83C-C7C7-4F01-B264-4F365E50FE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2952750"/>
              <a:ext cx="438150" cy="285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6ECE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.5</a:t>
              </a:r>
            </a:p>
          </p:txBody>
        </p:sp>
        <p:sp>
          <p:nvSpPr>
            <p:cNvPr id="61" name="weights.0.1">
              <a:extLst xmlns:a="http://schemas.openxmlformats.org/drawingml/2006/main">
                <a:ext uri="{FF2B5EF4-FFF2-40B4-BE49-F238E27FC236}">
                  <a16:creationId xmlns:a16="http://schemas.microsoft.com/office/drawing/2014/main" id="{5CDCD94A-E279-4BF6-B14F-731D7628C5F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28725" y="2952750"/>
              <a:ext cx="438150" cy="285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6ECE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.2</a:t>
              </a:r>
            </a:p>
          </p:txBody>
        </p:sp>
        <p:sp>
          <p:nvSpPr>
            <p:cNvPr id="71" name="weights.0.2">
              <a:extLst xmlns:a="http://schemas.openxmlformats.org/drawingml/2006/main">
                <a:ext uri="{FF2B5EF4-FFF2-40B4-BE49-F238E27FC236}">
                  <a16:creationId xmlns:a16="http://schemas.microsoft.com/office/drawing/2014/main" id="{2BA081FC-99C9-4F53-9F3A-B139EC25CA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00250" y="2952750"/>
              <a:ext cx="438150" cy="285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6ECE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.2</a:t>
              </a:r>
            </a:p>
          </p:txBody>
        </p:sp>
        <p:sp>
          <p:nvSpPr>
            <p:cNvPr id="81" name="weights.0.3">
              <a:extLst xmlns:a="http://schemas.openxmlformats.org/drawingml/2006/main">
                <a:ext uri="{FF2B5EF4-FFF2-40B4-BE49-F238E27FC236}">
                  <a16:creationId xmlns:a16="http://schemas.microsoft.com/office/drawing/2014/main" id="{A6413A46-1D32-429C-96F6-30C52D5D77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71775" y="2952750"/>
              <a:ext cx="438150" cy="285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6ECE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.1</a:t>
              </a:r>
            </a:p>
          </p:txBody>
        </p:sp>
      </p:grpSp>
      <p:grpSp>
        <p:nvGrpSpPr>
          <p:cNvPr id="198" name="weighted-vector0"/>
          <p:cNvGrpSpPr/>
          <p:nvPr/>
        </p:nvGrpSpPr>
        <p:grpSpPr>
          <ns1:xfrm xmlns:ns1="http://schemas.openxmlformats.org/drawingml/2006/main">
            <ns1:off x="447675" y="2457450"/>
            <ns1:ext cx="400050" cy="323851"/>
            <ns1:chOff x="447675" y="2457450"/>
            <ns1:chExt cx="400050" cy="323851"/>
          </ns1:xfrm>
        </p:grpSpPr>
        <p:sp>
          <p:nvSpPr>
            <p:cNvPr id="52" name="weighted-vector0.0">
              <a:extLst xmlns:a="http://schemas.openxmlformats.org/drawingml/2006/main">
                <a:ext uri="{FF2B5EF4-FFF2-40B4-BE49-F238E27FC236}">
                  <a16:creationId xmlns:a16="http://schemas.microsoft.com/office/drawing/2014/main" id="{85F6DEF2-6E41-406B-9368-B9C10E27AA2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7675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3" name="weighted-vector0.0.value">
              <a:extLst xmlns:a="http://schemas.openxmlformats.org/drawingml/2006/main">
                <a:ext uri="{FF2B5EF4-FFF2-40B4-BE49-F238E27FC236}">
                  <a16:creationId xmlns:a16="http://schemas.microsoft.com/office/drawing/2014/main" id="{D219B909-95FA-4A7F-AF56-A867E0CFA3B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7675" y="2667953"/>
              <a:ext cx="85725" cy="113347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4" name="weighted-vector0.1">
              <a:extLst xmlns:a="http://schemas.openxmlformats.org/drawingml/2006/main">
                <a:ext uri="{FF2B5EF4-FFF2-40B4-BE49-F238E27FC236}">
                  <a16:creationId xmlns:a16="http://schemas.microsoft.com/office/drawing/2014/main" id="{410F3720-114F-4C20-AC97-A4E3AAC1FB6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2450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5" name="weighted-vector0.1.value">
              <a:extLst xmlns:a="http://schemas.openxmlformats.org/drawingml/2006/main">
                <a:ext uri="{FF2B5EF4-FFF2-40B4-BE49-F238E27FC236}">
                  <a16:creationId xmlns:a16="http://schemas.microsoft.com/office/drawing/2014/main" id="{082EF87B-C4E0-4548-94CF-7AA71E636B0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2450" y="2522220"/>
              <a:ext cx="85725" cy="2590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6" name="weighted-vector0.2">
              <a:extLst xmlns:a="http://schemas.openxmlformats.org/drawingml/2006/main">
                <a:ext uri="{FF2B5EF4-FFF2-40B4-BE49-F238E27FC236}">
                  <a16:creationId xmlns:a16="http://schemas.microsoft.com/office/drawing/2014/main" id="{21560B4D-C7C2-4231-B8C6-9091C952BC0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7225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7" name="weighted-vector0.2.value">
              <a:extLst xmlns:a="http://schemas.openxmlformats.org/drawingml/2006/main">
                <a:ext uri="{FF2B5EF4-FFF2-40B4-BE49-F238E27FC236}">
                  <a16:creationId xmlns:a16="http://schemas.microsoft.com/office/drawing/2014/main" id="{BFEA065C-B0A5-4D34-B003-817AAD7C81B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7225" y="2619375"/>
              <a:ext cx="85725" cy="1619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8" name="weighted-vector0.3">
              <a:extLst xmlns:a="http://schemas.openxmlformats.org/drawingml/2006/main">
                <a:ext uri="{FF2B5EF4-FFF2-40B4-BE49-F238E27FC236}">
                  <a16:creationId xmlns:a16="http://schemas.microsoft.com/office/drawing/2014/main" id="{A7D15FFF-C189-4ACA-8886-DE3F82C80BB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9" name="weighted-vector0.3.value">
              <a:extLst xmlns:a="http://schemas.openxmlformats.org/drawingml/2006/main">
                <a:ext uri="{FF2B5EF4-FFF2-40B4-BE49-F238E27FC236}">
                  <a16:creationId xmlns:a16="http://schemas.microsoft.com/office/drawing/2014/main" id="{0C94BE40-38BF-4BB1-8833-52E3E36C7DE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2570798"/>
              <a:ext cx="85725" cy="21050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60" name="selected-name0">
            <a:extLst xmlns:a="http://schemas.openxmlformats.org/drawingml/2006/main">
              <a:ext uri="{FF2B5EF4-FFF2-40B4-BE49-F238E27FC236}">
                <a16:creationId xmlns:a16="http://schemas.microsoft.com/office/drawing/2014/main" id="{28793F49-CA60-47F3-918A-E5116515C4E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5300" y="22383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v₁</a:t>
            </a:r>
          </a:p>
        </p:txBody>
      </p:sp>
      <p:grpSp>
        <p:nvGrpSpPr>
          <p:cNvPr id="199" name="weighted-vector1"/>
          <p:cNvGrpSpPr/>
          <p:nvPr/>
        </p:nvGrpSpPr>
        <p:grpSpPr>
          <ns1:xfrm xmlns:ns1="http://schemas.openxmlformats.org/drawingml/2006/main">
            <ns1:off x="1219200" y="2457450"/>
            <ns1:ext cx="400050" cy="323851"/>
            <ns1:chOff x="1219200" y="2457450"/>
            <ns1:chExt cx="400050" cy="323851"/>
          </ns1:xfrm>
        </p:grpSpPr>
        <p:sp>
          <p:nvSpPr>
            <p:cNvPr id="62" name="weighted-vector1.0">
              <a:extLst xmlns:a="http://schemas.openxmlformats.org/drawingml/2006/main">
                <a:ext uri="{FF2B5EF4-FFF2-40B4-BE49-F238E27FC236}">
                  <a16:creationId xmlns:a16="http://schemas.microsoft.com/office/drawing/2014/main" id="{4D7E88C6-61A3-463C-B5F5-E61CC864CF4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19200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3" name="weighted-vector1.0.value">
              <a:extLst xmlns:a="http://schemas.openxmlformats.org/drawingml/2006/main">
                <a:ext uri="{FF2B5EF4-FFF2-40B4-BE49-F238E27FC236}">
                  <a16:creationId xmlns:a16="http://schemas.microsoft.com/office/drawing/2014/main" id="{F8E4B02C-804B-40BD-8660-4E5B7613248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19200" y="2635568"/>
              <a:ext cx="85725" cy="14573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4" name="weighted-vector1.1">
              <a:extLst xmlns:a="http://schemas.openxmlformats.org/drawingml/2006/main">
                <a:ext uri="{FF2B5EF4-FFF2-40B4-BE49-F238E27FC236}">
                  <a16:creationId xmlns:a16="http://schemas.microsoft.com/office/drawing/2014/main" id="{7575968A-F69E-4748-9BE5-CED0A4CED3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3975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5" name="weighted-vector1.1.value">
              <a:extLst xmlns:a="http://schemas.openxmlformats.org/drawingml/2006/main">
                <a:ext uri="{FF2B5EF4-FFF2-40B4-BE49-F238E27FC236}">
                  <a16:creationId xmlns:a16="http://schemas.microsoft.com/office/drawing/2014/main" id="{E038E1ED-7BC2-4F63-9886-E6E6CB00B5B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3975" y="2554605"/>
              <a:ext cx="85725" cy="22669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6" name="weighted-vector1.2">
              <a:extLst xmlns:a="http://schemas.openxmlformats.org/drawingml/2006/main">
                <a:ext uri="{FF2B5EF4-FFF2-40B4-BE49-F238E27FC236}">
                  <a16:creationId xmlns:a16="http://schemas.microsoft.com/office/drawing/2014/main" id="{BFC59805-232F-42AB-9D09-AA6B99D697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28750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7" name="weighted-vector1.2.value">
              <a:extLst xmlns:a="http://schemas.openxmlformats.org/drawingml/2006/main">
                <a:ext uri="{FF2B5EF4-FFF2-40B4-BE49-F238E27FC236}">
                  <a16:creationId xmlns:a16="http://schemas.microsoft.com/office/drawing/2014/main" id="{FA0E1BCC-F3CF-42E7-8ED5-785052547B9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28750" y="2619375"/>
              <a:ext cx="85725" cy="1619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8" name="weighted-vector1.3">
              <a:extLst xmlns:a="http://schemas.openxmlformats.org/drawingml/2006/main">
                <a:ext uri="{FF2B5EF4-FFF2-40B4-BE49-F238E27FC236}">
                  <a16:creationId xmlns:a16="http://schemas.microsoft.com/office/drawing/2014/main" id="{E6CC9AA6-B10F-4872-A491-B71A14FE54F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33525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9" name="weighted-vector1.3.value">
              <a:extLst xmlns:a="http://schemas.openxmlformats.org/drawingml/2006/main">
                <a:ext uri="{FF2B5EF4-FFF2-40B4-BE49-F238E27FC236}">
                  <a16:creationId xmlns:a16="http://schemas.microsoft.com/office/drawing/2014/main" id="{21685E7A-8348-4C1D-AC23-FD0956F4E0E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33525" y="2570798"/>
              <a:ext cx="85725" cy="21050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70" name="selected-name1">
            <a:extLst xmlns:a="http://schemas.openxmlformats.org/drawingml/2006/main">
              <a:ext uri="{FF2B5EF4-FFF2-40B4-BE49-F238E27FC236}">
                <a16:creationId xmlns:a16="http://schemas.microsoft.com/office/drawing/2014/main" id="{03ED101E-AA79-4136-9167-A22D8363010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6825" y="22383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v₃</a:t>
            </a:r>
          </a:p>
        </p:txBody>
      </p:sp>
      <p:grpSp>
        <p:nvGrpSpPr>
          <p:cNvPr id="200" name="weighted-vector2"/>
          <p:cNvGrpSpPr/>
          <p:nvPr/>
        </p:nvGrpSpPr>
        <p:grpSpPr>
          <ns1:xfrm xmlns:ns1="http://schemas.openxmlformats.org/drawingml/2006/main">
            <ns1:off x="1990725" y="2457450"/>
            <ns1:ext cx="400050" cy="323851"/>
            <ns1:chOff x="1990725" y="2457450"/>
            <ns1:chExt cx="400050" cy="323851"/>
          </ns1:xfrm>
        </p:grpSpPr>
        <p:sp>
          <p:nvSpPr>
            <p:cNvPr id="72" name="weighted-vector2.0">
              <a:extLst xmlns:a="http://schemas.openxmlformats.org/drawingml/2006/main">
                <a:ext uri="{FF2B5EF4-FFF2-40B4-BE49-F238E27FC236}">
                  <a16:creationId xmlns:a16="http://schemas.microsoft.com/office/drawing/2014/main" id="{02BCFB7D-6811-49A8-9EAB-65E3814B4C5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90725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3" name="weighted-vector2.0.value">
              <a:extLst xmlns:a="http://schemas.openxmlformats.org/drawingml/2006/main">
                <a:ext uri="{FF2B5EF4-FFF2-40B4-BE49-F238E27FC236}">
                  <a16:creationId xmlns:a16="http://schemas.microsoft.com/office/drawing/2014/main" id="{B445063E-99E2-4E07-B8A3-EF786997483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90725" y="2603183"/>
              <a:ext cx="85725" cy="17811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4" name="weighted-vector2.1">
              <a:extLst xmlns:a="http://schemas.openxmlformats.org/drawingml/2006/main">
                <a:ext uri="{FF2B5EF4-FFF2-40B4-BE49-F238E27FC236}">
                  <a16:creationId xmlns:a16="http://schemas.microsoft.com/office/drawing/2014/main" id="{CA6FF6BC-6C0E-4E4E-94C2-A14C549FA81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95500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5" name="weighted-vector2.1.value">
              <a:extLst xmlns:a="http://schemas.openxmlformats.org/drawingml/2006/main">
                <a:ext uri="{FF2B5EF4-FFF2-40B4-BE49-F238E27FC236}">
                  <a16:creationId xmlns:a16="http://schemas.microsoft.com/office/drawing/2014/main" id="{66B1E495-77AB-4788-BF94-635C557929E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95500" y="2586990"/>
              <a:ext cx="85725" cy="1943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6" name="weighted-vector2.2">
              <a:extLst xmlns:a="http://schemas.openxmlformats.org/drawingml/2006/main">
                <a:ext uri="{FF2B5EF4-FFF2-40B4-BE49-F238E27FC236}">
                  <a16:creationId xmlns:a16="http://schemas.microsoft.com/office/drawing/2014/main" id="{C3692619-2D76-410B-8D3E-552186A47FB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00275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7" name="weighted-vector2.2.value">
              <a:extLst xmlns:a="http://schemas.openxmlformats.org/drawingml/2006/main">
                <a:ext uri="{FF2B5EF4-FFF2-40B4-BE49-F238E27FC236}">
                  <a16:creationId xmlns:a16="http://schemas.microsoft.com/office/drawing/2014/main" id="{B8CE2064-9C43-421E-9FD9-A2DA4C84824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00275" y="2619375"/>
              <a:ext cx="85725" cy="1619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8" name="weighted-vector2.3">
              <a:extLst xmlns:a="http://schemas.openxmlformats.org/drawingml/2006/main">
                <a:ext uri="{FF2B5EF4-FFF2-40B4-BE49-F238E27FC236}">
                  <a16:creationId xmlns:a16="http://schemas.microsoft.com/office/drawing/2014/main" id="{A1D269D5-301F-4717-94DB-F101936D61E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05050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9" name="weighted-vector2.3.value">
              <a:extLst xmlns:a="http://schemas.openxmlformats.org/drawingml/2006/main">
                <a:ext uri="{FF2B5EF4-FFF2-40B4-BE49-F238E27FC236}">
                  <a16:creationId xmlns:a16="http://schemas.microsoft.com/office/drawing/2014/main" id="{9C9D453A-A0A8-4041-BD17-4159E12ED81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05050" y="2570798"/>
              <a:ext cx="85725" cy="21050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80" name="selected-name2">
            <a:extLst xmlns:a="http://schemas.openxmlformats.org/drawingml/2006/main">
              <a:ext uri="{FF2B5EF4-FFF2-40B4-BE49-F238E27FC236}">
                <a16:creationId xmlns:a16="http://schemas.microsoft.com/office/drawing/2014/main" id="{AA8AA2EA-3F6F-4A81-87A5-124AEFF2798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38350" y="22383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v₄</a:t>
            </a:r>
          </a:p>
        </p:txBody>
      </p:sp>
      <p:grpSp>
        <p:nvGrpSpPr>
          <p:cNvPr id="201" name="weighted-vector3"/>
          <p:cNvGrpSpPr/>
          <p:nvPr/>
        </p:nvGrpSpPr>
        <p:grpSpPr>
          <ns1:xfrm xmlns:ns1="http://schemas.openxmlformats.org/drawingml/2006/main">
            <ns1:off x="2762250" y="2457450"/>
            <ns1:ext cx="400050" cy="323851"/>
            <ns1:chOff x="2762250" y="2457450"/>
            <ns1:chExt cx="400050" cy="323851"/>
          </ns1:xfrm>
        </p:grpSpPr>
        <p:sp>
          <p:nvSpPr>
            <p:cNvPr id="82" name="weighted-vector3.0">
              <a:extLst xmlns:a="http://schemas.openxmlformats.org/drawingml/2006/main">
                <a:ext uri="{FF2B5EF4-FFF2-40B4-BE49-F238E27FC236}">
                  <a16:creationId xmlns:a16="http://schemas.microsoft.com/office/drawing/2014/main" id="{F149AA8D-C445-48AC-A143-6390652DCE2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62250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3" name="weighted-vector3.0.value">
              <a:extLst xmlns:a="http://schemas.openxmlformats.org/drawingml/2006/main">
                <a:ext uri="{FF2B5EF4-FFF2-40B4-BE49-F238E27FC236}">
                  <a16:creationId xmlns:a16="http://schemas.microsoft.com/office/drawing/2014/main" id="{58A0496C-DA72-4BE5-82E7-DD87BBD29E0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62250" y="2570798"/>
              <a:ext cx="85725" cy="21050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4" name="weighted-vector3.1">
              <a:extLst xmlns:a="http://schemas.openxmlformats.org/drawingml/2006/main">
                <a:ext uri="{FF2B5EF4-FFF2-40B4-BE49-F238E27FC236}">
                  <a16:creationId xmlns:a16="http://schemas.microsoft.com/office/drawing/2014/main" id="{EDE69A6C-15D4-4375-84C6-2B0ECABDD2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67025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5" name="weighted-vector3.1.value">
              <a:extLst xmlns:a="http://schemas.openxmlformats.org/drawingml/2006/main">
                <a:ext uri="{FF2B5EF4-FFF2-40B4-BE49-F238E27FC236}">
                  <a16:creationId xmlns:a16="http://schemas.microsoft.com/office/drawing/2014/main" id="{3D297B6B-1BDC-4394-A04F-A3B141F1DDB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67025" y="2619375"/>
              <a:ext cx="85725" cy="1619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6" name="weighted-vector3.2">
              <a:extLst xmlns:a="http://schemas.openxmlformats.org/drawingml/2006/main">
                <a:ext uri="{FF2B5EF4-FFF2-40B4-BE49-F238E27FC236}">
                  <a16:creationId xmlns:a16="http://schemas.microsoft.com/office/drawing/2014/main" id="{F65EE2A5-5728-44A2-A735-16801A64939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1800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7" name="weighted-vector3.2.value">
              <a:extLst xmlns:a="http://schemas.openxmlformats.org/drawingml/2006/main">
                <a:ext uri="{FF2B5EF4-FFF2-40B4-BE49-F238E27FC236}">
                  <a16:creationId xmlns:a16="http://schemas.microsoft.com/office/drawing/2014/main" id="{42EE9B87-8FE6-4204-9E7C-060427E027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71800" y="2619375"/>
              <a:ext cx="85725" cy="1619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8" name="weighted-vector3.3">
              <a:extLst xmlns:a="http://schemas.openxmlformats.org/drawingml/2006/main">
                <a:ext uri="{FF2B5EF4-FFF2-40B4-BE49-F238E27FC236}">
                  <a16:creationId xmlns:a16="http://schemas.microsoft.com/office/drawing/2014/main" id="{44AA7147-C7AB-4883-A325-C36CF061550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76575" y="2457450"/>
              <a:ext cx="85725" cy="323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9" name="weighted-vector3.3.value">
              <a:extLst xmlns:a="http://schemas.openxmlformats.org/drawingml/2006/main">
                <a:ext uri="{FF2B5EF4-FFF2-40B4-BE49-F238E27FC236}">
                  <a16:creationId xmlns:a16="http://schemas.microsoft.com/office/drawing/2014/main" id="{9C4322CE-6FDA-4387-A889-E5F8E8060E9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76575" y="2570798"/>
              <a:ext cx="85725" cy="21050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90" name="selected-name3">
            <a:extLst xmlns:a="http://schemas.openxmlformats.org/drawingml/2006/main">
              <a:ext uri="{FF2B5EF4-FFF2-40B4-BE49-F238E27FC236}">
                <a16:creationId xmlns:a16="http://schemas.microsoft.com/office/drawing/2014/main" id="{B7473282-4DAD-434C-80B4-689EB7734CA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09875" y="22383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v₆</a:t>
            </a:r>
          </a:p>
        </p:txBody>
      </p:sp>
      <p:sp>
        <p:nvSpPr>
          <p:cNvPr id="91" name="weight-port">
            <a:extLst xmlns:a="http://schemas.openxmlformats.org/drawingml/2006/main">
              <a:ext uri="{FF2B5EF4-FFF2-40B4-BE49-F238E27FC236}">
                <a16:creationId xmlns:a16="http://schemas.microsoft.com/office/drawing/2014/main" id="{3FABC051-C8F0-4AEF-A6B9-B048F263EB9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1000" y="2352675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2" name="aggregate">
            <a:extLst xmlns:a="http://schemas.openxmlformats.org/drawingml/2006/main">
              <a:ext uri="{FF2B5EF4-FFF2-40B4-BE49-F238E27FC236}">
                <a16:creationId xmlns:a16="http://schemas.microsoft.com/office/drawing/2014/main" id="{498753B4-B7A2-40C6-A7B4-6E8A724C276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48150" y="255270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B"/>
          </a:solidFill>
          <a:ln xmlns:a="http://schemas.openxmlformats.org/drawingml/2006/main" w="9525">
            <a:solidFill>
              <a:srgbClr val="497665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Aggregate</a:t>
            </a:r>
          </a:p>
        </p:txBody>
      </p:sp>
      <p:cxnSp>
        <p:nvCxnSpPr>
          <p:cNvPr id="192" name="token-edge"/>
          <p:cNvCxnSpPr>
            <a:stCxn xmlns:a="http://schemas.openxmlformats.org/drawingml/2006/main" id="47" idx="2"/>
            <a:endCxn xmlns:a="http://schemas.openxmlformats.org/drawingml/2006/main" id="92" idx="0"/>
          </p:cNvCxnSpPr>
          <p:nvPr/>
        </p:nvCxnSpPr>
        <p:spPr>
          <a:xfrm xmlns:a="http://schemas.openxmlformats.org/drawingml/2006/main" flipH="1">
            <a:off x="4781550" y="1371600"/>
            <a:ext cx="223838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487F98"/>
            </a:solidFill>
            <a:prstDash val="solid"/>
            <a:round/>
            <a:tailEnd type="triangle" w="med" len="med"/>
          </a:ln>
        </p:spPr>
      </p:cxnSp>
      <p:cxnSp>
        <p:nvCxnSpPr>
          <p:cNvPr id="193" name="weights-edge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3619500" y="280987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2" cap="rnd">
            <a:solidFill>
              <a:srgbClr val="BD7854"/>
            </a:solidFill>
            <a:prstDash val="solid"/>
            <a:round/>
            <a:tailEnd type="triangle" w="med" len="med"/>
          </a:ln>
        </p:spPr>
      </p:cxnSp>
      <p:sp>
        <p:nvSpPr>
          <p:cNvPr id="95" name="summary">
            <a:extLst xmlns:a="http://schemas.openxmlformats.org/drawingml/2006/main">
              <a:ext uri="{FF2B5EF4-FFF2-40B4-BE49-F238E27FC236}">
                <a16:creationId xmlns:a16="http://schemas.microsoft.com/office/drawing/2014/main" id="{EED9786E-5547-4EBC-A9D1-E2021A004FC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62625" y="2581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9525">
            <a:solidFill>
              <a:srgbClr val="487F98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cxnSp>
        <p:nvCxnSpPr>
          <p:cNvPr id="195" name="summary-edge"/>
          <p:cNvCxnSpPr>
            <a:stCxn xmlns:a="http://schemas.openxmlformats.org/drawingml/2006/main" id="92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5314950" y="2809875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sp>
        <p:nvSpPr>
          <p:cNvPr id="97" name="aggregation-equation">
            <a:extLst xmlns:a="http://schemas.openxmlformats.org/drawingml/2006/main">
              <a:ext uri="{FF2B5EF4-FFF2-40B4-BE49-F238E27FC236}">
                <a16:creationId xmlns:a16="http://schemas.microsoft.com/office/drawing/2014/main" id="{B0853F0E-EBA6-49AB-A129-E3393E3AAA8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62425" y="3200400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z = Σᵢ wᵢvᵢ</a:t>
            </a:r>
          </a:p>
        </p:txBody>
      </p:sp>
      <p:sp>
        <p:nvSpPr>
          <p:cNvPr id="98" name="normalization">
            <a:extLst xmlns:a="http://schemas.openxmlformats.org/drawingml/2006/main">
              <a:ext uri="{FF2B5EF4-FFF2-40B4-BE49-F238E27FC236}">
                <a16:creationId xmlns:a16="http://schemas.microsoft.com/office/drawing/2014/main" id="{F0941A76-65C2-4CBA-9CC8-CBD1A0C2403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71625" y="3276600"/>
            <a:ext cx="1133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Σᵢ wᵢ = 1</a:t>
            </a:r>
          </a:p>
        </p:txBody>
      </p:sp>
      <p:sp>
        <p:nvSpPr>
          <p:cNvPr id="99" name="disclosure">
            <a:extLst xmlns:a="http://schemas.openxmlformats.org/drawingml/2006/main">
              <a:ext uri="{FF2B5EF4-FFF2-40B4-BE49-F238E27FC236}">
                <a16:creationId xmlns:a16="http://schemas.microsoft.com/office/drawing/2014/main" id="{B39088AD-96D0-46F2-B9DF-B143EB2AE15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571875"/>
            <a:ext cx="605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Vector glyphs are schematic. Retained positions and normalized weights are specified by the brief.</a:t>
            </a:r>
          </a:p>
        </p:txBody>
      </p:sp>
    </p:spTree>
    <p:extLst>
      <p:ext uri="{BB962C8B-B14F-4D97-AF65-F5344CB8AC3E}">
        <p14:creationId xmlns:p14="http://schemas.microsoft.com/office/powerpoint/2010/main" val="7309142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2026-09-29T11:05:01.6780000Z</dcterms:created>
  <dcterms:modified xsi:type="dcterms:W3CDTF">2026-09-29T11:05:01.6780000Z</dcterms:modified>
</coreProperties>
</file>