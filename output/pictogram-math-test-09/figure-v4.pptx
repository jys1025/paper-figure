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ab2b120ef44f89" /><Relationship Type="http://schemas.openxmlformats.org/officeDocument/2006/relationships/extended-properties" Target="/docProps/app.xml" Id="Ra2f9f3a277d747b9" /><Relationship Type="http://schemas.openxmlformats.org/officeDocument/2006/relationships/officeDocument" Target="/ppt/presentation.xml" Id="Rd3380bdc7939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07da4c7e1464f"/>
  </p:sldMasterIdLst>
  <p:notesMasterIdLst>
    <p:notesMasterId xmlns:r="http://schemas.openxmlformats.org/officeDocument/2006/relationships" r:id="Re9aa9259a1154497"/>
  </p:notesMasterIdLst>
  <p:sldIdLst>
    <p:sldId xmlns:r="http://schemas.openxmlformats.org/officeDocument/2006/relationships" id="256" r:id="R50ce41d1d6174eb1"/>
  </p:sldIdLst>
  <p:sldSz cx="6400800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5be2db9584956" /><Relationship Type="http://schemas.openxmlformats.org/officeDocument/2006/relationships/slideMaster" Target="/ppt/slideMasters/slideMaster1.xml" Id="R4e707da4c7e1464f" /><Relationship Type="http://schemas.openxmlformats.org/officeDocument/2006/relationships/notesMaster" Target="/ppt/notesMasters/notesMaster1.xml" Id="Re9aa9259a1154497" /><Relationship Type="http://schemas.openxmlformats.org/officeDocument/2006/relationships/presProps" Target="/ppt/presProps.xml" Id="R34ff9e802ec24848" /><Relationship Type="http://schemas.openxmlformats.org/officeDocument/2006/relationships/tableStyles" Target="/ppt/tableStyles.xml" Id="Rb985fd3ff76d47bc" /><Relationship Type="http://schemas.openxmlformats.org/officeDocument/2006/relationships/slide" Target="/ppt/slides/slide1.xml" Id="R50ce41d1d617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30f965d56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85d4a788b4e78" /><Relationship Type="http://schemas.openxmlformats.org/officeDocument/2006/relationships/notesMaster" Target="/ppt/notesMasters/notesMaster1.xml" Id="R38afb668b9cb46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Timestamped visual–inertial correction</a:t>
            </a:r>
          </a:p>
          <a:p xmlns:a="http://schemas.openxmlformats.org/drawingml/2006/main">
            <a:r>
              <a:t>Illustrative method and schematic timing, not measured data. Flat sensor pictograms generated with the built-in image generator. All mathematical notation, diagram shapes and connectors are editable native objects. Math uses individually positioned Times New Roman text components grouped by expression, not OMML. Reference: CLIP, https://arxiv.org/html/2103.00020v1/main-diagrams.png, inspected for prose/math distinction and consistent indexed identity. Olive-copper color book. Intended width 177.8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b79569c3a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57c3f28554e20" /><Relationship Type="http://schemas.openxmlformats.org/officeDocument/2006/relationships/slideLayout" Target="/ppt/slideLayouts/slideLayout1.xml" Id="Rb11380478ac8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1380478ac8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18703d614f66" /><Relationship Type="http://schemas.openxmlformats.org/officeDocument/2006/relationships/image" Target="/ppt/media/image.png" Id="R447f5892e79844b1" /><Relationship Type="http://schemas.openxmlformats.org/officeDocument/2006/relationships/image" Target="/ppt/media/image2.png" Id="R797799016d7c4fe1" /><Relationship Type="http://schemas.openxmlformats.org/officeDocument/2006/relationships/notesSlide" Target="/ppt/notesSlides/notesSlide1.xml" Id="R3f4f264dd665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panel-a">
            <a:extLst xmlns:a="http://schemas.openxmlformats.org/drawingml/2006/main">
              <a:ext uri="{FF2B5EF4-FFF2-40B4-BE49-F238E27FC236}">
                <a16:creationId xmlns:a16="http://schemas.microsoft.com/office/drawing/2014/main" id="{23ADFB11-DC12-4C31-B9D0-E48F78D849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857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(a)  Sensing and delayed estimation</a:t>
            </a:r>
          </a:p>
        </p:txBody>
      </p:sp>
      <p:sp>
        <p:nvSpPr>
          <p:cNvPr id="2" name="camera-source">
            <a:extLst xmlns:a="http://schemas.openxmlformats.org/drawingml/2006/main">
              <a:ext uri="{FF2B5EF4-FFF2-40B4-BE49-F238E27FC236}">
                <a16:creationId xmlns:a16="http://schemas.microsoft.com/office/drawing/2014/main" id="{9104B162-1BFC-40E1-B887-C563A51242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38150"/>
            <a:ext cx="1276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</p:sp>
      <p:sp>
        <p:nvSpPr>
          <p:cNvPr id="3" name="imu-source">
            <a:extLst xmlns:a="http://schemas.openxmlformats.org/drawingml/2006/main">
              <a:ext uri="{FF2B5EF4-FFF2-40B4-BE49-F238E27FC236}">
                <a16:creationId xmlns:a16="http://schemas.microsoft.com/office/drawing/2014/main" id="{03D2F47C-3A30-47F4-87EA-1336A4FAF1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0477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</p:sp>
      <p:pic>
        <p:nvPicPr>
          <p:cNvPr id="125" name="camera-pictogram" descr="Generated flat camera pictogram identifying visual observation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f5892e79844b1"/>
          <a:stretch xmlns:a="http://schemas.openxmlformats.org/drawingml/2006/main"/>
        </p:blipFill>
        <p:spPr>
          <a:xfrm xmlns:a="http://schemas.openxmlformats.org/drawingml/2006/main">
            <a:off x="219075" y="523875"/>
            <a:ext cx="428625" cy="285750"/>
          </a:xfrm>
          <a:prstGeom xmlns:a="http://schemas.openxmlformats.org/drawingml/2006/main" prst="rect">
            <a:avLst/>
          </a:prstGeom>
        </p:spPr>
      </p:pic>
      <p:pic>
        <p:nvPicPr>
          <p:cNvPr id="126" name="inertial-pictogram" descr="Generated flat sensor-chip pictogram identifying inertial measuremen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799016d7c4fe1"/>
          <a:stretch xmlns:a="http://schemas.openxmlformats.org/drawingml/2006/main"/>
        </p:blipFill>
        <p:spPr>
          <a:xfrm xmlns:a="http://schemas.openxmlformats.org/drawingml/2006/main">
            <a:off x="247650" y="1085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6" name="visual-input-caption">
            <a:extLst xmlns:a="http://schemas.openxmlformats.org/drawingml/2006/main">
              <a:ext uri="{FF2B5EF4-FFF2-40B4-BE49-F238E27FC236}">
                <a16:creationId xmlns:a16="http://schemas.microsoft.com/office/drawing/2014/main" id="{CABBA45E-1EE2-4564-B772-A15A561AF5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4762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Visual input</a:t>
            </a:r>
          </a:p>
        </p:txBody>
      </p:sp>
      <p:grpSp>
        <p:nvGrpSpPr>
          <p:cNvPr id="227" name="capture-time"/>
          <p:cNvGrpSpPr/>
          <p:nvPr/>
        </p:nvGrpSpPr>
        <p:grpSpPr>
          <ns1:xfrm xmlns:ns1="http://schemas.openxmlformats.org/drawingml/2006/main">
            <ns1:off x="912983" y="657225"/>
            <ns1:ext cx="126660" cy="251460"/>
            <ns1:chOff x="912983" y="657225"/>
            <ns1:chExt cx="126660" cy="251460"/>
          </ns1:xfrm>
        </p:grpSpPr>
        <p:sp>
          <p:nvSpPr>
            <p:cNvPr id="7" name="capture-time.part-0">
              <a:extLst xmlns:a="http://schemas.openxmlformats.org/drawingml/2006/main">
                <a:ext uri="{FF2B5EF4-FFF2-40B4-BE49-F238E27FC236}">
                  <a16:creationId xmlns:a16="http://schemas.microsoft.com/office/drawing/2014/main" id="{28BFE1E8-6FB5-46B6-A592-21B8C7FFF5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2983" y="657225"/>
              <a:ext cx="99060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8" name="capture-time.part-1">
              <a:extLst xmlns:a="http://schemas.openxmlformats.org/drawingml/2006/main">
                <a:ext uri="{FF2B5EF4-FFF2-40B4-BE49-F238E27FC236}">
                  <a16:creationId xmlns:a16="http://schemas.microsoft.com/office/drawing/2014/main" id="{2FBEF750-3F47-40BB-A17A-AD04BD9DE8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7179" y="730377"/>
              <a:ext cx="82464" cy="1709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16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6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</p:grpSp>
      <p:sp>
        <p:nvSpPr>
          <p:cNvPr id="9" name="imu-caption">
            <a:extLst xmlns:a="http://schemas.openxmlformats.org/drawingml/2006/main">
              <a:ext uri="{FF2B5EF4-FFF2-40B4-BE49-F238E27FC236}">
                <a16:creationId xmlns:a16="http://schemas.microsoft.com/office/drawing/2014/main" id="{994DEC9C-ABE8-448D-8BFD-83D68CD946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10668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IMU stream</a:t>
            </a:r>
          </a:p>
        </p:txBody>
      </p:sp>
      <p:sp>
        <p:nvSpPr>
          <p:cNvPr id="10" name="sampling-caption">
            <a:extLst xmlns:a="http://schemas.openxmlformats.org/drawingml/2006/main">
              <a:ext uri="{FF2B5EF4-FFF2-40B4-BE49-F238E27FC236}">
                <a16:creationId xmlns:a16="http://schemas.microsoft.com/office/drawing/2014/main" id="{A2FEFC86-1EAB-4531-A565-6E702AF6D6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750" y="12382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fast sampling</a:t>
            </a:r>
          </a:p>
        </p:txBody>
      </p:sp>
      <p:sp>
        <p:nvSpPr>
          <p:cNvPr id="11" name="visual-estimator">
            <a:extLst xmlns:a="http://schemas.openxmlformats.org/drawingml/2006/main">
              <a:ext uri="{FF2B5EF4-FFF2-40B4-BE49-F238E27FC236}">
                <a16:creationId xmlns:a16="http://schemas.microsoft.com/office/drawing/2014/main" id="{779F3453-81CC-4E48-9C4B-C43D5356D8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38325" y="438150"/>
            <a:ext cx="1457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Visual estimator</a:t>
            </a:r>
          </a:p>
        </p:txBody>
      </p:sp>
      <p:sp>
        <p:nvSpPr>
          <p:cNvPr id="12" name="delayed-correction">
            <a:extLst xmlns:a="http://schemas.openxmlformats.org/drawingml/2006/main">
              <a:ext uri="{FF2B5EF4-FFF2-40B4-BE49-F238E27FC236}">
                <a16:creationId xmlns:a16="http://schemas.microsoft.com/office/drawing/2014/main" id="{5254D289-47CC-4252-A9FB-B724E296AA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438150"/>
            <a:ext cx="15525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</p:sp>
      <p:sp>
        <p:nvSpPr>
          <p:cNvPr id="13" name="delayed-label">
            <a:extLst xmlns:a="http://schemas.openxmlformats.org/drawingml/2006/main">
              <a:ext uri="{FF2B5EF4-FFF2-40B4-BE49-F238E27FC236}">
                <a16:creationId xmlns:a16="http://schemas.microsoft.com/office/drawing/2014/main" id="{87370D4F-1723-429C-9729-F84FB1AC56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72025" y="4762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Delayed correction</a:t>
            </a:r>
          </a:p>
        </p:txBody>
      </p:sp>
      <p:grpSp>
        <p:nvGrpSpPr>
          <p:cNvPr id="228" name="correction-time"/>
          <p:cNvGrpSpPr/>
          <p:nvPr/>
        </p:nvGrpSpPr>
        <p:grpSpPr>
          <ns1:xfrm xmlns:ns1="http://schemas.openxmlformats.org/drawingml/2006/main">
            <ns1:off x="5427833" y="666750"/>
            <ns1:ext cx="126660" cy="251460"/>
            <ns1:chOff x="5427833" y="666750"/>
            <ns1:chExt cx="126660" cy="251460"/>
          </ns1:xfrm>
        </p:grpSpPr>
        <p:sp>
          <p:nvSpPr>
            <p:cNvPr id="14" name="correction-time.part-0">
              <a:extLst xmlns:a="http://schemas.openxmlformats.org/drawingml/2006/main">
                <a:ext uri="{FF2B5EF4-FFF2-40B4-BE49-F238E27FC236}">
                  <a16:creationId xmlns:a16="http://schemas.microsoft.com/office/drawing/2014/main" id="{4A09CFBF-0301-453D-B6C7-78F4C1BDC5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27833" y="666750"/>
              <a:ext cx="99060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15" name="correction-time.part-1">
              <a:extLst xmlns:a="http://schemas.openxmlformats.org/drawingml/2006/main">
                <a:ext uri="{FF2B5EF4-FFF2-40B4-BE49-F238E27FC236}">
                  <a16:creationId xmlns:a16="http://schemas.microsoft.com/office/drawing/2014/main" id="{93222ED7-4E28-4E59-8786-99A04967AC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2029" y="739902"/>
              <a:ext cx="82464" cy="1709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16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6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</p:grpSp>
      <p:sp>
        <p:nvSpPr>
          <p:cNvPr id="16" name="delay-note">
            <a:extLst xmlns:a="http://schemas.openxmlformats.org/drawingml/2006/main">
              <a:ext uri="{FF2B5EF4-FFF2-40B4-BE49-F238E27FC236}">
                <a16:creationId xmlns:a16="http://schemas.microsoft.com/office/drawing/2014/main" id="{C1BE856B-F073-4567-ACBF-D40026928F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90900" y="447675"/>
            <a:ext cx="1209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Processing delay</a:t>
            </a:r>
          </a:p>
        </p:txBody>
      </p:sp>
      <p:sp>
        <p:nvSpPr>
          <p:cNvPr id="17" name="propagation">
            <a:extLst xmlns:a="http://schemas.openxmlformats.org/drawingml/2006/main">
              <a:ext uri="{FF2B5EF4-FFF2-40B4-BE49-F238E27FC236}">
                <a16:creationId xmlns:a16="http://schemas.microsoft.com/office/drawing/2014/main" id="{D0B92000-F412-4F96-8325-7C316777D6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38325" y="10477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Inertial propagation</a:t>
            </a:r>
          </a:p>
        </p:txBody>
      </p:sp>
      <p:sp>
        <p:nvSpPr>
          <p:cNvPr id="18" name="live-note">
            <a:extLst xmlns:a="http://schemas.openxmlformats.org/drawingml/2006/main">
              <a:ext uri="{FF2B5EF4-FFF2-40B4-BE49-F238E27FC236}">
                <a16:creationId xmlns:a16="http://schemas.microsoft.com/office/drawing/2014/main" id="{8E91E74E-FF03-48E3-8D50-28C3E36A23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86250" y="1057275"/>
            <a:ext cx="1190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753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77531"/>
                </a:solidFill>
                <a:latin typeface="Arial"/>
                <a:ea typeface="Arial"/>
                <a:cs typeface="Arial"/>
              </a:rPr>
              <a:t>Live estimate</a:t>
            </a:r>
          </a:p>
        </p:txBody>
      </p:sp>
      <p:cxnSp>
        <p:nvCxnSpPr>
          <p:cNvPr id="140" name="camera-estimator"/>
          <p:cNvCxnSpPr>
            <a:stCxn xmlns:a="http://schemas.openxmlformats.org/drawingml/2006/main" id="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428750" y="6715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141" name="estimator-correction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95650" y="671513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142" name="imu-propagation"/>
          <p:cNvCxnSpPr>
            <a:stCxn xmlns:a="http://schemas.openxmlformats.org/drawingml/2006/main" id="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428750" y="12573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22" name="panel-b">
            <a:extLst xmlns:a="http://schemas.openxmlformats.org/drawingml/2006/main">
              <a:ext uri="{FF2B5EF4-FFF2-40B4-BE49-F238E27FC236}">
                <a16:creationId xmlns:a16="http://schemas.microsoft.com/office/drawing/2014/main" id="{D6D122F8-73C1-44E5-A406-DE5D50E633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7526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(b)  Correct and replay</a:t>
            </a:r>
          </a:p>
        </p:txBody>
      </p:sp>
      <p:sp>
        <p:nvSpPr>
          <p:cNvPr id="23" name="buffer-boundary">
            <a:extLst xmlns:a="http://schemas.openxmlformats.org/drawingml/2006/main">
              <a:ext uri="{FF2B5EF4-FFF2-40B4-BE49-F238E27FC236}">
                <a16:creationId xmlns:a16="http://schemas.microsoft.com/office/drawing/2014/main" id="{5A716737-DC76-42C3-B6B0-0B973BD12D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950" y="2114550"/>
            <a:ext cx="41529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96">
            <a:solidFill>
              <a:srgbClr val="A4A8AE"/>
            </a:solidFill>
            <a:prstDash val="solid"/>
          </a:ln>
        </p:spPr>
      </p:sp>
      <p:sp>
        <p:nvSpPr>
          <p:cNvPr id="24" name="buffer-title">
            <a:extLst xmlns:a="http://schemas.openxmlformats.org/drawingml/2006/main">
              <a:ext uri="{FF2B5EF4-FFF2-40B4-BE49-F238E27FC236}">
                <a16:creationId xmlns:a16="http://schemas.microsoft.com/office/drawing/2014/main" id="{5848B601-C49B-4B67-8B09-5CAAC06D0B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81275" y="19145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State and measurement buffer</a:t>
            </a:r>
          </a:p>
        </p:txBody>
      </p:sp>
      <p:sp>
        <p:nvSpPr>
          <p:cNvPr id="25" name="stored-caption">
            <a:extLst xmlns:a="http://schemas.openxmlformats.org/drawingml/2006/main">
              <a:ext uri="{FF2B5EF4-FFF2-40B4-BE49-F238E27FC236}">
                <a16:creationId xmlns:a16="http://schemas.microsoft.com/office/drawing/2014/main" id="{F5991C63-EB76-4322-91F7-D1FBEF0D0B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27647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Stored states</a:t>
            </a:r>
          </a:p>
        </p:txBody>
      </p:sp>
      <p:sp>
        <p:nvSpPr>
          <p:cNvPr id="26" name="sample-caption">
            <a:extLst xmlns:a="http://schemas.openxmlformats.org/drawingml/2006/main">
              <a:ext uri="{FF2B5EF4-FFF2-40B4-BE49-F238E27FC236}">
                <a16:creationId xmlns:a16="http://schemas.microsoft.com/office/drawing/2014/main" id="{C8117149-378E-4421-9C39-6106EBE414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7051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Retained IMU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27" name="updated-caption">
            <a:extLst xmlns:a="http://schemas.openxmlformats.org/drawingml/2006/main">
              <a:ext uri="{FF2B5EF4-FFF2-40B4-BE49-F238E27FC236}">
                <a16:creationId xmlns:a16="http://schemas.microsoft.com/office/drawing/2014/main" id="{035C68A0-2341-44CB-818B-075E93515F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3343275"/>
            <a:ext cx="129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Corrected states</a:t>
            </a:r>
          </a:p>
        </p:txBody>
      </p:sp>
      <p:sp>
        <p:nvSpPr>
          <p:cNvPr id="28" name="stored-k">
            <a:extLst xmlns:a="http://schemas.openxmlformats.org/drawingml/2006/main">
              <a:ext uri="{FF2B5EF4-FFF2-40B4-BE49-F238E27FC236}">
                <a16:creationId xmlns:a16="http://schemas.microsoft.com/office/drawing/2014/main" id="{18736360-8EF5-45D6-BA96-43F1170258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24025" y="2238375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</p:sp>
      <p:sp>
        <p:nvSpPr>
          <p:cNvPr id="29" name="stored-k1">
            <a:extLst xmlns:a="http://schemas.openxmlformats.org/drawingml/2006/main">
              <a:ext uri="{FF2B5EF4-FFF2-40B4-BE49-F238E27FC236}">
                <a16:creationId xmlns:a16="http://schemas.microsoft.com/office/drawing/2014/main" id="{C42D70DA-1B08-4B97-8B69-A9C8F12765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150" y="2238375"/>
            <a:ext cx="790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</p:sp>
      <p:sp>
        <p:nvSpPr>
          <p:cNvPr id="30" name="stored-now">
            <a:extLst xmlns:a="http://schemas.openxmlformats.org/drawingml/2006/main">
              <a:ext uri="{FF2B5EF4-FFF2-40B4-BE49-F238E27FC236}">
                <a16:creationId xmlns:a16="http://schemas.microsoft.com/office/drawing/2014/main" id="{2E54D4CE-D09C-4D6B-8665-B250FDDAD3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48200" y="2238375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</p:sp>
      <p:grpSp>
        <p:nvGrpSpPr>
          <p:cNvPr id="229" name="math-stored-k"/>
          <p:cNvGrpSpPr/>
          <p:nvPr/>
        </p:nvGrpSpPr>
        <p:grpSpPr>
          <ns1:xfrm xmlns:ns1="http://schemas.openxmlformats.org/drawingml/2006/main">
            <ns1:off x="1916598" y="2295525"/>
            <ns1:ext cx="353804" cy="282893"/>
            <ns1:chOff x="1916598" y="2295525"/>
            <ns1:chExt cx="353804" cy="282893"/>
          </ns1:xfrm>
        </p:grpSpPr>
        <p:sp>
          <p:nvSpPr>
            <p:cNvPr id="31" name="math-stored-k.part-0">
              <a:extLst xmlns:a="http://schemas.openxmlformats.org/drawingml/2006/main">
                <a:ext uri="{FF2B5EF4-FFF2-40B4-BE49-F238E27FC236}">
                  <a16:creationId xmlns:a16="http://schemas.microsoft.com/office/drawing/2014/main" id="{4B6F3478-B979-4593-8431-81CE97A7FC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6598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32" name="math-stored-k.part-1">
              <a:extLst xmlns:a="http://schemas.openxmlformats.org/drawingml/2006/main">
                <a:ext uri="{FF2B5EF4-FFF2-40B4-BE49-F238E27FC236}">
                  <a16:creationId xmlns:a16="http://schemas.microsoft.com/office/drawing/2014/main" id="{64AEA810-D54E-40EF-95AF-C9B89783FE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0321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33" name="math-stored-k.part-2">
              <a:extLst xmlns:a="http://schemas.openxmlformats.org/drawingml/2006/main">
                <a:ext uri="{FF2B5EF4-FFF2-40B4-BE49-F238E27FC236}">
                  <a16:creationId xmlns:a16="http://schemas.microsoft.com/office/drawing/2014/main" id="{EB553268-911E-4F0E-809C-3E46B4E8E8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48614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4" name="math-stored-k.part-3">
              <a:extLst xmlns:a="http://schemas.openxmlformats.org/drawingml/2006/main">
                <a:ext uri="{FF2B5EF4-FFF2-40B4-BE49-F238E27FC236}">
                  <a16:creationId xmlns:a16="http://schemas.microsoft.com/office/drawing/2014/main" id="{0931C0DB-1080-454F-80D4-2F9CDD56B8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8335" y="2377821"/>
              <a:ext cx="89200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  <p:sp>
          <p:nvSpPr>
            <p:cNvPr id="35" name="math-stored-k.part-4">
              <a:extLst xmlns:a="http://schemas.openxmlformats.org/drawingml/2006/main">
                <a:ext uri="{FF2B5EF4-FFF2-40B4-BE49-F238E27FC236}">
                  <a16:creationId xmlns:a16="http://schemas.microsoft.com/office/drawing/2014/main" id="{7949C728-DEA3-4213-97F9-BC64ADADD7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58959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grpSp>
        <p:nvGrpSpPr>
          <p:cNvPr id="230" name="math-stored-k1"/>
          <p:cNvGrpSpPr/>
          <p:nvPr/>
        </p:nvGrpSpPr>
        <p:grpSpPr>
          <ns1:xfrm xmlns:ns1="http://schemas.openxmlformats.org/drawingml/2006/main">
            <ns1:off x="3287737" y="2295525"/>
            <ns1:ext cx="478551" cy="282893"/>
            <ns1:chOff x="3287737" y="2295525"/>
            <ns1:chExt cx="478551" cy="282893"/>
          </ns1:xfrm>
        </p:grpSpPr>
        <p:sp>
          <p:nvSpPr>
            <p:cNvPr id="36" name="math-stored-k1.part-0">
              <a:extLst xmlns:a="http://schemas.openxmlformats.org/drawingml/2006/main">
                <a:ext uri="{FF2B5EF4-FFF2-40B4-BE49-F238E27FC236}">
                  <a16:creationId xmlns:a16="http://schemas.microsoft.com/office/drawing/2014/main" id="{C03FB6EA-2DBA-4A4A-BF0E-193E14DB33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87737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37" name="math-stored-k1.part-1">
              <a:extLst xmlns:a="http://schemas.openxmlformats.org/drawingml/2006/main">
                <a:ext uri="{FF2B5EF4-FFF2-40B4-BE49-F238E27FC236}">
                  <a16:creationId xmlns:a16="http://schemas.microsoft.com/office/drawing/2014/main" id="{DB1B4207-5EE0-4BE6-9AFF-507CC3E300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1460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38" name="math-stored-k1.part-2">
              <a:extLst xmlns:a="http://schemas.openxmlformats.org/drawingml/2006/main">
                <a:ext uri="{FF2B5EF4-FFF2-40B4-BE49-F238E27FC236}">
                  <a16:creationId xmlns:a16="http://schemas.microsoft.com/office/drawing/2014/main" id="{E3D42445-61B6-4379-B086-3AB0FF43E5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19753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9" name="math-stored-k1.part-3">
              <a:extLst xmlns:a="http://schemas.openxmlformats.org/drawingml/2006/main">
                <a:ext uri="{FF2B5EF4-FFF2-40B4-BE49-F238E27FC236}">
                  <a16:creationId xmlns:a16="http://schemas.microsoft.com/office/drawing/2014/main" id="{4E026A9E-4F8A-4696-9C0B-71E1DD02D1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69474" y="2377821"/>
              <a:ext cx="89200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  <p:sp>
          <p:nvSpPr>
            <p:cNvPr id="40" name="math-stored-k1.part-4">
              <a:extLst xmlns:a="http://schemas.openxmlformats.org/drawingml/2006/main">
                <a:ext uri="{FF2B5EF4-FFF2-40B4-BE49-F238E27FC236}">
                  <a16:creationId xmlns:a16="http://schemas.microsoft.com/office/drawing/2014/main" id="{B6551AF6-BFEC-437F-AB7F-1114083DBE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30098" y="2377821"/>
              <a:ext cx="153322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+1</a:t>
              </a:r>
            </a:p>
          </p:txBody>
        </p:sp>
        <p:sp>
          <p:nvSpPr>
            <p:cNvPr id="41" name="math-stored-k1.part-5">
              <a:extLst xmlns:a="http://schemas.openxmlformats.org/drawingml/2006/main">
                <a:ext uri="{FF2B5EF4-FFF2-40B4-BE49-F238E27FC236}">
                  <a16:creationId xmlns:a16="http://schemas.microsoft.com/office/drawing/2014/main" id="{EBE352D3-F60C-426D-8460-40F8578490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54845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grpSp>
        <p:nvGrpSpPr>
          <p:cNvPr id="231" name="math-stored-now"/>
          <p:cNvGrpSpPr/>
          <p:nvPr/>
        </p:nvGrpSpPr>
        <p:grpSpPr>
          <ns1:xfrm xmlns:ns1="http://schemas.openxmlformats.org/drawingml/2006/main">
            <ns1:off x="4841192" y="2295525"/>
            <ns1:ext cx="505366" cy="282893"/>
            <ns1:chOff x="4841192" y="2295525"/>
            <ns1:chExt cx="505366" cy="282893"/>
          </ns1:xfrm>
        </p:grpSpPr>
        <p:sp>
          <p:nvSpPr>
            <p:cNvPr id="42" name="math-stored-now.part-0">
              <a:extLst xmlns:a="http://schemas.openxmlformats.org/drawingml/2006/main">
                <a:ext uri="{FF2B5EF4-FFF2-40B4-BE49-F238E27FC236}">
                  <a16:creationId xmlns:a16="http://schemas.microsoft.com/office/drawing/2014/main" id="{560733F5-8DD3-4914-A5DF-89E0F93F0A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41192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43" name="math-stored-now.part-1">
              <a:extLst xmlns:a="http://schemas.openxmlformats.org/drawingml/2006/main">
                <a:ext uri="{FF2B5EF4-FFF2-40B4-BE49-F238E27FC236}">
                  <a16:creationId xmlns:a16="http://schemas.microsoft.com/office/drawing/2014/main" id="{E6341399-E5FC-4563-A476-1F9467F858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14915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44" name="math-stored-now.part-2">
              <a:extLst xmlns:a="http://schemas.openxmlformats.org/drawingml/2006/main">
                <a:ext uri="{FF2B5EF4-FFF2-40B4-BE49-F238E27FC236}">
                  <a16:creationId xmlns:a16="http://schemas.microsoft.com/office/drawing/2014/main" id="{E71EF689-5820-40B6-8F28-6AB543908B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73208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45" name="math-stored-now.part-3">
              <a:extLst xmlns:a="http://schemas.openxmlformats.org/drawingml/2006/main">
                <a:ext uri="{FF2B5EF4-FFF2-40B4-BE49-F238E27FC236}">
                  <a16:creationId xmlns:a16="http://schemas.microsoft.com/office/drawing/2014/main" id="{EC08AE01-0375-4F36-9640-EBCCF0BC7E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22929" y="2377821"/>
              <a:ext cx="240762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now</a:t>
              </a:r>
            </a:p>
          </p:txBody>
        </p:sp>
        <p:sp>
          <p:nvSpPr>
            <p:cNvPr id="46" name="math-stored-now.part-4">
              <a:extLst xmlns:a="http://schemas.openxmlformats.org/drawingml/2006/main">
                <a:ext uri="{FF2B5EF4-FFF2-40B4-BE49-F238E27FC236}">
                  <a16:creationId xmlns:a16="http://schemas.microsoft.com/office/drawing/2014/main" id="{3D8DB694-25A7-4AF9-8BE6-5CF9719B87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5115" y="22955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cxnSp>
        <p:nvCxnSpPr>
          <p:cNvPr id="168" name="stored-k-k1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409825" y="24193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169" name="stored-k1-now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895725" y="241935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49" name="omitted-states">
            <a:extLst xmlns:a="http://schemas.openxmlformats.org/drawingml/2006/main">
              <a:ext uri="{FF2B5EF4-FFF2-40B4-BE49-F238E27FC236}">
                <a16:creationId xmlns:a16="http://schemas.microsoft.com/office/drawing/2014/main" id="{8CF1AEBE-2B1A-42FD-A87D-F322624995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71950" y="2209800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cxnSp>
        <p:nvCxnSpPr>
          <p:cNvPr id="171" name="live-current"/>
          <p:cNvCxnSpPr>
            <a:stCxn xmlns:a="http://schemas.openxmlformats.org/drawingml/2006/main" id="17" idx="3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3743325" y="1257300"/>
            <a:ext cx="1323975" cy="981075"/>
          </a:xfrm>
          <a:prstGeom xmlns:a="http://schemas.openxmlformats.org/drawingml/2006/main" prst="bentConnector2">
            <a:avLst/>
          </a:prstGeom>
          <a:ln xmlns:a="http://schemas.openxmlformats.org/drawingml/2006/main" w="2095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172" name="late-history"/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2066925" y="904875"/>
            <a:ext cx="3405188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sp>
        <p:nvSpPr>
          <p:cNvPr id="52" name="measurement-collection">
            <a:extLst xmlns:a="http://schemas.openxmlformats.org/drawingml/2006/main">
              <a:ext uri="{FF2B5EF4-FFF2-40B4-BE49-F238E27FC236}">
                <a16:creationId xmlns:a16="http://schemas.microsoft.com/office/drawing/2014/main" id="{E1ABB065-9473-4332-99DC-3B5B4C79D0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284797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</p:sp>
      <p:grpSp>
        <p:nvGrpSpPr>
          <p:cNvPr id="232" name="inertial-sample-marks"/>
          <p:cNvGrpSpPr/>
          <p:nvPr/>
        </p:nvGrpSpPr>
        <p:grpSpPr>
          <ns1:xfrm xmlns:ns1="http://schemas.openxmlformats.org/drawingml/2006/main">
            <ns1:off x="2819400" y="2876550"/>
            <ns1:ext cx="2497550" cy="114300"/>
            <ns1:chOff x="2819400" y="2876550"/>
            <ns1:chExt cx="2497550" cy="114300"/>
          </ns1:xfrm>
        </p:grpSpPr>
        <p:sp>
          <p:nvSpPr>
            <p:cNvPr id="53" name="imu-tick-0">
              <a:extLst xmlns:a="http://schemas.openxmlformats.org/drawingml/2006/main">
                <a:ext uri="{FF2B5EF4-FFF2-40B4-BE49-F238E27FC236}">
                  <a16:creationId xmlns:a16="http://schemas.microsoft.com/office/drawing/2014/main" id="{C2005A9A-9D42-4A4F-8083-BCBFBA1024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1940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4" name="imu-tick-1">
              <a:extLst xmlns:a="http://schemas.openxmlformats.org/drawingml/2006/main">
                <a:ext uri="{FF2B5EF4-FFF2-40B4-BE49-F238E27FC236}">
                  <a16:creationId xmlns:a16="http://schemas.microsoft.com/office/drawing/2014/main" id="{54ED9A3E-0B4B-4448-A9E0-E61869D9B2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2798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5" name="imu-tick-2">
              <a:extLst xmlns:a="http://schemas.openxmlformats.org/drawingml/2006/main">
                <a:ext uri="{FF2B5EF4-FFF2-40B4-BE49-F238E27FC236}">
                  <a16:creationId xmlns:a16="http://schemas.microsoft.com/office/drawing/2014/main" id="{77000EC5-3E7D-40D3-BB0B-D1C06415C7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3657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6" name="imu-tick-3">
              <a:extLst xmlns:a="http://schemas.openxmlformats.org/drawingml/2006/main">
                <a:ext uri="{FF2B5EF4-FFF2-40B4-BE49-F238E27FC236}">
                  <a16:creationId xmlns:a16="http://schemas.microsoft.com/office/drawing/2014/main" id="{A7CAC302-5F02-4FB0-B6E6-155EBA3573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515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7" name="imu-tick-4">
              <a:extLst xmlns:a="http://schemas.openxmlformats.org/drawingml/2006/main">
                <a:ext uri="{FF2B5EF4-FFF2-40B4-BE49-F238E27FC236}">
                  <a16:creationId xmlns:a16="http://schemas.microsoft.com/office/drawing/2014/main" id="{594B52FA-ADEA-41EC-A58B-84F0E2726E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5374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8" name="imu-tick-5">
              <a:extLst xmlns:a="http://schemas.openxmlformats.org/drawingml/2006/main">
                <a:ext uri="{FF2B5EF4-FFF2-40B4-BE49-F238E27FC236}">
                  <a16:creationId xmlns:a16="http://schemas.microsoft.com/office/drawing/2014/main" id="{79F25563-94CC-4EB1-8CC0-2B1A0F9FB2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232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59" name="imu-tick-6">
              <a:extLst xmlns:a="http://schemas.openxmlformats.org/drawingml/2006/main">
                <a:ext uri="{FF2B5EF4-FFF2-40B4-BE49-F238E27FC236}">
                  <a16:creationId xmlns:a16="http://schemas.microsoft.com/office/drawing/2014/main" id="{E661C787-8A32-4BC2-9989-8DDBF4CF0A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7091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0" name="imu-tick-7">
              <a:extLst xmlns:a="http://schemas.openxmlformats.org/drawingml/2006/main">
                <a:ext uri="{FF2B5EF4-FFF2-40B4-BE49-F238E27FC236}">
                  <a16:creationId xmlns:a16="http://schemas.microsoft.com/office/drawing/2014/main" id="{3AE91F02-F217-466A-A3C6-711B1984D1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7949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1" name="imu-tick-8">
              <a:extLst xmlns:a="http://schemas.openxmlformats.org/drawingml/2006/main">
                <a:ext uri="{FF2B5EF4-FFF2-40B4-BE49-F238E27FC236}">
                  <a16:creationId xmlns:a16="http://schemas.microsoft.com/office/drawing/2014/main" id="{BE57CB82-5664-47ED-851A-9CCCB5F6B6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8808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2" name="imu-tick-9">
              <a:extLst xmlns:a="http://schemas.openxmlformats.org/drawingml/2006/main">
                <a:ext uri="{FF2B5EF4-FFF2-40B4-BE49-F238E27FC236}">
                  <a16:creationId xmlns:a16="http://schemas.microsoft.com/office/drawing/2014/main" id="{269B51A1-5855-406C-ACA3-50202C7F4F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666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3" name="imu-tick-10">
              <a:extLst xmlns:a="http://schemas.openxmlformats.org/drawingml/2006/main">
                <a:ext uri="{FF2B5EF4-FFF2-40B4-BE49-F238E27FC236}">
                  <a16:creationId xmlns:a16="http://schemas.microsoft.com/office/drawing/2014/main" id="{E765E226-EFA7-43F6-8C27-E4151552B5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4" name="imu-tick-11">
              <a:extLst xmlns:a="http://schemas.openxmlformats.org/drawingml/2006/main">
                <a:ext uri="{FF2B5EF4-FFF2-40B4-BE49-F238E27FC236}">
                  <a16:creationId xmlns:a16="http://schemas.microsoft.com/office/drawing/2014/main" id="{A2A33733-E620-4E35-B299-3E4E81931C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1383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5" name="imu-tick-12">
              <a:extLst xmlns:a="http://schemas.openxmlformats.org/drawingml/2006/main">
                <a:ext uri="{FF2B5EF4-FFF2-40B4-BE49-F238E27FC236}">
                  <a16:creationId xmlns:a16="http://schemas.microsoft.com/office/drawing/2014/main" id="{E9D5D48F-AF70-4DB6-B18D-8C8B74B22A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2242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6" name="imu-tick-13">
              <a:extLst xmlns:a="http://schemas.openxmlformats.org/drawingml/2006/main">
                <a:ext uri="{FF2B5EF4-FFF2-40B4-BE49-F238E27FC236}">
                  <a16:creationId xmlns:a16="http://schemas.microsoft.com/office/drawing/2014/main" id="{0128B2A6-AA0D-4ACA-8824-D857B313A7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7" name="imu-tick-14">
              <a:extLst xmlns:a="http://schemas.openxmlformats.org/drawingml/2006/main">
                <a:ext uri="{FF2B5EF4-FFF2-40B4-BE49-F238E27FC236}">
                  <a16:creationId xmlns:a16="http://schemas.microsoft.com/office/drawing/2014/main" id="{4D4E1DC3-C882-441E-BA19-3D8585744A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959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8" name="imu-tick-15">
              <a:extLst xmlns:a="http://schemas.openxmlformats.org/drawingml/2006/main">
                <a:ext uri="{FF2B5EF4-FFF2-40B4-BE49-F238E27FC236}">
                  <a16:creationId xmlns:a16="http://schemas.microsoft.com/office/drawing/2014/main" id="{FAEB1502-2B71-4FA7-9E17-571F45E306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4817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69" name="imu-tick-16">
              <a:extLst xmlns:a="http://schemas.openxmlformats.org/drawingml/2006/main">
                <a:ext uri="{FF2B5EF4-FFF2-40B4-BE49-F238E27FC236}">
                  <a16:creationId xmlns:a16="http://schemas.microsoft.com/office/drawing/2014/main" id="{128FD187-0514-4618-A10A-56AA808905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5676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0" name="imu-tick-17">
              <a:extLst xmlns:a="http://schemas.openxmlformats.org/drawingml/2006/main">
                <a:ext uri="{FF2B5EF4-FFF2-40B4-BE49-F238E27FC236}">
                  <a16:creationId xmlns:a16="http://schemas.microsoft.com/office/drawing/2014/main" id="{761DD297-0123-4C13-A7CE-FB636D7CBC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534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1" name="imu-tick-18">
              <a:extLst xmlns:a="http://schemas.openxmlformats.org/drawingml/2006/main">
                <a:ext uri="{FF2B5EF4-FFF2-40B4-BE49-F238E27FC236}">
                  <a16:creationId xmlns:a16="http://schemas.microsoft.com/office/drawing/2014/main" id="{1AABF039-A816-4DF6-AC94-9C0FA18E76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393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2" name="imu-tick-19">
              <a:extLst xmlns:a="http://schemas.openxmlformats.org/drawingml/2006/main">
                <a:ext uri="{FF2B5EF4-FFF2-40B4-BE49-F238E27FC236}">
                  <a16:creationId xmlns:a16="http://schemas.microsoft.com/office/drawing/2014/main" id="{B62A861E-0FCF-4DE3-B362-07337FA700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251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3" name="imu-tick-20">
              <a:extLst xmlns:a="http://schemas.openxmlformats.org/drawingml/2006/main">
                <a:ext uri="{FF2B5EF4-FFF2-40B4-BE49-F238E27FC236}">
                  <a16:creationId xmlns:a16="http://schemas.microsoft.com/office/drawing/2014/main" id="{76279B56-A715-415A-BF0F-E33BF3BC2F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4" name="imu-tick-21">
              <a:extLst xmlns:a="http://schemas.openxmlformats.org/drawingml/2006/main">
                <a:ext uri="{FF2B5EF4-FFF2-40B4-BE49-F238E27FC236}">
                  <a16:creationId xmlns:a16="http://schemas.microsoft.com/office/drawing/2014/main" id="{88F05EAC-60F8-451C-83CA-33CFD76892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968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5" name="imu-tick-22">
              <a:extLst xmlns:a="http://schemas.openxmlformats.org/drawingml/2006/main">
                <a:ext uri="{FF2B5EF4-FFF2-40B4-BE49-F238E27FC236}">
                  <a16:creationId xmlns:a16="http://schemas.microsoft.com/office/drawing/2014/main" id="{1E95C61F-A8C6-45E8-A594-F58CB9DD55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8270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  <p:sp>
          <p:nvSpPr>
            <p:cNvPr id="76" name="imu-tick-23">
              <a:extLst xmlns:a="http://schemas.openxmlformats.org/drawingml/2006/main">
                <a:ext uri="{FF2B5EF4-FFF2-40B4-BE49-F238E27FC236}">
                  <a16:creationId xmlns:a16="http://schemas.microsoft.com/office/drawing/2014/main" id="{9C4786E0-F7DE-4C68-8232-2DFADA9DEC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6855" y="287655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906">
              <a:solidFill>
                <a:srgbClr val="577531"/>
              </a:solidFill>
              <a:prstDash val="solid"/>
            </a:ln>
          </p:spPr>
        </p:sp>
      </p:grpSp>
      <p:grpSp>
        <p:nvGrpSpPr>
          <p:cNvPr id="233" name="retained-interval"/>
          <p:cNvGrpSpPr/>
          <p:nvPr/>
        </p:nvGrpSpPr>
        <p:grpSpPr>
          <ns1:xfrm xmlns:ns1="http://schemas.openxmlformats.org/drawingml/2006/main">
            <ns1:off x="3837299" y="2638425"/>
            <ns1:ext cx="523094" cy="235744"/>
            <ns1:chOff x="3837299" y="2638425"/>
            <ns1:chExt cx="523094" cy="235744"/>
          </ns1:xfrm>
        </p:grpSpPr>
        <p:sp>
          <p:nvSpPr>
            <p:cNvPr id="77" name="retained-interval.part-0">
              <a:extLst xmlns:a="http://schemas.openxmlformats.org/drawingml/2006/main">
                <a:ext uri="{FF2B5EF4-FFF2-40B4-BE49-F238E27FC236}">
                  <a16:creationId xmlns:a16="http://schemas.microsoft.com/office/drawing/2014/main" id="{EF4B04FD-980D-42C5-94E2-1178D8BCD3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37299" y="26384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78" name="retained-interval.part-1">
              <a:extLst xmlns:a="http://schemas.openxmlformats.org/drawingml/2006/main">
                <a:ext uri="{FF2B5EF4-FFF2-40B4-BE49-F238E27FC236}">
                  <a16:creationId xmlns:a16="http://schemas.microsoft.com/office/drawing/2014/main" id="{D37E2E7F-3609-4C05-B09C-D1BACA1A48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5876" y="26384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79" name="retained-interval.part-2">
              <a:extLst xmlns:a="http://schemas.openxmlformats.org/drawingml/2006/main">
                <a:ext uri="{FF2B5EF4-FFF2-40B4-BE49-F238E27FC236}">
                  <a16:creationId xmlns:a16="http://schemas.microsoft.com/office/drawing/2014/main" id="{B5674209-5A58-43D7-BAD1-8528A3BDDF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7310" y="2707005"/>
              <a:ext cx="79096" cy="1603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6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6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  <p:sp>
          <p:nvSpPr>
            <p:cNvPr id="80" name="retained-interval.part-3">
              <a:extLst xmlns:a="http://schemas.openxmlformats.org/drawingml/2006/main">
                <a:ext uri="{FF2B5EF4-FFF2-40B4-BE49-F238E27FC236}">
                  <a16:creationId xmlns:a16="http://schemas.microsoft.com/office/drawing/2014/main" id="{5389C717-61B9-4D96-BA3C-D7B03980CD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7831" y="2638425"/>
              <a:ext cx="100013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,</a:t>
              </a:r>
            </a:p>
          </p:txBody>
        </p:sp>
        <p:sp>
          <p:nvSpPr>
            <p:cNvPr id="81" name="retained-interval.part-4">
              <a:extLst xmlns:a="http://schemas.openxmlformats.org/drawingml/2006/main">
                <a:ext uri="{FF2B5EF4-FFF2-40B4-BE49-F238E27FC236}">
                  <a16:creationId xmlns:a16="http://schemas.microsoft.com/office/drawing/2014/main" id="{C9A74823-5D4E-4076-9B8B-77CED0E2F3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49268" y="26384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82" name="retained-interval.part-5">
              <a:extLst xmlns:a="http://schemas.openxmlformats.org/drawingml/2006/main">
                <a:ext uri="{FF2B5EF4-FFF2-40B4-BE49-F238E27FC236}">
                  <a16:creationId xmlns:a16="http://schemas.microsoft.com/office/drawing/2014/main" id="{807A3615-FA3E-4801-A60C-A08DDCCE4B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0702" y="2707005"/>
              <a:ext cx="205397" cy="1603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6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6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now</a:t>
              </a:r>
            </a:p>
          </p:txBody>
        </p:sp>
        <p:sp>
          <p:nvSpPr>
            <p:cNvPr id="83" name="retained-interval.part-6">
              <a:extLst xmlns:a="http://schemas.openxmlformats.org/drawingml/2006/main">
                <a:ext uri="{FF2B5EF4-FFF2-40B4-BE49-F238E27FC236}">
                  <a16:creationId xmlns:a16="http://schemas.microsoft.com/office/drawing/2014/main" id="{8C86126A-CBFB-43B8-A136-F131A3F187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7524" y="26384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]</a:t>
              </a:r>
            </a:p>
          </p:txBody>
        </p:sp>
      </p:grpSp>
      <p:sp>
        <p:nvSpPr>
          <p:cNvPr id="84" name="updated-k">
            <a:extLst xmlns:a="http://schemas.openxmlformats.org/drawingml/2006/main">
              <a:ext uri="{FF2B5EF4-FFF2-40B4-BE49-F238E27FC236}">
                <a16:creationId xmlns:a16="http://schemas.microsoft.com/office/drawing/2014/main" id="{3B38FF7F-22CA-45A1-818A-0CF8BC6D50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24025" y="3343275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2383">
            <a:solidFill>
              <a:srgbClr val="B1703D"/>
            </a:solidFill>
            <a:prstDash val="solid"/>
          </a:ln>
        </p:spPr>
      </p:sp>
      <p:sp>
        <p:nvSpPr>
          <p:cNvPr id="85" name="replay">
            <a:extLst xmlns:a="http://schemas.openxmlformats.org/drawingml/2006/main">
              <a:ext uri="{FF2B5EF4-FFF2-40B4-BE49-F238E27FC236}">
                <a16:creationId xmlns:a16="http://schemas.microsoft.com/office/drawing/2014/main" id="{CA7E5001-0FC5-4D73-8E51-662E31C50C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150" y="3286125"/>
            <a:ext cx="790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86" name="updated-now">
            <a:extLst xmlns:a="http://schemas.openxmlformats.org/drawingml/2006/main">
              <a:ext uri="{FF2B5EF4-FFF2-40B4-BE49-F238E27FC236}">
                <a16:creationId xmlns:a16="http://schemas.microsoft.com/office/drawing/2014/main" id="{BBC5147F-55AE-4CEA-B824-15EE835A53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48200" y="3343275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7145">
            <a:solidFill>
              <a:srgbClr val="AF6228"/>
            </a:solidFill>
            <a:prstDash val="solid"/>
          </a:ln>
        </p:spPr>
      </p:sp>
      <p:sp>
        <p:nvSpPr>
          <p:cNvPr id="87" name="future">
            <a:extLst xmlns:a="http://schemas.openxmlformats.org/drawingml/2006/main">
              <a:ext uri="{FF2B5EF4-FFF2-40B4-BE49-F238E27FC236}">
                <a16:creationId xmlns:a16="http://schemas.microsoft.com/office/drawing/2014/main" id="{4BA0D6F6-FA68-41C9-9045-94B234EE66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86450" y="33432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pPr algn="ctr">
              <a:defRPr sz="81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grpSp>
        <p:nvGrpSpPr>
          <p:cNvPr id="234" name="math-updated-k"/>
          <p:cNvGrpSpPr/>
          <p:nvPr/>
        </p:nvGrpSpPr>
        <p:grpSpPr>
          <ns1:xfrm xmlns:ns1="http://schemas.openxmlformats.org/drawingml/2006/main">
            <ns1:off x="1882788" y="3362706"/>
            <ns1:ext cx="421424" cy="320612"/>
            <ns1:chOff x="1882788" y="3362706"/>
            <ns1:chExt cx="421424" cy="320612"/>
          </ns1:xfrm>
        </p:grpSpPr>
        <p:sp>
          <p:nvSpPr>
            <p:cNvPr id="88" name="math-updated-k.part-0">
              <a:extLst xmlns:a="http://schemas.openxmlformats.org/drawingml/2006/main">
                <a:ext uri="{FF2B5EF4-FFF2-40B4-BE49-F238E27FC236}">
                  <a16:creationId xmlns:a16="http://schemas.microsoft.com/office/drawing/2014/main" id="{DB91D20A-69A8-4C77-8B15-F913CC9689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2788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89" name="math-updated-k.part-1">
              <a:extLst xmlns:a="http://schemas.openxmlformats.org/drawingml/2006/main">
                <a:ext uri="{FF2B5EF4-FFF2-40B4-BE49-F238E27FC236}">
                  <a16:creationId xmlns:a16="http://schemas.microsoft.com/office/drawing/2014/main" id="{B98F2E67-153B-4670-BDAE-26C7636126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6511" y="3362706"/>
              <a:ext cx="96195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90" name="math-updated-k.part-2">
              <a:extLst xmlns:a="http://schemas.openxmlformats.org/drawingml/2006/main">
                <a:ext uri="{FF2B5EF4-FFF2-40B4-BE49-F238E27FC236}">
                  <a16:creationId xmlns:a16="http://schemas.microsoft.com/office/drawing/2014/main" id="{0593C32E-F0BB-4DD0-9F48-D491D8C064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4131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91" name="math-updated-k.part-3">
              <a:extLst xmlns:a="http://schemas.openxmlformats.org/drawingml/2006/main">
                <a:ext uri="{FF2B5EF4-FFF2-40B4-BE49-F238E27FC236}">
                  <a16:creationId xmlns:a16="http://schemas.microsoft.com/office/drawing/2014/main" id="{50FEBE4D-3375-479B-A974-1F624C0932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82424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92" name="math-updated-k.part-4">
              <a:extLst xmlns:a="http://schemas.openxmlformats.org/drawingml/2006/main">
                <a:ext uri="{FF2B5EF4-FFF2-40B4-BE49-F238E27FC236}">
                  <a16:creationId xmlns:a16="http://schemas.microsoft.com/office/drawing/2014/main" id="{57E8E9CD-645D-4432-A730-CACF9153CC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2145" y="3482721"/>
              <a:ext cx="89200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</a:p>
          </p:txBody>
        </p:sp>
        <p:sp>
          <p:nvSpPr>
            <p:cNvPr id="93" name="math-updated-k.part-5">
              <a:extLst xmlns:a="http://schemas.openxmlformats.org/drawingml/2006/main">
                <a:ext uri="{FF2B5EF4-FFF2-40B4-BE49-F238E27FC236}">
                  <a16:creationId xmlns:a16="http://schemas.microsoft.com/office/drawing/2014/main" id="{650B18D0-76A4-4924-8FE8-61B5F5F50D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2769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grpSp>
        <p:nvGrpSpPr>
          <p:cNvPr id="235" name="math-updated-now"/>
          <p:cNvGrpSpPr/>
          <p:nvPr/>
        </p:nvGrpSpPr>
        <p:grpSpPr>
          <ns1:xfrm xmlns:ns1="http://schemas.openxmlformats.org/drawingml/2006/main">
            <ns1:off x="4807382" y="3362706"/>
            <ns1:ext cx="572986" cy="320612"/>
            <ns1:chOff x="4807382" y="3362706"/>
            <ns1:chExt cx="572986" cy="320612"/>
          </ns1:xfrm>
        </p:grpSpPr>
        <p:sp>
          <p:nvSpPr>
            <p:cNvPr id="94" name="math-updated-now.part-0">
              <a:extLst xmlns:a="http://schemas.openxmlformats.org/drawingml/2006/main">
                <a:ext uri="{FF2B5EF4-FFF2-40B4-BE49-F238E27FC236}">
                  <a16:creationId xmlns:a16="http://schemas.microsoft.com/office/drawing/2014/main" id="{7730EF45-9897-42B9-92C9-6D64600C25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07382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95" name="math-updated-now.part-1">
              <a:extLst xmlns:a="http://schemas.openxmlformats.org/drawingml/2006/main">
                <a:ext uri="{FF2B5EF4-FFF2-40B4-BE49-F238E27FC236}">
                  <a16:creationId xmlns:a16="http://schemas.microsoft.com/office/drawing/2014/main" id="{FBC581F9-7B70-4516-9B67-0DBEBBD181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1105" y="3362706"/>
              <a:ext cx="96195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96" name="math-updated-now.part-2">
              <a:extLst xmlns:a="http://schemas.openxmlformats.org/drawingml/2006/main">
                <a:ext uri="{FF2B5EF4-FFF2-40B4-BE49-F238E27FC236}">
                  <a16:creationId xmlns:a16="http://schemas.microsoft.com/office/drawing/2014/main" id="{7CA293B8-EA08-4265-9C77-2A37EFA469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48725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97" name="math-updated-now.part-3">
              <a:extLst xmlns:a="http://schemas.openxmlformats.org/drawingml/2006/main">
                <a:ext uri="{FF2B5EF4-FFF2-40B4-BE49-F238E27FC236}">
                  <a16:creationId xmlns:a16="http://schemas.microsoft.com/office/drawing/2014/main" id="{AE6E0400-4316-4F6B-AF9B-19477159FF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07018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98" name="math-updated-now.part-4">
              <a:extLst xmlns:a="http://schemas.openxmlformats.org/drawingml/2006/main">
                <a:ext uri="{FF2B5EF4-FFF2-40B4-BE49-F238E27FC236}">
                  <a16:creationId xmlns:a16="http://schemas.microsoft.com/office/drawing/2014/main" id="{11B70004-F51C-46E4-B152-507F98FF05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56739" y="3482721"/>
              <a:ext cx="240762" cy="1923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8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now</a:t>
              </a:r>
            </a:p>
          </p:txBody>
        </p:sp>
        <p:sp>
          <p:nvSpPr>
            <p:cNvPr id="99" name="math-updated-now.part-5">
              <a:extLst xmlns:a="http://schemas.openxmlformats.org/drawingml/2006/main">
                <a:ext uri="{FF2B5EF4-FFF2-40B4-BE49-F238E27FC236}">
                  <a16:creationId xmlns:a16="http://schemas.microsoft.com/office/drawing/2014/main" id="{1CD8F642-241E-4529-9A5C-D49F2BA237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8925" y="3400425"/>
              <a:ext cx="111443" cy="2828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cxnSp>
        <p:nvCxnSpPr>
          <p:cNvPr id="221" name="historical-update"/>
          <p:cNvCxnSpPr>
            <a:stCxn xmlns:a="http://schemas.openxmlformats.org/drawingml/2006/main" id="28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2066925" y="260032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sp>
        <p:nvSpPr>
          <p:cNvPr id="101" name="update-label">
            <a:extLst xmlns:a="http://schemas.openxmlformats.org/drawingml/2006/main">
              <a:ext uri="{FF2B5EF4-FFF2-40B4-BE49-F238E27FC236}">
                <a16:creationId xmlns:a16="http://schemas.microsoft.com/office/drawing/2014/main" id="{9C4E6F8C-25B0-4C5F-91D1-987DE854DA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2100" y="2962275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26EA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cxnSp>
        <p:nvCxnSpPr>
          <p:cNvPr id="223" name="updated-replay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2409825" y="35242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224" name="samples-replay"/>
          <p:cNvCxnSpPr>
            <a:stCxn xmlns:a="http://schemas.openxmlformats.org/drawingml/2006/main" id="52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3500438" y="3019425"/>
            <a:ext cx="576263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225" name="replay-present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895725" y="352425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226" name="continue-propagation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486400" y="3524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sp>
        <p:nvSpPr>
          <p:cNvPr id="106" name="future-caption">
            <a:extLst xmlns:a="http://schemas.openxmlformats.org/drawingml/2006/main">
              <a:ext uri="{FF2B5EF4-FFF2-40B4-BE49-F238E27FC236}">
                <a16:creationId xmlns:a16="http://schemas.microsoft.com/office/drawing/2014/main" id="{99B56F60-62C8-41FF-9D84-C12995A6FF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0" y="30861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107" name="current-caption">
            <a:extLst xmlns:a="http://schemas.openxmlformats.org/drawingml/2006/main">
              <a:ext uri="{FF2B5EF4-FFF2-40B4-BE49-F238E27FC236}">
                <a16:creationId xmlns:a16="http://schemas.microsoft.com/office/drawing/2014/main" id="{73BF88B8-44AB-4A7C-A8C9-B1709C72C9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95800" y="38100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F622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AF6228"/>
                </a:solidFill>
                <a:latin typeface="Arial"/>
                <a:ea typeface="Arial"/>
                <a:cs typeface="Arial"/>
              </a:rPr>
              <a:t>Current pose</a:t>
            </a:r>
          </a:p>
        </p:txBody>
      </p:sp>
      <p:grpSp>
        <p:nvGrpSpPr>
          <p:cNvPr id="236" name="legend-state"/>
          <p:cNvGrpSpPr/>
          <p:nvPr/>
        </p:nvGrpSpPr>
        <p:grpSpPr>
          <ns1:xfrm xmlns:ns1="http://schemas.openxmlformats.org/drawingml/2006/main">
            <ns1:off x="195263" y="3857625"/>
            <ns1:ext cx="244316" cy="235744"/>
            <ns1:chOff x="195263" y="3857625"/>
            <ns1:chExt cx="244316" cy="235744"/>
          </ns1:xfrm>
        </p:grpSpPr>
        <p:sp>
          <p:nvSpPr>
            <p:cNvPr id="108" name="legend-state.part-0">
              <a:extLst xmlns:a="http://schemas.openxmlformats.org/drawingml/2006/main">
                <a:ext uri="{FF2B5EF4-FFF2-40B4-BE49-F238E27FC236}">
                  <a16:creationId xmlns:a16="http://schemas.microsoft.com/office/drawing/2014/main" id="{48C34A34-9C5F-4338-8BE7-BFA0C65AE4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263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109" name="legend-state.part-1">
              <a:extLst xmlns:a="http://schemas.openxmlformats.org/drawingml/2006/main">
                <a:ext uri="{FF2B5EF4-FFF2-40B4-BE49-F238E27FC236}">
                  <a16:creationId xmlns:a16="http://schemas.microsoft.com/office/drawing/2014/main" id="{6B2DBE5D-E472-47B3-8E02-AB686D703B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6699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110" name="legend-state.part-2">
              <a:extLst xmlns:a="http://schemas.openxmlformats.org/drawingml/2006/main">
                <a:ext uri="{FF2B5EF4-FFF2-40B4-BE49-F238E27FC236}">
                  <a16:creationId xmlns:a16="http://schemas.microsoft.com/office/drawing/2014/main" id="{43A69754-4B0E-47B4-B553-FB9AF141C0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276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111" name="legend-state.part-3">
              <a:extLst xmlns:a="http://schemas.openxmlformats.org/drawingml/2006/main">
                <a:ext uri="{FF2B5EF4-FFF2-40B4-BE49-F238E27FC236}">
                  <a16:creationId xmlns:a16="http://schemas.microsoft.com/office/drawing/2014/main" id="{EE17DE6A-850E-428F-976E-7286251598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6710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112" name="legend-propagated">
            <a:extLst xmlns:a="http://schemas.openxmlformats.org/drawingml/2006/main">
              <a:ext uri="{FF2B5EF4-FFF2-40B4-BE49-F238E27FC236}">
                <a16:creationId xmlns:a16="http://schemas.microsoft.com/office/drawing/2014/main" id="{904AB55B-1276-4E67-8963-07504F42BD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385762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: propagated</a:t>
            </a:r>
          </a:p>
        </p:txBody>
      </p:sp>
      <p:grpSp>
        <p:nvGrpSpPr>
          <p:cNvPr id="237" name="legend-corrected"/>
          <p:cNvGrpSpPr/>
          <p:nvPr/>
        </p:nvGrpSpPr>
        <p:grpSpPr>
          <ns1:xfrm xmlns:ns1="http://schemas.openxmlformats.org/drawingml/2006/main">
            <ns1:off x="1433913" y="3826193"/>
            <ns1:ext cx="300666" cy="267176"/>
            <ns1:chOff x="1433913" y="3826193"/>
            <ns1:chExt cx="300666" cy="267176"/>
          </ns1:xfrm>
        </p:grpSpPr>
        <p:sp>
          <p:nvSpPr>
            <p:cNvPr id="113" name="legend-corrected.part-0">
              <a:extLst xmlns:a="http://schemas.openxmlformats.org/drawingml/2006/main">
                <a:ext uri="{FF2B5EF4-FFF2-40B4-BE49-F238E27FC236}">
                  <a16:creationId xmlns:a16="http://schemas.microsoft.com/office/drawing/2014/main" id="{E6BF9114-FEBB-4FC1-8C0E-805C9C72CA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3913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114" name="legend-corrected.part-1">
              <a:extLst xmlns:a="http://schemas.openxmlformats.org/drawingml/2006/main">
                <a:ext uri="{FF2B5EF4-FFF2-40B4-BE49-F238E27FC236}">
                  <a16:creationId xmlns:a16="http://schemas.microsoft.com/office/drawing/2014/main" id="{39B405B5-E08D-4FE9-883F-373F48CA82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5349" y="3826193"/>
              <a:ext cx="84925" cy="1603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6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6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115" name="legend-corrected.part-2">
              <a:extLst xmlns:a="http://schemas.openxmlformats.org/drawingml/2006/main">
                <a:ext uri="{FF2B5EF4-FFF2-40B4-BE49-F238E27FC236}">
                  <a16:creationId xmlns:a16="http://schemas.microsoft.com/office/drawing/2014/main" id="{F51003FD-F93E-4F58-973D-0C7ED6F500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51699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116" name="legend-corrected.part-3">
              <a:extLst xmlns:a="http://schemas.openxmlformats.org/drawingml/2006/main">
                <a:ext uri="{FF2B5EF4-FFF2-40B4-BE49-F238E27FC236}">
                  <a16:creationId xmlns:a16="http://schemas.microsoft.com/office/drawing/2014/main" id="{6297919B-FC26-4251-ADC7-DB44EB05E3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0276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117" name="legend-corrected.part-4">
              <a:extLst xmlns:a="http://schemas.openxmlformats.org/drawingml/2006/main">
                <a:ext uri="{FF2B5EF4-FFF2-40B4-BE49-F238E27FC236}">
                  <a16:creationId xmlns:a16="http://schemas.microsoft.com/office/drawing/2014/main" id="{4C80D0FC-AD59-4BAC-8748-0E91C4975F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41710" y="3857625"/>
              <a:ext cx="92869" cy="2357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2427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118" name="legend-corrected-text">
            <a:extLst xmlns:a="http://schemas.openxmlformats.org/drawingml/2006/main">
              <a:ext uri="{FF2B5EF4-FFF2-40B4-BE49-F238E27FC236}">
                <a16:creationId xmlns:a16="http://schemas.microsoft.com/office/drawing/2014/main" id="{B54A43D6-9B55-45F9-B789-34835533FD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600" y="3857625"/>
            <a:ext cx="82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: corrected</a:t>
            </a:r>
          </a:p>
        </p:txBody>
      </p:sp>
      <p:sp>
        <p:nvSpPr>
          <p:cNvPr id="119" name="crossing-clearance">
            <a:extLst xmlns:a="http://schemas.openxmlformats.org/drawingml/2006/main">
              <a:ext uri="{FF2B5EF4-FFF2-40B4-BE49-F238E27FC236}">
                <a16:creationId xmlns:a16="http://schemas.microsoft.com/office/drawing/2014/main" id="{21A81548-0B06-49AF-B483-3321D746F4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29200" y="15716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20" name="crossing-live-route">
            <a:extLst xmlns:a="http://schemas.openxmlformats.org/drawingml/2006/main">
              <a:ext uri="{FF2B5EF4-FFF2-40B4-BE49-F238E27FC236}">
                <a16:creationId xmlns:a16="http://schemas.microsoft.com/office/drawing/2014/main" id="{1B7ECB58-6C57-4B1D-9112-53FA70390C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7300" y="153352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77531"/>
            </a:solidFill>
            <a:prstDash val="solid"/>
          </a:ln>
        </p:spPr>
      </p:sp>
      <p:sp>
        <p:nvSpPr>
          <p:cNvPr id="121" name="disclosure">
            <a:extLst xmlns:a="http://schemas.openxmlformats.org/drawingml/2006/main">
              <a:ext uri="{FF2B5EF4-FFF2-40B4-BE49-F238E27FC236}">
                <a16:creationId xmlns:a16="http://schemas.microsoft.com/office/drawing/2014/main" id="{0A12DC68-5E7F-47C9-92DA-AA59636A38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029075"/>
            <a:ext cx="6096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Illustrative sensors and samples; symbolic timing, not to scale.</a:t>
            </a:r>
          </a:p>
        </p:txBody>
      </p:sp>
    </p:spTree>
    <p:extLst>
      <p:ext uri="{BB962C8B-B14F-4D97-AF65-F5344CB8AC3E}">
        <p14:creationId xmlns:p14="http://schemas.microsoft.com/office/powerpoint/2010/main" val="2059296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2026-10-01T00:53:17.0820000Z</dcterms:created>
  <dcterms:modified xsi:type="dcterms:W3CDTF">2026-10-01T00:53:17.0820000Z</dcterms:modified>
</coreProperties>
</file>