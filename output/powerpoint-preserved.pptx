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400800" cy="3429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2"/>
    <p:restoredTop sz="94628"/>
  </p:normalViewPr>
  <p:slideViewPr>
    <p:cSldViewPr snapToGrid="0">
      <p:cViewPr varScale="1">
        <p:scale>
          <a:sx n="272" d="100"/>
          <a:sy n="272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editing probe</a:t>
            </a:r>
          </a:p>
          <a:p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ption">
            <a:extLst>
              <a:ext uri="{FF2B5EF4-FFF2-40B4-BE49-F238E27FC236}">
                <a16:creationId xmlns:a16="http://schemas.microsoft.com/office/drawing/2014/main" id="{2234A38B-C8A7-44E0-BA33-140E0B9D3A91}"/>
              </a:ext>
            </a:extLst>
          </p:cNvPr>
          <p:cNvSpPr>
            <a:spLocks/>
          </p:cNvSpPr>
          <p:nvPr/>
        </p:nvSpPr>
        <p:spPr>
          <a:xfrm>
            <a:off x="228600" y="123825"/>
            <a:ext cx="594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19050" anchor="ctr">
            <a:noAutofit/>
          </a:bodyPr>
          <a:lstStyle/>
          <a:p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Native editing probe</a:t>
            </a:r>
          </a:p>
        </p:txBody>
      </p:sp>
      <p:sp>
        <p:nvSpPr>
          <p:cNvPr id="2" name="input">
            <a:extLst>
              <a:ext uri="{FF2B5EF4-FFF2-40B4-BE49-F238E27FC236}">
                <a16:creationId xmlns:a16="http://schemas.microsoft.com/office/drawing/2014/main" id="{DA2D7039-9CB4-4BE4-A005-7388B7DE8805}"/>
              </a:ext>
            </a:extLst>
          </p:cNvPr>
          <p:cNvSpPr>
            <a:spLocks/>
          </p:cNvSpPr>
          <p:nvPr/>
        </p:nvSpPr>
        <p:spPr>
          <a:xfrm>
            <a:off x="304800" y="952500"/>
            <a:ext cx="1066800" cy="495300"/>
          </a:xfrm>
          <a:prstGeom prst="rect">
            <a:avLst/>
          </a:prstGeom>
          <a:solidFill>
            <a:srgbClr val="E4EEF7"/>
          </a:solidFill>
          <a:ln w="9525">
            <a:solidFill>
              <a:srgbClr val="436D91"/>
            </a:solidFill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3" name="encoder">
            <a:extLst>
              <a:ext uri="{FF2B5EF4-FFF2-40B4-BE49-F238E27FC236}">
                <a16:creationId xmlns:a16="http://schemas.microsoft.com/office/drawing/2014/main" id="{FA51668C-3D1B-4D64-A555-456D8E749B84}"/>
              </a:ext>
            </a:extLst>
          </p:cNvPr>
          <p:cNvSpPr>
            <a:spLocks/>
          </p:cNvSpPr>
          <p:nvPr/>
        </p:nvSpPr>
        <p:spPr>
          <a:xfrm>
            <a:off x="2500092" y="989931"/>
            <a:ext cx="1362075" cy="495300"/>
          </a:xfrm>
          <a:prstGeom prst="rect">
            <a:avLst/>
          </a:prstGeom>
          <a:solidFill>
            <a:srgbClr val="E4EEF7"/>
          </a:solidFill>
          <a:ln w="9525">
            <a:solidFill>
              <a:srgbClr val="436D91"/>
            </a:solidFill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lang="en-US" sz="1050" dirty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 edited</a:t>
            </a:r>
            <a:endParaRPr sz="1050" b="0" dirty="0">
              <a:solidFill>
                <a:srgbClr val="2339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output">
            <a:extLst>
              <a:ext uri="{FF2B5EF4-FFF2-40B4-BE49-F238E27FC236}">
                <a16:creationId xmlns:a16="http://schemas.microsoft.com/office/drawing/2014/main" id="{A7F113F6-AD5B-4297-949F-C2A43AE815B1}"/>
              </a:ext>
            </a:extLst>
          </p:cNvPr>
          <p:cNvSpPr>
            <a:spLocks/>
          </p:cNvSpPr>
          <p:nvPr/>
        </p:nvSpPr>
        <p:spPr>
          <a:xfrm>
            <a:off x="4972050" y="952500"/>
            <a:ext cx="1066800" cy="495300"/>
          </a:xfrm>
          <a:prstGeom prst="rect">
            <a:avLst/>
          </a:prstGeom>
          <a:solidFill>
            <a:srgbClr val="E4EEF7"/>
          </a:solidFill>
          <a:ln w="9525">
            <a:solidFill>
              <a:srgbClr val="436D91"/>
            </a:solidFill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Result y</a:t>
            </a:r>
          </a:p>
        </p:txBody>
      </p:sp>
      <p:cxnSp>
        <p:nvCxnSpPr>
          <p:cNvPr id="17" name="input-encoder"/>
          <p:cNvCxnSpPr>
            <a:stCxn id="2" idx="3"/>
            <a:endCxn id="3" idx="1"/>
          </p:cNvCxnSpPr>
          <p:nvPr/>
        </p:nvCxnSpPr>
        <p:spPr>
          <a:xfrm>
            <a:off x="1371600" y="1200150"/>
            <a:ext cx="1128492" cy="37431"/>
          </a:xfrm>
          <a:prstGeom prst="straightConnector1">
            <a:avLst/>
          </a:prstGeom>
          <a:ln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8" name="encoder-output"/>
          <p:cNvCxnSpPr>
            <a:stCxn id="3" idx="3"/>
            <a:endCxn id="4" idx="1"/>
          </p:cNvCxnSpPr>
          <p:nvPr/>
        </p:nvCxnSpPr>
        <p:spPr>
          <a:xfrm flipV="1">
            <a:off x="3862167" y="1200150"/>
            <a:ext cx="1109883" cy="37431"/>
          </a:xfrm>
          <a:prstGeom prst="straightConnector1">
            <a:avLst/>
          </a:prstGeom>
          <a:ln w="12383">
            <a:solidFill>
              <a:srgbClr val="233947"/>
            </a:solidFill>
            <a:prstDash val="solid"/>
            <a:tailEnd type="triangle" w="sm" len="sm"/>
          </a:ln>
        </p:spPr>
      </p:cxnSp>
      <p:grpSp>
        <p:nvGrpSpPr>
          <p:cNvPr id="19" name="token-group"/>
          <p:cNvGrpSpPr/>
          <p:nvPr/>
        </p:nvGrpSpPr>
        <p:grpSpPr>
          <a:xfrm>
            <a:off x="600807" y="2362200"/>
            <a:ext cx="1271808" cy="285750"/>
            <a:chOff x="356967" y="2362200"/>
            <a:chExt cx="1271808" cy="285750"/>
          </a:xfrm>
        </p:grpSpPr>
        <p:sp>
          <p:nvSpPr>
            <p:cNvPr id="7" name="token-group.0">
              <a:extLst>
                <a:ext uri="{FF2B5EF4-FFF2-40B4-BE49-F238E27FC236}">
                  <a16:creationId xmlns:a16="http://schemas.microsoft.com/office/drawing/2014/main" id="{AE3BDC27-DCD4-42CE-B568-8C82AD9235BF}"/>
                </a:ext>
              </a:extLst>
            </p:cNvPr>
            <p:cNvSpPr>
              <a:spLocks/>
            </p:cNvSpPr>
            <p:nvPr/>
          </p:nvSpPr>
          <p:spPr>
            <a:xfrm>
              <a:off x="356967" y="2362200"/>
              <a:ext cx="285750" cy="285750"/>
            </a:xfrm>
            <a:prstGeom prst="rect">
              <a:avLst/>
            </a:prstGeom>
            <a:solidFill>
              <a:srgbClr val="E4EEF7"/>
            </a:solidFill>
            <a:ln w="9525">
              <a:solidFill>
                <a:srgbClr val="436D91"/>
              </a:solidFill>
              <a:prstDash val="solid"/>
            </a:ln>
          </p:spPr>
          <p:txBody>
            <a:bodyPr wrap="square" lIns="0" tIns="19050" rIns="0" bIns="19050" anchor="ctr">
              <a:noAutofit/>
            </a:bodyPr>
            <a:lstStyle/>
            <a:p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" name="token-group.1">
              <a:extLst>
                <a:ext uri="{FF2B5EF4-FFF2-40B4-BE49-F238E27FC236}">
                  <a16:creationId xmlns:a16="http://schemas.microsoft.com/office/drawing/2014/main" id="{C7FC4E1E-1E2C-4167-A7A5-59B0FD3F46E0}"/>
                </a:ext>
              </a:extLst>
            </p:cNvPr>
            <p:cNvSpPr>
              <a:spLocks/>
            </p:cNvSpPr>
            <p:nvPr/>
          </p:nvSpPr>
          <p:spPr>
            <a:xfrm>
              <a:off x="676275" y="2362200"/>
              <a:ext cx="285750" cy="285750"/>
            </a:xfrm>
            <a:prstGeom prst="rect">
              <a:avLst/>
            </a:prstGeom>
            <a:solidFill>
              <a:srgbClr val="E4EEF7"/>
            </a:solidFill>
            <a:ln w="9525">
              <a:solidFill>
                <a:srgbClr val="436D91"/>
              </a:solidFill>
              <a:prstDash val="solid"/>
            </a:ln>
          </p:spPr>
          <p:txBody>
            <a:bodyPr wrap="square" lIns="0" tIns="19050" rIns="0" bIns="19050" anchor="ctr">
              <a:noAutofit/>
            </a:bodyPr>
            <a:lstStyle/>
            <a:p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9" name="token-group.2">
              <a:extLst>
                <a:ext uri="{FF2B5EF4-FFF2-40B4-BE49-F238E27FC236}">
                  <a16:creationId xmlns:a16="http://schemas.microsoft.com/office/drawing/2014/main" id="{36CAAFB3-14B6-458B-AEDA-F6241270EAD9}"/>
                </a:ext>
              </a:extLst>
            </p:cNvPr>
            <p:cNvSpPr>
              <a:spLocks/>
            </p:cNvSpPr>
            <p:nvPr/>
          </p:nvSpPr>
          <p:spPr>
            <a:xfrm>
              <a:off x="1009650" y="2362200"/>
              <a:ext cx="285750" cy="285750"/>
            </a:xfrm>
            <a:prstGeom prst="rect">
              <a:avLst/>
            </a:prstGeom>
            <a:solidFill>
              <a:srgbClr val="E4EEF7"/>
            </a:solidFill>
            <a:ln w="9525">
              <a:solidFill>
                <a:srgbClr val="436D91"/>
              </a:solidFill>
              <a:prstDash val="solid"/>
            </a:ln>
          </p:spPr>
          <p:txBody>
            <a:bodyPr wrap="square" lIns="0" tIns="19050" rIns="0" bIns="19050" anchor="ctr">
              <a:noAutofit/>
            </a:bodyPr>
            <a:lstStyle/>
            <a:p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0" name="token-group.3">
              <a:extLst>
                <a:ext uri="{FF2B5EF4-FFF2-40B4-BE49-F238E27FC236}">
                  <a16:creationId xmlns:a16="http://schemas.microsoft.com/office/drawing/2014/main" id="{35144A56-737D-4ED3-9E0B-360D860AAA3B}"/>
                </a:ext>
              </a:extLst>
            </p:cNvPr>
            <p:cNvSpPr>
              <a:spLocks/>
            </p:cNvSpPr>
            <p:nvPr/>
          </p:nvSpPr>
          <p:spPr>
            <a:xfrm>
              <a:off x="1343025" y="2362200"/>
              <a:ext cx="285750" cy="285750"/>
            </a:xfrm>
            <a:prstGeom prst="rect">
              <a:avLst/>
            </a:prstGeom>
            <a:solidFill>
              <a:srgbClr val="E4EEF7"/>
            </a:solidFill>
            <a:ln w="9525">
              <a:solidFill>
                <a:srgbClr val="436D91"/>
              </a:solidFill>
              <a:prstDash val="solid"/>
            </a:ln>
          </p:spPr>
          <p:txBody>
            <a:bodyPr wrap="square" lIns="0" tIns="19050" rIns="0" bIns="19050" anchor="ctr">
              <a:noAutofit/>
            </a:bodyPr>
            <a:lstStyle/>
            <a:p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</p:grpSp>
      <p:sp>
        <p:nvSpPr>
          <p:cNvPr id="11" name="equation">
            <a:extLst>
              <a:ext uri="{FF2B5EF4-FFF2-40B4-BE49-F238E27FC236}">
                <a16:creationId xmlns:a16="http://schemas.microsoft.com/office/drawing/2014/main" id="{F59290C8-ECDD-4CD3-8AFF-7D88956900A2}"/>
              </a:ext>
            </a:extLst>
          </p:cNvPr>
          <p:cNvSpPr>
            <a:spLocks/>
          </p:cNvSpPr>
          <p:nvPr/>
        </p:nvSpPr>
        <p:spPr>
          <a:xfrm>
            <a:off x="2562225" y="2295525"/>
            <a:ext cx="24669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19050" anchor="ctr">
            <a:noAutofit/>
          </a:bodyPr>
          <a:lstStyle/>
          <a:p>
            <a:pPr algn="ctr">
              <a:defRPr sz="142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hₜ₊₁ = hₜ + fθ(hₜ)</a:t>
            </a:r>
          </a:p>
        </p:txBody>
      </p:sp>
      <p:sp>
        <p:nvSpPr>
          <p:cNvPr id="12" name="editable-note">
            <a:extLst>
              <a:ext uri="{FF2B5EF4-FFF2-40B4-BE49-F238E27FC236}">
                <a16:creationId xmlns:a16="http://schemas.microsoft.com/office/drawing/2014/main" id="{4E003AB5-6B0F-4576-B354-C85D85E03868}"/>
              </a:ext>
            </a:extLst>
          </p:cNvPr>
          <p:cNvSpPr>
            <a:spLocks/>
          </p:cNvSpPr>
          <p:nvPr/>
        </p:nvSpPr>
        <p:spPr>
          <a:xfrm>
            <a:off x="266700" y="2781300"/>
            <a:ext cx="234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19050" anchor="ctr">
            <a:noAutofit/>
          </a:bodyPr>
          <a:lstStyle/>
          <a:p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Select individual cells or move the group</a:t>
            </a:r>
          </a:p>
        </p:txBody>
      </p:sp>
    </p:spTree>
    <p:extLst>
      <p:ext uri="{BB962C8B-B14F-4D97-AF65-F5344CB8AC3E}">
        <p14:creationId xmlns:p14="http://schemas.microsoft.com/office/powerpoint/2010/main" val="1685708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</Words>
  <Application>Microsoft Macintosh PowerPoint</Application>
  <DocSecurity>0</DocSecurity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정윤성</cp:lastModifiedBy>
  <cp:revision>5</cp:revision>
  <dcterms:created xsi:type="dcterms:W3CDTF">2026-09-29T09:38:09Z</dcterms:created>
  <dcterms:modified xsi:type="dcterms:W3CDTF">2026-09-29T09:49:00Z</dcterms:modified>
</cp:coreProperties>
</file>