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459d6384bb4fe8" /><Relationship Type="http://schemas.openxmlformats.org/officeDocument/2006/relationships/extended-properties" Target="/docProps/app.xml" Id="Rb416db5c39664e66" /><Relationship Type="http://schemas.openxmlformats.org/officeDocument/2006/relationships/officeDocument" Target="/ppt/presentation.xml" Id="R9c30f1ea6d9c40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984f9539b44d9"/>
  </p:sldMasterIdLst>
  <p:notesMasterIdLst>
    <p:notesMasterId xmlns:r="http://schemas.openxmlformats.org/officeDocument/2006/relationships" r:id="R6ef7945c44a14cd5"/>
  </p:notesMasterIdLst>
  <p:sldIdLst>
    <p:sldId xmlns:r="http://schemas.openxmlformats.org/officeDocument/2006/relationships" id="256" r:id="Re5ea1ac90c484f6c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f4bf4bfeb34fac" /><Relationship Type="http://schemas.openxmlformats.org/officeDocument/2006/relationships/slideMaster" Target="/ppt/slideMasters/slideMaster1.xml" Id="Rf8b984f9539b44d9" /><Relationship Type="http://schemas.openxmlformats.org/officeDocument/2006/relationships/notesMaster" Target="/ppt/notesMasters/notesMaster1.xml" Id="R6ef7945c44a14cd5" /><Relationship Type="http://schemas.openxmlformats.org/officeDocument/2006/relationships/presProps" Target="/ppt/presProps.xml" Id="R71fb58562368480d" /><Relationship Type="http://schemas.openxmlformats.org/officeDocument/2006/relationships/tableStyles" Target="/ppt/tableStyles.xml" Id="R7c24f2aebc594d62" /><Relationship Type="http://schemas.openxmlformats.org/officeDocument/2006/relationships/slide" Target="/ppt/slides/slide1.xml" Id="Re5ea1ac90c484f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606570453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9fa052d0b548e3" /><Relationship Type="http://schemas.openxmlformats.org/officeDocument/2006/relationships/notesMaster" Target="/ppt/notesMasters/notesMaster1.xml" Id="Ra1c9824bdf45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Multi-scale restoration</a:t>
            </a:r>
          </a:p>
          <a:p xmlns:a="http://schemas.openxmlformats.org/drawingml/2006/main">
            <a:r>
              <a:t>Original schematic examples. The visible grouping, ports and identity markers reflect the supplied review. No empirical results are shown. Publication width 177.8 mm. Input briefs: examples/tasks.json. Reference study: https://arxiv.org/abs/2111.06377 ; https://arxiv.org/abs/2103.00020 ; https://arxiv.org/abs/1505.04597 ; https://arxiv.org/abs/1706.03762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30745686f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aca20e63cb4873" /><Relationship Type="http://schemas.openxmlformats.org/officeDocument/2006/relationships/slideLayout" Target="/ppt/slideLayouts/slideLayout1.xml" Id="R2e8ce2049eb740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8ce2049eb740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340347fee4ad2" /><Relationship Type="http://schemas.openxmlformats.org/officeDocument/2006/relationships/notesSlide" Target="/ppt/notesSlides/notesSlide1.xml" Id="R54e001794a7546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heading">
            <a:extLst xmlns:a="http://schemas.openxmlformats.org/drawingml/2006/main">
              <a:ext uri="{FF2B5EF4-FFF2-40B4-BE49-F238E27FC236}">
                <a16:creationId xmlns:a16="http://schemas.microsoft.com/office/drawing/2014/main" id="{9E562028-8CC1-41B3-85D9-4FFED3E4A1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Multi-scale restoration</a:t>
            </a:r>
          </a:p>
        </p:txBody>
      </p:sp>
      <p:grpSp>
        <p:nvGrpSpPr>
          <p:cNvPr id="108" name="e1.features"/>
          <p:cNvGrpSpPr/>
          <p:nvPr/>
        </p:nvGrpSpPr>
        <p:grpSpPr>
          <ns1:xfrm xmlns:ns1="http://schemas.openxmlformats.org/drawingml/2006/main">
            <ns1:off x="371475" y="866775"/>
            <ns1:ext cx="857250" cy="838200"/>
            <ns1:chOff x="371475" y="866775"/>
            <ns1:chExt cx="857250" cy="838200"/>
          </ns1:xfrm>
        </p:grpSpPr>
        <p:sp>
          <p:nvSpPr>
            <p:cNvPr id="2" name="e1.back2">
              <a:extLst xmlns:a="http://schemas.openxmlformats.org/drawingml/2006/main">
                <a:ext uri="{FF2B5EF4-FFF2-40B4-BE49-F238E27FC236}">
                  <a16:creationId xmlns:a16="http://schemas.microsoft.com/office/drawing/2014/main" id="{6BEAFA4D-FFCE-470F-BBE7-5A63E20FCB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866775"/>
              <a:ext cx="76200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3" name="e1.back1">
              <a:extLst xmlns:a="http://schemas.openxmlformats.org/drawingml/2006/main">
                <a:ext uri="{FF2B5EF4-FFF2-40B4-BE49-F238E27FC236}">
                  <a16:creationId xmlns:a16="http://schemas.microsoft.com/office/drawing/2014/main" id="{C5267BCC-F16A-4132-B461-2381A06C70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904875"/>
              <a:ext cx="76200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4" name="e1">
              <a:extLst xmlns:a="http://schemas.openxmlformats.org/drawingml/2006/main">
                <a:ext uri="{FF2B5EF4-FFF2-40B4-BE49-F238E27FC236}">
                  <a16:creationId xmlns:a16="http://schemas.microsoft.com/office/drawing/2014/main" id="{5BEDEDFC-5F9D-4F29-A07B-4B30A889F5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942975"/>
              <a:ext cx="76200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</p:sp>
        <p:sp>
          <p:nvSpPr>
            <p:cNvPr id="5" name="e1.v1">
              <a:extLst xmlns:a="http://schemas.openxmlformats.org/drawingml/2006/main">
                <a:ext uri="{FF2B5EF4-FFF2-40B4-BE49-F238E27FC236}">
                  <a16:creationId xmlns:a16="http://schemas.microsoft.com/office/drawing/2014/main" id="{96A60B7B-9C68-4464-99EF-57CD714158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942975"/>
              <a:ext cx="95" cy="762000"/>
            </a:xfrm>
            <a:custGeom xmlns:a="http://schemas.openxmlformats.org/drawingml/2006/main">
              <a:pathLst>
                <a:path w="9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6" name="e1.h1">
              <a:extLst xmlns:a="http://schemas.openxmlformats.org/drawingml/2006/main">
                <a:ext uri="{FF2B5EF4-FFF2-40B4-BE49-F238E27FC236}">
                  <a16:creationId xmlns:a16="http://schemas.microsoft.com/office/drawing/2014/main" id="{E1F3A480-B22C-43EE-8520-CD03C0C35D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1334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7" name="e1.v2">
              <a:extLst xmlns:a="http://schemas.openxmlformats.org/drawingml/2006/main">
                <a:ext uri="{FF2B5EF4-FFF2-40B4-BE49-F238E27FC236}">
                  <a16:creationId xmlns:a16="http://schemas.microsoft.com/office/drawing/2014/main" id="{9896817E-CA60-4F2F-B0DF-1BA46FA0F0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475" y="942975"/>
              <a:ext cx="95" cy="762000"/>
            </a:xfrm>
            <a:custGeom xmlns:a="http://schemas.openxmlformats.org/drawingml/2006/main">
              <a:pathLst>
                <a:path w="9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8" name="e1.h2">
              <a:extLst xmlns:a="http://schemas.openxmlformats.org/drawingml/2006/main">
                <a:ext uri="{FF2B5EF4-FFF2-40B4-BE49-F238E27FC236}">
                  <a16:creationId xmlns:a16="http://schemas.microsoft.com/office/drawing/2014/main" id="{FD451396-9D51-434D-AF82-95A6EC68E7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3239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9" name="e1.v3">
              <a:extLst xmlns:a="http://schemas.openxmlformats.org/drawingml/2006/main">
                <a:ext uri="{FF2B5EF4-FFF2-40B4-BE49-F238E27FC236}">
                  <a16:creationId xmlns:a16="http://schemas.microsoft.com/office/drawing/2014/main" id="{E074628B-B31B-464D-9D65-8C9975341F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2975" y="942975"/>
              <a:ext cx="95" cy="762000"/>
            </a:xfrm>
            <a:custGeom xmlns:a="http://schemas.openxmlformats.org/drawingml/2006/main">
              <a:pathLst>
                <a:path w="9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0" name="e1.h3">
              <a:extLst xmlns:a="http://schemas.openxmlformats.org/drawingml/2006/main">
                <a:ext uri="{FF2B5EF4-FFF2-40B4-BE49-F238E27FC236}">
                  <a16:creationId xmlns:a16="http://schemas.microsoft.com/office/drawing/2014/main" id="{DC062D9D-8CA8-4DDE-A8BF-E425982B1B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5144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</p:grpSp>
      <p:grpSp>
        <p:nvGrpSpPr>
          <p:cNvPr id="109" name="e2.features"/>
          <p:cNvGrpSpPr/>
          <p:nvPr/>
        </p:nvGrpSpPr>
        <p:grpSpPr>
          <ns1:xfrm xmlns:ns1="http://schemas.openxmlformats.org/drawingml/2006/main">
            <ns1:off x="1847850" y="2019300"/>
            <ns1:ext cx="476250" cy="457200"/>
            <ns1:chOff x="1847850" y="2019300"/>
            <ns1:chExt cx="476250" cy="457200"/>
          </ns1:xfrm>
        </p:grpSpPr>
        <p:sp>
          <p:nvSpPr>
            <p:cNvPr id="11" name="e2.back2">
              <a:extLst xmlns:a="http://schemas.openxmlformats.org/drawingml/2006/main">
                <a:ext uri="{FF2B5EF4-FFF2-40B4-BE49-F238E27FC236}">
                  <a16:creationId xmlns:a16="http://schemas.microsoft.com/office/drawing/2014/main" id="{8B01A174-73D5-446B-AACD-27F248939C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3100" y="2019300"/>
              <a:ext cx="381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2" name="e2.back1">
              <a:extLst xmlns:a="http://schemas.openxmlformats.org/drawingml/2006/main">
                <a:ext uri="{FF2B5EF4-FFF2-40B4-BE49-F238E27FC236}">
                  <a16:creationId xmlns:a16="http://schemas.microsoft.com/office/drawing/2014/main" id="{3B41CE3F-044F-4CAE-9C6A-0F56534A46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95475" y="2057400"/>
              <a:ext cx="381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3" name="e2">
              <a:extLst xmlns:a="http://schemas.openxmlformats.org/drawingml/2006/main">
                <a:ext uri="{FF2B5EF4-FFF2-40B4-BE49-F238E27FC236}">
                  <a16:creationId xmlns:a16="http://schemas.microsoft.com/office/drawing/2014/main" id="{C9A8CD47-B70C-4111-9194-0DC0EA2D9C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095500"/>
              <a:ext cx="381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9525">
              <a:solidFill>
                <a:srgbClr val="487F98"/>
              </a:solidFill>
              <a:prstDash val="solid"/>
            </a:ln>
          </p:spPr>
        </p:sp>
        <p:sp>
          <p:nvSpPr>
            <p:cNvPr id="14" name="e2.v1">
              <a:extLst xmlns:a="http://schemas.openxmlformats.org/drawingml/2006/main">
                <a:ext uri="{FF2B5EF4-FFF2-40B4-BE49-F238E27FC236}">
                  <a16:creationId xmlns:a16="http://schemas.microsoft.com/office/drawing/2014/main" id="{125643FC-EE32-458A-A693-417FB8294D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74850" y="2095500"/>
              <a:ext cx="95" cy="381000"/>
            </a:xfrm>
            <a:custGeom xmlns:a="http://schemas.openxmlformats.org/drawingml/2006/main">
              <a:pathLst>
                <a:path w="9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5" name="e2.h1">
              <a:extLst xmlns:a="http://schemas.openxmlformats.org/drawingml/2006/main">
                <a:ext uri="{FF2B5EF4-FFF2-40B4-BE49-F238E27FC236}">
                  <a16:creationId xmlns:a16="http://schemas.microsoft.com/office/drawing/2014/main" id="{7DD96569-D1CC-4A0F-A204-B71671DAC1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222500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6" name="e2.v2">
              <a:extLst xmlns:a="http://schemas.openxmlformats.org/drawingml/2006/main">
                <a:ext uri="{FF2B5EF4-FFF2-40B4-BE49-F238E27FC236}">
                  <a16:creationId xmlns:a16="http://schemas.microsoft.com/office/drawing/2014/main" id="{ED6BDBAB-A6E7-4023-9EB1-6B1C256AF7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1850" y="2095500"/>
              <a:ext cx="95" cy="381000"/>
            </a:xfrm>
            <a:custGeom xmlns:a="http://schemas.openxmlformats.org/drawingml/2006/main">
              <a:pathLst>
                <a:path w="9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7" name="e2.h2">
              <a:extLst xmlns:a="http://schemas.openxmlformats.org/drawingml/2006/main">
                <a:ext uri="{FF2B5EF4-FFF2-40B4-BE49-F238E27FC236}">
                  <a16:creationId xmlns:a16="http://schemas.microsoft.com/office/drawing/2014/main" id="{A7E78106-F077-4425-A103-23A4EFA609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349500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</p:grpSp>
      <p:grpSp>
        <p:nvGrpSpPr>
          <p:cNvPr id="110" name="core.features"/>
          <p:cNvGrpSpPr/>
          <p:nvPr/>
        </p:nvGrpSpPr>
        <p:grpSpPr>
          <ns1:xfrm xmlns:ns1="http://schemas.openxmlformats.org/drawingml/2006/main">
            <ns1:off x="3114675" y="2838450"/>
            <ns1:ext cx="333375" cy="304800"/>
            <ns1:chOff x="3114675" y="2838450"/>
            <ns1:chExt cx="333375" cy="304800"/>
          </ns1:xfrm>
        </p:grpSpPr>
        <p:sp>
          <p:nvSpPr>
            <p:cNvPr id="18" name="core.back3">
              <a:extLst xmlns:a="http://schemas.openxmlformats.org/drawingml/2006/main">
                <a:ext uri="{FF2B5EF4-FFF2-40B4-BE49-F238E27FC236}">
                  <a16:creationId xmlns:a16="http://schemas.microsoft.com/office/drawing/2014/main" id="{2D241FA8-F169-4CFB-8E46-A8A1480CCE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57550" y="2838450"/>
              <a:ext cx="190500" cy="190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19" name="core.back2">
              <a:extLst xmlns:a="http://schemas.openxmlformats.org/drawingml/2006/main">
                <a:ext uri="{FF2B5EF4-FFF2-40B4-BE49-F238E27FC236}">
                  <a16:creationId xmlns:a16="http://schemas.microsoft.com/office/drawing/2014/main" id="{E1946D9B-C59D-49DA-AFD2-3219E035B9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9925" y="2876550"/>
              <a:ext cx="190500" cy="190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0" name="core.back1">
              <a:extLst xmlns:a="http://schemas.openxmlformats.org/drawingml/2006/main">
                <a:ext uri="{FF2B5EF4-FFF2-40B4-BE49-F238E27FC236}">
                  <a16:creationId xmlns:a16="http://schemas.microsoft.com/office/drawing/2014/main" id="{DC139BFD-AAE8-4CF1-A11F-ACA638A3A3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62300" y="2914650"/>
              <a:ext cx="190500" cy="190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1" name="core">
              <a:extLst xmlns:a="http://schemas.openxmlformats.org/drawingml/2006/main">
                <a:ext uri="{FF2B5EF4-FFF2-40B4-BE49-F238E27FC236}">
                  <a16:creationId xmlns:a16="http://schemas.microsoft.com/office/drawing/2014/main" id="{B4872B8D-7602-44FB-A43C-A520E8F1F5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14675" y="2952750"/>
              <a:ext cx="190500" cy="190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9525">
              <a:solidFill>
                <a:srgbClr val="66737B"/>
              </a:solidFill>
              <a:prstDash val="solid"/>
            </a:ln>
          </p:spPr>
        </p:sp>
      </p:grpSp>
      <p:grpSp>
        <p:nvGrpSpPr>
          <p:cNvPr id="111" name="d2.features"/>
          <p:cNvGrpSpPr/>
          <p:nvPr/>
        </p:nvGrpSpPr>
        <p:grpSpPr>
          <ns1:xfrm xmlns:ns1="http://schemas.openxmlformats.org/drawingml/2006/main">
            <ns1:off x="4133850" y="2019300"/>
            <ns1:ext cx="476250" cy="457200"/>
            <ns1:chOff x="4133850" y="2019300"/>
            <ns1:chExt cx="476250" cy="457200"/>
          </ns1:xfrm>
        </p:grpSpPr>
        <p:sp>
          <p:nvSpPr>
            <p:cNvPr id="22" name="d2.back2">
              <a:extLst xmlns:a="http://schemas.openxmlformats.org/drawingml/2006/main">
                <a:ext uri="{FF2B5EF4-FFF2-40B4-BE49-F238E27FC236}">
                  <a16:creationId xmlns:a16="http://schemas.microsoft.com/office/drawing/2014/main" id="{6C911298-F246-4416-B51A-52F2EB7B18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2019300"/>
              <a:ext cx="381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3" name="d2.back1">
              <a:extLst xmlns:a="http://schemas.openxmlformats.org/drawingml/2006/main">
                <a:ext uri="{FF2B5EF4-FFF2-40B4-BE49-F238E27FC236}">
                  <a16:creationId xmlns:a16="http://schemas.microsoft.com/office/drawing/2014/main" id="{B87A25E2-C5CC-4266-B09E-9F340E64C6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1475" y="2057400"/>
              <a:ext cx="381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4" name="d2">
              <a:extLst xmlns:a="http://schemas.openxmlformats.org/drawingml/2006/main">
                <a:ext uri="{FF2B5EF4-FFF2-40B4-BE49-F238E27FC236}">
                  <a16:creationId xmlns:a16="http://schemas.microsoft.com/office/drawing/2014/main" id="{2D4B8DEA-BD31-4BED-8A13-339B461489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095500"/>
              <a:ext cx="381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9525">
              <a:solidFill>
                <a:srgbClr val="497665"/>
              </a:solidFill>
              <a:prstDash val="solid"/>
            </a:ln>
          </p:spPr>
        </p:sp>
        <p:sp>
          <p:nvSpPr>
            <p:cNvPr id="25" name="d2.v1">
              <a:extLst xmlns:a="http://schemas.openxmlformats.org/drawingml/2006/main">
                <a:ext uri="{FF2B5EF4-FFF2-40B4-BE49-F238E27FC236}">
                  <a16:creationId xmlns:a16="http://schemas.microsoft.com/office/drawing/2014/main" id="{DE4E12F4-C335-4AB6-9DA1-52BE0A8060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0850" y="2095500"/>
              <a:ext cx="95" cy="381000"/>
            </a:xfrm>
            <a:custGeom xmlns:a="http://schemas.openxmlformats.org/drawingml/2006/main">
              <a:pathLst>
                <a:path w="9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26" name="d2.h1">
              <a:extLst xmlns:a="http://schemas.openxmlformats.org/drawingml/2006/main">
                <a:ext uri="{FF2B5EF4-FFF2-40B4-BE49-F238E27FC236}">
                  <a16:creationId xmlns:a16="http://schemas.microsoft.com/office/drawing/2014/main" id="{0E3EFA17-0FF1-4559-A3B6-256FEF0CB3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222500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27" name="d2.v2">
              <a:extLst xmlns:a="http://schemas.openxmlformats.org/drawingml/2006/main">
                <a:ext uri="{FF2B5EF4-FFF2-40B4-BE49-F238E27FC236}">
                  <a16:creationId xmlns:a16="http://schemas.microsoft.com/office/drawing/2014/main" id="{E67DE390-1254-45E0-8958-DE9866BC75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87850" y="2095500"/>
              <a:ext cx="95" cy="381000"/>
            </a:xfrm>
            <a:custGeom xmlns:a="http://schemas.openxmlformats.org/drawingml/2006/main">
              <a:pathLst>
                <a:path w="9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28" name="d2.h2">
              <a:extLst xmlns:a="http://schemas.openxmlformats.org/drawingml/2006/main">
                <a:ext uri="{FF2B5EF4-FFF2-40B4-BE49-F238E27FC236}">
                  <a16:creationId xmlns:a16="http://schemas.microsoft.com/office/drawing/2014/main" id="{D9B17BD9-A27C-4B41-9FA3-C2128BBAE2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349500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</p:grpSp>
      <p:grpSp>
        <p:nvGrpSpPr>
          <p:cNvPr id="112" name="d1.features"/>
          <p:cNvGrpSpPr/>
          <p:nvPr/>
        </p:nvGrpSpPr>
        <p:grpSpPr>
          <ns1:xfrm xmlns:ns1="http://schemas.openxmlformats.org/drawingml/2006/main">
            <ns1:off x="5257800" y="866775"/>
            <ns1:ext cx="857250" cy="838200"/>
            <ns1:chOff x="5257800" y="866775"/>
            <ns1:chExt cx="857250" cy="838200"/>
          </ns1:xfrm>
        </p:grpSpPr>
        <p:sp>
          <p:nvSpPr>
            <p:cNvPr id="29" name="d1.back2">
              <a:extLst xmlns:a="http://schemas.openxmlformats.org/drawingml/2006/main">
                <a:ext uri="{FF2B5EF4-FFF2-40B4-BE49-F238E27FC236}">
                  <a16:creationId xmlns:a16="http://schemas.microsoft.com/office/drawing/2014/main" id="{C05859FB-EA4C-411D-942A-27C8AA2DC9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53050" y="866775"/>
              <a:ext cx="76200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0" name="d1.back1">
              <a:extLst xmlns:a="http://schemas.openxmlformats.org/drawingml/2006/main">
                <a:ext uri="{FF2B5EF4-FFF2-40B4-BE49-F238E27FC236}">
                  <a16:creationId xmlns:a16="http://schemas.microsoft.com/office/drawing/2014/main" id="{579BE4EA-6233-43B7-94B3-8B8843EAFF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05425" y="904875"/>
              <a:ext cx="76200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1" name="d1">
              <a:extLst xmlns:a="http://schemas.openxmlformats.org/drawingml/2006/main">
                <a:ext uri="{FF2B5EF4-FFF2-40B4-BE49-F238E27FC236}">
                  <a16:creationId xmlns:a16="http://schemas.microsoft.com/office/drawing/2014/main" id="{6288EA47-3F72-46C5-A3AE-5AC57A3889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942975"/>
              <a:ext cx="762000" cy="762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9525">
              <a:solidFill>
                <a:srgbClr val="497665"/>
              </a:solidFill>
              <a:prstDash val="solid"/>
            </a:ln>
          </p:spPr>
        </p:sp>
        <p:sp>
          <p:nvSpPr>
            <p:cNvPr id="32" name="d1.v1">
              <a:extLst xmlns:a="http://schemas.openxmlformats.org/drawingml/2006/main">
                <a:ext uri="{FF2B5EF4-FFF2-40B4-BE49-F238E27FC236}">
                  <a16:creationId xmlns:a16="http://schemas.microsoft.com/office/drawing/2014/main" id="{0975BD66-6096-4742-8F17-51FE2502EA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0" y="942975"/>
              <a:ext cx="95" cy="762000"/>
            </a:xfrm>
            <a:custGeom xmlns:a="http://schemas.openxmlformats.org/drawingml/2006/main">
              <a:pathLst>
                <a:path w="9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3" name="d1.h1">
              <a:extLst xmlns:a="http://schemas.openxmlformats.org/drawingml/2006/main">
                <a:ext uri="{FF2B5EF4-FFF2-40B4-BE49-F238E27FC236}">
                  <a16:creationId xmlns:a16="http://schemas.microsoft.com/office/drawing/2014/main" id="{7CF4261C-6D92-40CF-B7F7-C33AE0E7C6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1334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4" name="d1.v2">
              <a:extLst xmlns:a="http://schemas.openxmlformats.org/drawingml/2006/main">
                <a:ext uri="{FF2B5EF4-FFF2-40B4-BE49-F238E27FC236}">
                  <a16:creationId xmlns:a16="http://schemas.microsoft.com/office/drawing/2014/main" id="{492E160F-5E67-4034-878C-439E4C3D67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38800" y="942975"/>
              <a:ext cx="95" cy="762000"/>
            </a:xfrm>
            <a:custGeom xmlns:a="http://schemas.openxmlformats.org/drawingml/2006/main">
              <a:pathLst>
                <a:path w="9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5" name="d1.h2">
              <a:extLst xmlns:a="http://schemas.openxmlformats.org/drawingml/2006/main">
                <a:ext uri="{FF2B5EF4-FFF2-40B4-BE49-F238E27FC236}">
                  <a16:creationId xmlns:a16="http://schemas.microsoft.com/office/drawing/2014/main" id="{B0DB4A82-014F-4687-9C21-FC9EA09FDB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3239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6" name="d1.v3">
              <a:extLst xmlns:a="http://schemas.openxmlformats.org/drawingml/2006/main">
                <a:ext uri="{FF2B5EF4-FFF2-40B4-BE49-F238E27FC236}">
                  <a16:creationId xmlns:a16="http://schemas.microsoft.com/office/drawing/2014/main" id="{C8AEBA30-FB2B-4CF9-B28C-5094FD30CA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0" y="942975"/>
              <a:ext cx="95" cy="762000"/>
            </a:xfrm>
            <a:custGeom xmlns:a="http://schemas.openxmlformats.org/drawingml/2006/main">
              <a:pathLst>
                <a:path w="9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7" name="d1.h3">
              <a:extLst xmlns:a="http://schemas.openxmlformats.org/drawingml/2006/main">
                <a:ext uri="{FF2B5EF4-FFF2-40B4-BE49-F238E27FC236}">
                  <a16:creationId xmlns:a16="http://schemas.microsoft.com/office/drawing/2014/main" id="{43340F82-5345-4740-82C3-2BE80ADB52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5144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</p:grpSp>
      <p:sp>
        <p:nvSpPr>
          <p:cNvPr id="38" name="e1-label">
            <a:extLst xmlns:a="http://schemas.openxmlformats.org/drawingml/2006/main">
              <a:ext uri="{FF2B5EF4-FFF2-40B4-BE49-F238E27FC236}">
                <a16:creationId xmlns:a16="http://schemas.microsoft.com/office/drawing/2014/main" id="{60E1C378-5954-4BF8-A148-B7F4B6DFD0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6667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Encode 1</a:t>
            </a:r>
          </a:p>
        </p:txBody>
      </p:sp>
      <p:sp>
        <p:nvSpPr>
          <p:cNvPr id="39" name="e2-label">
            <a:extLst xmlns:a="http://schemas.openxmlformats.org/drawingml/2006/main">
              <a:ext uri="{FF2B5EF4-FFF2-40B4-BE49-F238E27FC236}">
                <a16:creationId xmlns:a16="http://schemas.microsoft.com/office/drawing/2014/main" id="{2A927D9B-2FB0-4505-9ED3-461041F604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52575" y="1828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Encode 2</a:t>
            </a:r>
          </a:p>
        </p:txBody>
      </p:sp>
      <p:sp>
        <p:nvSpPr>
          <p:cNvPr id="40" name="core-label">
            <a:extLst xmlns:a="http://schemas.openxmlformats.org/drawingml/2006/main">
              <a:ext uri="{FF2B5EF4-FFF2-40B4-BE49-F238E27FC236}">
                <a16:creationId xmlns:a16="http://schemas.microsoft.com/office/drawing/2014/main" id="{38170046-BA9A-4952-BDAE-44F4C10672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95575" y="26574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41" name="d2-label">
            <a:extLst xmlns:a="http://schemas.openxmlformats.org/drawingml/2006/main">
              <a:ext uri="{FF2B5EF4-FFF2-40B4-BE49-F238E27FC236}">
                <a16:creationId xmlns:a16="http://schemas.microsoft.com/office/drawing/2014/main" id="{A23A5690-8EAA-4DCB-B79E-D5AA07F718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0" y="1828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Decode 2</a:t>
            </a:r>
          </a:p>
        </p:txBody>
      </p:sp>
      <p:sp>
        <p:nvSpPr>
          <p:cNvPr id="42" name="d1-label">
            <a:extLst xmlns:a="http://schemas.openxmlformats.org/drawingml/2006/main">
              <a:ext uri="{FF2B5EF4-FFF2-40B4-BE49-F238E27FC236}">
                <a16:creationId xmlns:a16="http://schemas.microsoft.com/office/drawing/2014/main" id="{798C64D0-5642-45B5-AE22-4C4F895CD4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57775" y="666750"/>
            <a:ext cx="1152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Decode 1</a:t>
            </a:r>
          </a:p>
        </p:txBody>
      </p:sp>
      <p:cxnSp>
        <p:nvCxnSpPr>
          <p:cNvPr id="102" name="down1"/>
          <p:cNvCxnSpPr>
            <a:stCxn xmlns:a="http://schemas.openxmlformats.org/drawingml/2006/main" id="4" idx="2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2475" y="1704975"/>
            <a:ext cx="1095375" cy="5810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103" name="down2"/>
          <p:cNvCxnSpPr>
            <a:stCxn xmlns:a="http://schemas.openxmlformats.org/drawingml/2006/main" id="13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038350" y="2476500"/>
            <a:ext cx="1076325" cy="5715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4765" cap="rnd">
            <a:solidFill>
              <a:srgbClr val="487F98"/>
            </a:solidFill>
            <a:prstDash val="solid"/>
            <a:round/>
            <a:tailEnd type="triangle" w="med" len="med"/>
          </a:ln>
        </p:spPr>
      </p:cxnSp>
      <p:cxnSp>
        <p:nvCxnSpPr>
          <p:cNvPr id="104" name="up2"/>
          <p:cNvCxnSpPr>
            <a:stCxn xmlns:a="http://schemas.openxmlformats.org/drawingml/2006/main" id="21" idx="3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3305175" y="2476500"/>
            <a:ext cx="1019175" cy="571500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497665"/>
            </a:solidFill>
            <a:prstDash val="solid"/>
            <a:round/>
            <a:tailEnd type="triangle" w="med" len="med"/>
          </a:ln>
        </p:spPr>
      </p:cxnSp>
      <p:cxnSp>
        <p:nvCxnSpPr>
          <p:cNvPr id="105" name="up1"/>
          <p:cNvCxnSpPr>
            <a:stCxn xmlns:a="http://schemas.openxmlformats.org/drawingml/2006/main" id="24" idx="3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4514850" y="1704975"/>
            <a:ext cx="1123950" cy="581025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497665"/>
            </a:solidFill>
            <a:prstDash val="solid"/>
            <a:round/>
            <a:tailEnd type="triangle" w="med" len="med"/>
          </a:ln>
        </p:spPr>
      </p:cxnSp>
      <p:cxnSp>
        <p:nvCxnSpPr>
          <p:cNvPr id="106" name="skip1"/>
          <p:cNvCxnSpPr>
            <a:stCxn xmlns:a="http://schemas.openxmlformats.org/drawingml/2006/main" id="4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133475" y="1323975"/>
            <a:ext cx="412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D7854"/>
            </a:solidFill>
            <a:prstDash val="dash"/>
            <a:round/>
            <a:tailEnd type="triangle" w="med" len="med"/>
          </a:ln>
        </p:spPr>
      </p:cxnSp>
      <p:cxnSp>
        <p:nvCxnSpPr>
          <p:cNvPr id="107" name="skip2"/>
          <p:cNvCxnSpPr>
            <a:stCxn xmlns:a="http://schemas.openxmlformats.org/drawingml/2006/main" id="1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228850" y="22860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BD7854"/>
            </a:solidFill>
            <a:prstDash val="dash"/>
            <a:round/>
            <a:tailEnd type="triangle" w="med" len="med"/>
          </a:ln>
        </p:spPr>
      </p:cxnSp>
      <p:sp>
        <p:nvSpPr>
          <p:cNvPr id="49" name="d1-skip-port">
            <a:extLst xmlns:a="http://schemas.openxmlformats.org/drawingml/2006/main">
              <a:ext uri="{FF2B5EF4-FFF2-40B4-BE49-F238E27FC236}">
                <a16:creationId xmlns:a16="http://schemas.microsoft.com/office/drawing/2014/main" id="{6E86E1BA-3831-4A64-BBE6-E0CDFD2440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578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d1-main-port">
            <a:extLst xmlns:a="http://schemas.openxmlformats.org/drawingml/2006/main">
              <a:ext uri="{FF2B5EF4-FFF2-40B4-BE49-F238E27FC236}">
                <a16:creationId xmlns:a16="http://schemas.microsoft.com/office/drawing/2014/main" id="{2585BEE9-198C-4D1A-B6E7-C918401E6D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29275" y="16859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1" name="d2-skip-port">
            <a:extLst xmlns:a="http://schemas.openxmlformats.org/drawingml/2006/main">
              <a:ext uri="{FF2B5EF4-FFF2-40B4-BE49-F238E27FC236}">
                <a16:creationId xmlns:a16="http://schemas.microsoft.com/office/drawing/2014/main" id="{F9232465-F78B-4F94-9977-8F59362871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3850" y="22764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8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d2-main-port">
            <a:extLst xmlns:a="http://schemas.openxmlformats.org/drawingml/2006/main">
              <a:ext uri="{FF2B5EF4-FFF2-40B4-BE49-F238E27FC236}">
                <a16:creationId xmlns:a16="http://schemas.microsoft.com/office/drawing/2014/main" id="{E45D35AE-9351-4A90-88A8-BAC79901D3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14825" y="2457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66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scale1">
            <a:extLst xmlns:a="http://schemas.openxmlformats.org/drawingml/2006/main">
              <a:ext uri="{FF2B5EF4-FFF2-40B4-BE49-F238E27FC236}">
                <a16:creationId xmlns:a16="http://schemas.microsoft.com/office/drawing/2014/main" id="{FFF65CED-8988-4BE1-9167-C3ACCBDA17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428625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 × W</a:t>
            </a:r>
          </a:p>
        </p:txBody>
      </p:sp>
      <p:sp>
        <p:nvSpPr>
          <p:cNvPr id="54" name="scale2">
            <a:extLst xmlns:a="http://schemas.openxmlformats.org/drawingml/2006/main">
              <a:ext uri="{FF2B5EF4-FFF2-40B4-BE49-F238E27FC236}">
                <a16:creationId xmlns:a16="http://schemas.microsoft.com/office/drawing/2014/main" id="{9DFBA696-F82A-4914-A30A-F93B17CE44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0675" y="16002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H/2 × W/2</a:t>
            </a:r>
          </a:p>
        </p:txBody>
      </p:sp>
      <p:sp>
        <p:nvSpPr>
          <p:cNvPr id="55" name="scale3">
            <a:extLst xmlns:a="http://schemas.openxmlformats.org/drawingml/2006/main">
              <a:ext uri="{FF2B5EF4-FFF2-40B4-BE49-F238E27FC236}">
                <a16:creationId xmlns:a16="http://schemas.microsoft.com/office/drawing/2014/main" id="{BDA3A1A6-B28C-42EE-BA7E-A614758A4F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05100" y="3238500"/>
            <a:ext cx="1076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H/4 × W/4</a:t>
            </a:r>
          </a:p>
        </p:txBody>
      </p:sp>
      <p:sp>
        <p:nvSpPr>
          <p:cNvPr id="56" name="skip1-label">
            <a:extLst xmlns:a="http://schemas.openxmlformats.org/drawingml/2006/main">
              <a:ext uri="{FF2B5EF4-FFF2-40B4-BE49-F238E27FC236}">
                <a16:creationId xmlns:a16="http://schemas.microsoft.com/office/drawing/2014/main" id="{CBFB0465-904A-417F-B7C3-F2F47DB42A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76475" y="1066800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high-resolution skip</a:t>
            </a:r>
          </a:p>
        </p:txBody>
      </p:sp>
      <p:sp>
        <p:nvSpPr>
          <p:cNvPr id="57" name="skip2-label">
            <a:extLst xmlns:a="http://schemas.openxmlformats.org/drawingml/2006/main">
              <a:ext uri="{FF2B5EF4-FFF2-40B4-BE49-F238E27FC236}">
                <a16:creationId xmlns:a16="http://schemas.microsoft.com/office/drawing/2014/main" id="{AEB7FB93-61B8-4133-9BA6-36D2455401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81275" y="2028825"/>
            <a:ext cx="1181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coarse skip</a:t>
            </a:r>
          </a:p>
        </p:txBody>
      </p:sp>
      <p:sp>
        <p:nvSpPr>
          <p:cNvPr id="58" name="stack-key">
            <a:extLst xmlns:a="http://schemas.openxmlformats.org/drawingml/2006/main">
              <a:ext uri="{FF2B5EF4-FFF2-40B4-BE49-F238E27FC236}">
                <a16:creationId xmlns:a16="http://schemas.microsoft.com/office/drawing/2014/main" id="{60B1AF99-30BD-4A85-9B43-F6834CC4E6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0" y="4286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Plane size: spatial resolution</a:t>
            </a:r>
          </a:p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Stacking: feature channels</a:t>
            </a:r>
          </a:p>
        </p:txBody>
      </p:sp>
      <p:sp>
        <p:nvSpPr>
          <p:cNvPr id="59" name="disclosure">
            <a:extLst xmlns:a="http://schemas.openxmlformats.org/drawingml/2006/main">
              <a:ext uri="{FF2B5EF4-FFF2-40B4-BE49-F238E27FC236}">
                <a16:creationId xmlns:a16="http://schemas.microsoft.com/office/drawing/2014/main" id="{C171160E-D3E9-40E4-B7F3-6B8EC8BFED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Two decoder inputs are shown separately. Merge operator and channel counts are unspecified.</a:t>
            </a:r>
          </a:p>
        </p:txBody>
      </p:sp>
    </p:spTree>
    <p:extLst>
      <p:ext uri="{BB962C8B-B14F-4D97-AF65-F5344CB8AC3E}">
        <p14:creationId xmlns:p14="http://schemas.microsoft.com/office/powerpoint/2010/main" val="213309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2026-09-29T15:29:21.7000000Z</dcterms:created>
  <dcterms:modified xsi:type="dcterms:W3CDTF">2026-09-29T15:29:21.7000000Z</dcterms:modified>
</coreProperties>
</file>