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81be3df6244aef" /><Relationship Type="http://schemas.openxmlformats.org/officeDocument/2006/relationships/extended-properties" Target="/docProps/app.xml" Id="Rfc88768efd514cde" /><Relationship Type="http://schemas.openxmlformats.org/officeDocument/2006/relationships/officeDocument" Target="/ppt/presentation.xml" Id="R9e4e8b9b20024c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eaf9e735234a08"/>
  </p:sldMasterIdLst>
  <p:notesMasterIdLst>
    <p:notesMasterId xmlns:r="http://schemas.openxmlformats.org/officeDocument/2006/relationships" r:id="R15625fddd5b1422a"/>
  </p:notesMasterIdLst>
  <p:sldIdLst>
    <p:sldId xmlns:r="http://schemas.openxmlformats.org/officeDocument/2006/relationships" id="256" r:id="Ra67be6330b2b49ca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814c5c3e7e4dbf" /><Relationship Type="http://schemas.openxmlformats.org/officeDocument/2006/relationships/slideMaster" Target="/ppt/slideMasters/slideMaster1.xml" Id="R73eaf9e735234a08" /><Relationship Type="http://schemas.openxmlformats.org/officeDocument/2006/relationships/notesMaster" Target="/ppt/notesMasters/notesMaster1.xml" Id="R15625fddd5b1422a" /><Relationship Type="http://schemas.openxmlformats.org/officeDocument/2006/relationships/presProps" Target="/ppt/presProps.xml" Id="R2a924988468c4c2c" /><Relationship Type="http://schemas.openxmlformats.org/officeDocument/2006/relationships/tableStyles" Target="/ppt/tableStyles.xml" Id="Rf83629585e2e421e" /><Relationship Type="http://schemas.openxmlformats.org/officeDocument/2006/relationships/slide" Target="/ppt/slides/slide1.xml" Id="Ra67be6330b2b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da67ed57f64f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1d49d5164c4570" /><Relationship Type="http://schemas.openxmlformats.org/officeDocument/2006/relationships/notesMaster" Target="/ppt/notesMasters/notesMaster1.xml" Id="Rf4af700b9759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Residual refinement</a:t>
            </a:r>
          </a:p>
          <a:p xmlns:a="http://schemas.openxmlformats.org/drawingml/2006/main">
            <a:r>
              <a:t>Original schematic examples. The visible grouping, ports and identity markers reflect the supplied review. No empirical results are shown. Publication width 177.8 mm. Input briefs: examples/tasks.json. Reference study: https://arxiv.org/abs/2111.06377 ; https://arxiv.org/abs/2103.00020 ; https://arxiv.org/abs/1505.04597 ; https://arxiv.org/abs/1706.03762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b686db44844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d2fea1c5a4b20" /><Relationship Type="http://schemas.openxmlformats.org/officeDocument/2006/relationships/slideLayout" Target="/ppt/slideLayouts/slideLayout1.xml" Id="R26be16fc1c7048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e16fc1c7048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ed62856234415" /><Relationship Type="http://schemas.openxmlformats.org/officeDocument/2006/relationships/notesSlide" Target="/ppt/notesSlides/notesSlide1.xml" Id="Rb8ce7f081ede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heading">
            <a:extLst xmlns:a="http://schemas.openxmlformats.org/drawingml/2006/main">
              <a:ext uri="{FF2B5EF4-FFF2-40B4-BE49-F238E27FC236}">
                <a16:creationId xmlns:a16="http://schemas.microsoft.com/office/drawing/2014/main" id="{26672895-2684-4BDC-A2F3-6CBCBA0677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Residual refinement: state sequence and one block</a:t>
            </a:r>
          </a:p>
        </p:txBody>
      </p:sp>
      <p:grpSp>
        <p:nvGrpSpPr>
          <p:cNvPr id="188" name="state0"/>
          <p:cNvGrpSpPr/>
          <p:nvPr/>
        </p:nvGrpSpPr>
        <p:grpSpPr>
          <ns1:xfrm xmlns:ns1="http://schemas.openxmlformats.org/drawingml/2006/main">
            <ns1:off x="266700" y="504825"/>
            <ns1:ext cx="552450" cy="371475"/>
            <ns1:chOff x="266700" y="504825"/>
            <ns1:chExt cx="552450" cy="371475"/>
          </ns1:xfrm>
        </p:grpSpPr>
        <p:sp>
          <p:nvSpPr>
            <p:cNvPr id="2" name="state0.0">
              <a:extLst xmlns:a="http://schemas.openxmlformats.org/drawingml/2006/main">
                <a:ext uri="{FF2B5EF4-FFF2-40B4-BE49-F238E27FC236}">
                  <a16:creationId xmlns:a16="http://schemas.microsoft.com/office/drawing/2014/main" id="{F231FFE4-A5D0-4247-8611-E2B0BFAD16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" name="state0.0.value">
              <a:extLst xmlns:a="http://schemas.openxmlformats.org/drawingml/2006/main">
                <a:ext uri="{FF2B5EF4-FFF2-40B4-BE49-F238E27FC236}">
                  <a16:creationId xmlns:a16="http://schemas.microsoft.com/office/drawing/2014/main" id="{3844DDEB-B33D-440F-A0F5-31C284F352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746284"/>
              <a:ext cx="123825" cy="13001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" name="state0.1">
              <a:extLst xmlns:a="http://schemas.openxmlformats.org/drawingml/2006/main">
                <a:ext uri="{FF2B5EF4-FFF2-40B4-BE49-F238E27FC236}">
                  <a16:creationId xmlns:a16="http://schemas.microsoft.com/office/drawing/2014/main" id="{B3BE2664-E4E7-45E5-88C4-323E759C95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" name="state0.1.value">
              <a:extLst xmlns:a="http://schemas.openxmlformats.org/drawingml/2006/main">
                <a:ext uri="{FF2B5EF4-FFF2-40B4-BE49-F238E27FC236}">
                  <a16:creationId xmlns:a16="http://schemas.microsoft.com/office/drawing/2014/main" id="{CECA6BC3-C7E3-4323-88AE-2815662F57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597694"/>
              <a:ext cx="123825" cy="27860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state0.2">
              <a:extLst xmlns:a="http://schemas.openxmlformats.org/drawingml/2006/main">
                <a:ext uri="{FF2B5EF4-FFF2-40B4-BE49-F238E27FC236}">
                  <a16:creationId xmlns:a16="http://schemas.microsoft.com/office/drawing/2014/main" id="{C1D97D46-5265-4F0E-9899-75F7A0A0FE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state0.2.value">
              <a:extLst xmlns:a="http://schemas.openxmlformats.org/drawingml/2006/main">
                <a:ext uri="{FF2B5EF4-FFF2-40B4-BE49-F238E27FC236}">
                  <a16:creationId xmlns:a16="http://schemas.microsoft.com/office/drawing/2014/main" id="{721C870F-AA9E-457F-A0A9-D6476C1194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727710"/>
              <a:ext cx="123825" cy="1485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" name="state0.3">
              <a:extLst xmlns:a="http://schemas.openxmlformats.org/drawingml/2006/main">
                <a:ext uri="{FF2B5EF4-FFF2-40B4-BE49-F238E27FC236}">
                  <a16:creationId xmlns:a16="http://schemas.microsoft.com/office/drawing/2014/main" id="{C431144A-67D9-4515-9803-FAF1F9D753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state0.3.value">
              <a:extLst xmlns:a="http://schemas.openxmlformats.org/drawingml/2006/main">
                <a:ext uri="{FF2B5EF4-FFF2-40B4-BE49-F238E27FC236}">
                  <a16:creationId xmlns:a16="http://schemas.microsoft.com/office/drawing/2014/main" id="{C7CF4706-FADC-4FEE-85F3-D21BD618CB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0" name="state-name0">
            <a:extLst xmlns:a="http://schemas.openxmlformats.org/drawingml/2006/main">
              <a:ext uri="{FF2B5EF4-FFF2-40B4-BE49-F238E27FC236}">
                <a16:creationId xmlns:a16="http://schemas.microsoft.com/office/drawing/2014/main" id="{ED072988-3301-40EF-8A05-2F0705CA05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11" name="stage-line0">
            <a:extLst xmlns:a="http://schemas.openxmlformats.org/drawingml/2006/main">
              <a:ext uri="{FF2B5EF4-FFF2-40B4-BE49-F238E27FC236}">
                <a16:creationId xmlns:a16="http://schemas.microsoft.com/office/drawing/2014/main" id="{3D0A3AF3-9AAD-4E40-8CEE-CEF336B9DE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12" name="stage-arrow0">
            <a:extLst xmlns:a="http://schemas.openxmlformats.org/drawingml/2006/main">
              <a:ext uri="{FF2B5EF4-FFF2-40B4-BE49-F238E27FC236}">
                <a16:creationId xmlns:a16="http://schemas.microsoft.com/office/drawing/2014/main" id="{B00E2602-280D-492C-B04E-AB5980850B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025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theta0">
            <a:extLst xmlns:a="http://schemas.openxmlformats.org/drawingml/2006/main">
              <a:ext uri="{FF2B5EF4-FFF2-40B4-BE49-F238E27FC236}">
                <a16:creationId xmlns:a16="http://schemas.microsoft.com/office/drawing/2014/main" id="{AFA1F9E4-9D8C-4432-8289-201B01AF48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θ₁</a:t>
            </a:r>
          </a:p>
        </p:txBody>
      </p:sp>
      <p:grpSp>
        <p:nvGrpSpPr>
          <p:cNvPr id="189" name="state1"/>
          <p:cNvGrpSpPr/>
          <p:nvPr/>
        </p:nvGrpSpPr>
        <p:grpSpPr>
          <ns1:xfrm xmlns:ns1="http://schemas.openxmlformats.org/drawingml/2006/main">
            <ns1:off x="1533525" y="504825"/>
            <ns1:ext cx="552450" cy="371476"/>
            <ns1:chOff x="1533525" y="504825"/>
            <ns1:chExt cx="552450" cy="371476"/>
          </ns1:xfrm>
        </p:grpSpPr>
        <p:sp>
          <p:nvSpPr>
            <p:cNvPr id="14" name="state1.0">
              <a:extLst xmlns:a="http://schemas.openxmlformats.org/drawingml/2006/main">
                <a:ext uri="{FF2B5EF4-FFF2-40B4-BE49-F238E27FC236}">
                  <a16:creationId xmlns:a16="http://schemas.microsoft.com/office/drawing/2014/main" id="{C37939A6-B319-4FE9-B6D8-1003B7C65E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state1.0.value">
              <a:extLst xmlns:a="http://schemas.openxmlformats.org/drawingml/2006/main">
                <a:ext uri="{FF2B5EF4-FFF2-40B4-BE49-F238E27FC236}">
                  <a16:creationId xmlns:a16="http://schemas.microsoft.com/office/drawing/2014/main" id="{FF8431B6-190B-4C38-9348-95A9C4BAC6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716566"/>
              <a:ext cx="123825" cy="1597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state1.1">
              <a:extLst xmlns:a="http://schemas.openxmlformats.org/drawingml/2006/main">
                <a:ext uri="{FF2B5EF4-FFF2-40B4-BE49-F238E27FC236}">
                  <a16:creationId xmlns:a16="http://schemas.microsoft.com/office/drawing/2014/main" id="{6267CFF8-99D9-4879-9650-50CF7161FA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64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state1.1.value">
              <a:extLst xmlns:a="http://schemas.openxmlformats.org/drawingml/2006/main">
                <a:ext uri="{FF2B5EF4-FFF2-40B4-BE49-F238E27FC236}">
                  <a16:creationId xmlns:a16="http://schemas.microsoft.com/office/drawing/2014/main" id="{70EA2DE3-FC71-4FF0-B81C-15EFD11006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6400" y="612553"/>
              <a:ext cx="123825" cy="26374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state1.2">
              <a:extLst xmlns:a="http://schemas.openxmlformats.org/drawingml/2006/main">
                <a:ext uri="{FF2B5EF4-FFF2-40B4-BE49-F238E27FC236}">
                  <a16:creationId xmlns:a16="http://schemas.microsoft.com/office/drawing/2014/main" id="{B0995484-ACDE-4D39-9FF5-8BDAA722ED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92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state1.2.value">
              <a:extLst xmlns:a="http://schemas.openxmlformats.org/drawingml/2006/main">
                <a:ext uri="{FF2B5EF4-FFF2-40B4-BE49-F238E27FC236}">
                  <a16:creationId xmlns:a16="http://schemas.microsoft.com/office/drawing/2014/main" id="{E302F8BC-7B4A-4625-A4FC-DB3F8B7B80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9275" y="705422"/>
              <a:ext cx="123825" cy="17087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state1.3">
              <a:extLst xmlns:a="http://schemas.openxmlformats.org/drawingml/2006/main">
                <a:ext uri="{FF2B5EF4-FFF2-40B4-BE49-F238E27FC236}">
                  <a16:creationId xmlns:a16="http://schemas.microsoft.com/office/drawing/2014/main" id="{57ED276E-D7E5-4651-97D7-3F6DF4BD1D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21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state1.3.value">
              <a:extLst xmlns:a="http://schemas.openxmlformats.org/drawingml/2006/main">
                <a:ext uri="{FF2B5EF4-FFF2-40B4-BE49-F238E27FC236}">
                  <a16:creationId xmlns:a16="http://schemas.microsoft.com/office/drawing/2014/main" id="{AAA29EC6-8F38-48B9-A50C-0C506376A4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2150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2" name="state-name1">
            <a:extLst xmlns:a="http://schemas.openxmlformats.org/drawingml/2006/main">
              <a:ext uri="{FF2B5EF4-FFF2-40B4-BE49-F238E27FC236}">
                <a16:creationId xmlns:a16="http://schemas.microsoft.com/office/drawing/2014/main" id="{BEF1F625-C103-4106-B509-A237054520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90675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h₁</a:t>
            </a:r>
          </a:p>
        </p:txBody>
      </p:sp>
      <p:sp>
        <p:nvSpPr>
          <p:cNvPr id="23" name="stage-line1">
            <a:extLst xmlns:a="http://schemas.openxmlformats.org/drawingml/2006/main">
              <a:ext uri="{FF2B5EF4-FFF2-40B4-BE49-F238E27FC236}">
                <a16:creationId xmlns:a16="http://schemas.microsoft.com/office/drawing/2014/main" id="{ED8EF9BC-5E8A-4A15-95E5-16635C4F88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62175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24" name="stage-arrow1">
            <a:extLst xmlns:a="http://schemas.openxmlformats.org/drawingml/2006/main">
              <a:ext uri="{FF2B5EF4-FFF2-40B4-BE49-F238E27FC236}">
                <a16:creationId xmlns:a16="http://schemas.microsoft.com/office/drawing/2014/main" id="{FF845823-6F28-4412-8811-BF3649F5C8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09850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theta1">
            <a:extLst xmlns:a="http://schemas.openxmlformats.org/drawingml/2006/main">
              <a:ext uri="{FF2B5EF4-FFF2-40B4-BE49-F238E27FC236}">
                <a16:creationId xmlns:a16="http://schemas.microsoft.com/office/drawing/2014/main" id="{61E0C881-7D42-449D-A0CF-BBAC8730AF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57425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θ₂</a:t>
            </a:r>
          </a:p>
        </p:txBody>
      </p:sp>
      <p:grpSp>
        <p:nvGrpSpPr>
          <p:cNvPr id="190" name="state2"/>
          <p:cNvGrpSpPr/>
          <p:nvPr/>
        </p:nvGrpSpPr>
        <p:grpSpPr>
          <ns1:xfrm xmlns:ns1="http://schemas.openxmlformats.org/drawingml/2006/main">
            <ns1:off x="2800350" y="504825"/>
            <ns1:ext cx="552450" cy="371475"/>
            <ns1:chOff x="2800350" y="504825"/>
            <ns1:chExt cx="552450" cy="371475"/>
          </ns1:xfrm>
        </p:grpSpPr>
        <p:sp>
          <p:nvSpPr>
            <p:cNvPr id="26" name="state2.0">
              <a:extLst xmlns:a="http://schemas.openxmlformats.org/drawingml/2006/main">
                <a:ext uri="{FF2B5EF4-FFF2-40B4-BE49-F238E27FC236}">
                  <a16:creationId xmlns:a16="http://schemas.microsoft.com/office/drawing/2014/main" id="{22F2796C-F701-4556-B9B7-7B0E69B00E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003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" name="state2.0.value">
              <a:extLst xmlns:a="http://schemas.openxmlformats.org/drawingml/2006/main">
                <a:ext uri="{FF2B5EF4-FFF2-40B4-BE49-F238E27FC236}">
                  <a16:creationId xmlns:a16="http://schemas.microsoft.com/office/drawing/2014/main" id="{8901DCAA-99B8-456A-B7A8-021768F15F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00350" y="686848"/>
              <a:ext cx="123825" cy="18945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state2.1">
              <a:extLst xmlns:a="http://schemas.openxmlformats.org/drawingml/2006/main">
                <a:ext uri="{FF2B5EF4-FFF2-40B4-BE49-F238E27FC236}">
                  <a16:creationId xmlns:a16="http://schemas.microsoft.com/office/drawing/2014/main" id="{8ECAEBAF-5A40-4B05-A04D-B781F59825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32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state2.1.value">
              <a:extLst xmlns:a="http://schemas.openxmlformats.org/drawingml/2006/main">
                <a:ext uri="{FF2B5EF4-FFF2-40B4-BE49-F238E27FC236}">
                  <a16:creationId xmlns:a16="http://schemas.microsoft.com/office/drawing/2014/main" id="{5484C910-FC05-4DDA-B2A5-D11F48AF38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3225" y="627412"/>
              <a:ext cx="123825" cy="248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" name="state2.2">
              <a:extLst xmlns:a="http://schemas.openxmlformats.org/drawingml/2006/main">
                <a:ext uri="{FF2B5EF4-FFF2-40B4-BE49-F238E27FC236}">
                  <a16:creationId xmlns:a16="http://schemas.microsoft.com/office/drawing/2014/main" id="{A6DDA9DC-E87E-463D-9482-0DD3A65273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" name="state2.2.value">
              <a:extLst xmlns:a="http://schemas.openxmlformats.org/drawingml/2006/main">
                <a:ext uri="{FF2B5EF4-FFF2-40B4-BE49-F238E27FC236}">
                  <a16:creationId xmlns:a16="http://schemas.microsoft.com/office/drawing/2014/main" id="{71327433-C2B6-4E63-B81E-8165BB78BE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683133"/>
              <a:ext cx="123825" cy="19316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" name="state2.3">
              <a:extLst xmlns:a="http://schemas.openxmlformats.org/drawingml/2006/main">
                <a:ext uri="{FF2B5EF4-FFF2-40B4-BE49-F238E27FC236}">
                  <a16:creationId xmlns:a16="http://schemas.microsoft.com/office/drawing/2014/main" id="{41AFEB43-6382-4E6E-B4A3-320FB50D34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289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state2.3.value">
              <a:extLst xmlns:a="http://schemas.openxmlformats.org/drawingml/2006/main">
                <a:ext uri="{FF2B5EF4-FFF2-40B4-BE49-F238E27FC236}">
                  <a16:creationId xmlns:a16="http://schemas.microsoft.com/office/drawing/2014/main" id="{78C241F2-DFD4-44E2-8411-59A9422F98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2897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4" name="state-name2">
            <a:extLst xmlns:a="http://schemas.openxmlformats.org/drawingml/2006/main">
              <a:ext uri="{FF2B5EF4-FFF2-40B4-BE49-F238E27FC236}">
                <a16:creationId xmlns:a16="http://schemas.microsoft.com/office/drawing/2014/main" id="{D880835D-260D-49A5-8413-7614CB8B8C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h₂</a:t>
            </a:r>
          </a:p>
        </p:txBody>
      </p:sp>
      <p:sp>
        <p:nvSpPr>
          <p:cNvPr id="35" name="stage-line2">
            <a:extLst xmlns:a="http://schemas.openxmlformats.org/drawingml/2006/main">
              <a:ext uri="{FF2B5EF4-FFF2-40B4-BE49-F238E27FC236}">
                <a16:creationId xmlns:a16="http://schemas.microsoft.com/office/drawing/2014/main" id="{C15709AA-E89D-4BC6-AACF-F3870C8A80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29000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36" name="stage-arrow2">
            <a:extLst xmlns:a="http://schemas.openxmlformats.org/drawingml/2006/main">
              <a:ext uri="{FF2B5EF4-FFF2-40B4-BE49-F238E27FC236}">
                <a16:creationId xmlns:a16="http://schemas.microsoft.com/office/drawing/2014/main" id="{1A348536-D6A1-420B-8C0F-EDAD9982AB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6675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theta2">
            <a:extLst xmlns:a="http://schemas.openxmlformats.org/drawingml/2006/main">
              <a:ext uri="{FF2B5EF4-FFF2-40B4-BE49-F238E27FC236}">
                <a16:creationId xmlns:a16="http://schemas.microsoft.com/office/drawing/2014/main" id="{EB01F303-B31E-4300-AC62-AC42A73BE0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θ₃</a:t>
            </a:r>
          </a:p>
        </p:txBody>
      </p:sp>
      <p:grpSp>
        <p:nvGrpSpPr>
          <p:cNvPr id="191" name="state3"/>
          <p:cNvGrpSpPr/>
          <p:nvPr/>
        </p:nvGrpSpPr>
        <p:grpSpPr>
          <ns1:xfrm xmlns:ns1="http://schemas.openxmlformats.org/drawingml/2006/main">
            <ns1:off x="4067175" y="504825"/>
            <ns1:ext cx="552450" cy="371476"/>
            <ns1:chOff x="4067175" y="504825"/>
            <ns1:chExt cx="552450" cy="371476"/>
          </ns1:xfrm>
        </p:grpSpPr>
        <p:sp>
          <p:nvSpPr>
            <p:cNvPr id="38" name="state3.0">
              <a:extLst xmlns:a="http://schemas.openxmlformats.org/drawingml/2006/main">
                <a:ext uri="{FF2B5EF4-FFF2-40B4-BE49-F238E27FC236}">
                  <a16:creationId xmlns:a16="http://schemas.microsoft.com/office/drawing/2014/main" id="{45F583D7-D9BB-421E-9E5D-1C7F2D5027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71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state3.0.value">
              <a:extLst xmlns:a="http://schemas.openxmlformats.org/drawingml/2006/main">
                <a:ext uri="{FF2B5EF4-FFF2-40B4-BE49-F238E27FC236}">
                  <a16:creationId xmlns:a16="http://schemas.microsoft.com/office/drawing/2014/main" id="{523C6436-E50C-4710-9D15-1FCE92D5AD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7175" y="657130"/>
              <a:ext cx="123825" cy="2191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" name="state3.1">
              <a:extLst xmlns:a="http://schemas.openxmlformats.org/drawingml/2006/main">
                <a:ext uri="{FF2B5EF4-FFF2-40B4-BE49-F238E27FC236}">
                  <a16:creationId xmlns:a16="http://schemas.microsoft.com/office/drawing/2014/main" id="{D8CD1579-7CA1-497D-94FE-1C0880D9EE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state3.1.value">
              <a:extLst xmlns:a="http://schemas.openxmlformats.org/drawingml/2006/main">
                <a:ext uri="{FF2B5EF4-FFF2-40B4-BE49-F238E27FC236}">
                  <a16:creationId xmlns:a16="http://schemas.microsoft.com/office/drawing/2014/main" id="{191953C0-F18E-480F-BDDD-F5298EE6C0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642271"/>
              <a:ext cx="123825" cy="2340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state3.2">
              <a:extLst xmlns:a="http://schemas.openxmlformats.org/drawingml/2006/main">
                <a:ext uri="{FF2B5EF4-FFF2-40B4-BE49-F238E27FC236}">
                  <a16:creationId xmlns:a16="http://schemas.microsoft.com/office/drawing/2014/main" id="{AC1AD582-0651-480A-9CE7-9DA6467B5E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529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state3.2.value">
              <a:extLst xmlns:a="http://schemas.openxmlformats.org/drawingml/2006/main">
                <a:ext uri="{FF2B5EF4-FFF2-40B4-BE49-F238E27FC236}">
                  <a16:creationId xmlns:a16="http://schemas.microsoft.com/office/drawing/2014/main" id="{071ECA53-D2DA-47CD-B4E3-04BC181114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52925" y="660845"/>
              <a:ext cx="123825" cy="2154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4" name="state3.3">
              <a:extLst xmlns:a="http://schemas.openxmlformats.org/drawingml/2006/main">
                <a:ext uri="{FF2B5EF4-FFF2-40B4-BE49-F238E27FC236}">
                  <a16:creationId xmlns:a16="http://schemas.microsoft.com/office/drawing/2014/main" id="{F22AF5C1-7F28-4C02-9FC5-4CA98D8A52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state3.3.value">
              <a:extLst xmlns:a="http://schemas.openxmlformats.org/drawingml/2006/main">
                <a:ext uri="{FF2B5EF4-FFF2-40B4-BE49-F238E27FC236}">
                  <a16:creationId xmlns:a16="http://schemas.microsoft.com/office/drawing/2014/main" id="{0D395017-9D6E-4090-B865-E95322A427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6" name="state-name3">
            <a:extLst xmlns:a="http://schemas.openxmlformats.org/drawingml/2006/main">
              <a:ext uri="{FF2B5EF4-FFF2-40B4-BE49-F238E27FC236}">
                <a16:creationId xmlns:a16="http://schemas.microsoft.com/office/drawing/2014/main" id="{86920066-7333-4737-BBB4-77D9F57BDD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h₃</a:t>
            </a:r>
          </a:p>
        </p:txBody>
      </p:sp>
      <p:sp>
        <p:nvSpPr>
          <p:cNvPr id="47" name="stage-line3">
            <a:extLst xmlns:a="http://schemas.openxmlformats.org/drawingml/2006/main">
              <a:ext uri="{FF2B5EF4-FFF2-40B4-BE49-F238E27FC236}">
                <a16:creationId xmlns:a16="http://schemas.microsoft.com/office/drawing/2014/main" id="{4DB4D393-00DA-4264-B9FE-F92EFFDC4E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95825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48" name="stage-arrow3">
            <a:extLst xmlns:a="http://schemas.openxmlformats.org/drawingml/2006/main">
              <a:ext uri="{FF2B5EF4-FFF2-40B4-BE49-F238E27FC236}">
                <a16:creationId xmlns:a16="http://schemas.microsoft.com/office/drawing/2014/main" id="{9FB8A524-1547-443F-AA2D-40FD2BE900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3500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theta3">
            <a:extLst xmlns:a="http://schemas.openxmlformats.org/drawingml/2006/main">
              <a:ext uri="{FF2B5EF4-FFF2-40B4-BE49-F238E27FC236}">
                <a16:creationId xmlns:a16="http://schemas.microsoft.com/office/drawing/2014/main" id="{824708E8-36E1-4C03-A3E4-F8D2A41FB3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91075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θ₄</a:t>
            </a:r>
          </a:p>
        </p:txBody>
      </p:sp>
      <p:grpSp>
        <p:nvGrpSpPr>
          <p:cNvPr id="192" name="state4"/>
          <p:cNvGrpSpPr/>
          <p:nvPr/>
        </p:nvGrpSpPr>
        <p:grpSpPr>
          <ns1:xfrm xmlns:ns1="http://schemas.openxmlformats.org/drawingml/2006/main">
            <ns1:off x="5334000" y="504825"/>
            <ns1:ext cx="552450" cy="371475"/>
            <ns1:chOff x="5334000" y="504825"/>
            <ns1:chExt cx="552450" cy="371475"/>
          </ns1:xfrm>
        </p:grpSpPr>
        <p:sp>
          <p:nvSpPr>
            <p:cNvPr id="50" name="state4.0">
              <a:extLst xmlns:a="http://schemas.openxmlformats.org/drawingml/2006/main">
                <a:ext uri="{FF2B5EF4-FFF2-40B4-BE49-F238E27FC236}">
                  <a16:creationId xmlns:a16="http://schemas.microsoft.com/office/drawing/2014/main" id="{D5276295-F106-4C03-B500-C165ACE4C5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1" name="state4.0.value">
              <a:extLst xmlns:a="http://schemas.openxmlformats.org/drawingml/2006/main">
                <a:ext uri="{FF2B5EF4-FFF2-40B4-BE49-F238E27FC236}">
                  <a16:creationId xmlns:a16="http://schemas.microsoft.com/office/drawing/2014/main" id="{9845C4F0-C988-4454-8AEB-120B6CDE03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0" y="627412"/>
              <a:ext cx="123825" cy="248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state4.1">
              <a:extLst xmlns:a="http://schemas.openxmlformats.org/drawingml/2006/main">
                <a:ext uri="{FF2B5EF4-FFF2-40B4-BE49-F238E27FC236}">
                  <a16:creationId xmlns:a16="http://schemas.microsoft.com/office/drawing/2014/main" id="{BD777DF5-7C97-4880-818E-1E320F9E05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state4.1.value">
              <a:extLst xmlns:a="http://schemas.openxmlformats.org/drawingml/2006/main">
                <a:ext uri="{FF2B5EF4-FFF2-40B4-BE49-F238E27FC236}">
                  <a16:creationId xmlns:a16="http://schemas.microsoft.com/office/drawing/2014/main" id="{230DB176-EDF6-412E-88EB-42964F941B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657130"/>
              <a:ext cx="123825" cy="2191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state4.2">
              <a:extLst xmlns:a="http://schemas.openxmlformats.org/drawingml/2006/main">
                <a:ext uri="{FF2B5EF4-FFF2-40B4-BE49-F238E27FC236}">
                  <a16:creationId xmlns:a16="http://schemas.microsoft.com/office/drawing/2014/main" id="{5E77583A-2454-44D5-B883-60C9CD2B92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5" name="state4.2.value">
              <a:extLst xmlns:a="http://schemas.openxmlformats.org/drawingml/2006/main">
                <a:ext uri="{FF2B5EF4-FFF2-40B4-BE49-F238E27FC236}">
                  <a16:creationId xmlns:a16="http://schemas.microsoft.com/office/drawing/2014/main" id="{AEDEF560-3027-4761-A488-5DD01B3F3B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638556"/>
              <a:ext cx="123825" cy="2377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6" name="state4.3">
              <a:extLst xmlns:a="http://schemas.openxmlformats.org/drawingml/2006/main">
                <a:ext uri="{FF2B5EF4-FFF2-40B4-BE49-F238E27FC236}">
                  <a16:creationId xmlns:a16="http://schemas.microsoft.com/office/drawing/2014/main" id="{222DDF84-D7BC-4C4C-8EB0-65AD12C687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7" name="state4.3.value">
              <a:extLst xmlns:a="http://schemas.openxmlformats.org/drawingml/2006/main">
                <a:ext uri="{FF2B5EF4-FFF2-40B4-BE49-F238E27FC236}">
                  <a16:creationId xmlns:a16="http://schemas.microsoft.com/office/drawing/2014/main" id="{CA059ABB-2F67-46A5-85DC-03CE68FF2F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58" name="state-name4">
            <a:extLst xmlns:a="http://schemas.openxmlformats.org/drawingml/2006/main">
              <a:ext uri="{FF2B5EF4-FFF2-40B4-BE49-F238E27FC236}">
                <a16:creationId xmlns:a16="http://schemas.microsoft.com/office/drawing/2014/main" id="{350837D6-AEF0-4836-8063-C0E7045925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115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h₄</a:t>
            </a:r>
          </a:p>
        </p:txBody>
      </p:sp>
      <p:sp>
        <p:nvSpPr>
          <p:cNvPr id="59" name="detail-target">
            <a:extLst xmlns:a="http://schemas.openxmlformats.org/drawingml/2006/main">
              <a:ext uri="{FF2B5EF4-FFF2-40B4-BE49-F238E27FC236}">
                <a16:creationId xmlns:a16="http://schemas.microsoft.com/office/drawing/2014/main" id="{1B98D7A2-3AFC-49FF-8776-D20E0E6DA5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6300" y="609600"/>
            <a:ext cx="561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87F98"/>
            </a:solidFill>
            <a:prstDash val="solid"/>
          </a:ln>
        </p:spPr>
      </p:sp>
      <p:sp>
        <p:nvSpPr>
          <p:cNvPr id="60" name="detail-guide">
            <a:extLst xmlns:a="http://schemas.openxmlformats.org/drawingml/2006/main">
              <a:ext uri="{FF2B5EF4-FFF2-40B4-BE49-F238E27FC236}">
                <a16:creationId xmlns:a16="http://schemas.microsoft.com/office/drawing/2014/main" id="{C236D6A3-2863-4268-B15C-C0B90698BE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7288" y="933450"/>
            <a:ext cx="2024063" cy="495300"/>
          </a:xfrm>
          <a:custGeom xmlns:a="http://schemas.openxmlformats.org/drawingml/2006/main">
            <a:pathLst>
              <a:path w="2024063" h="495300">
                <a:moveTo>
                  <a:pt x="0" y="0"/>
                </a:moveTo>
                <a:lnTo>
                  <a:pt x="0" y="333375"/>
                </a:lnTo>
                <a:lnTo>
                  <a:pt x="2024063" y="333375"/>
                </a:lnTo>
                <a:lnTo>
                  <a:pt x="2024063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87F98"/>
            </a:solidFill>
            <a:prstDash val="dash"/>
          </a:ln>
        </p:spPr>
      </p:sp>
      <p:sp>
        <p:nvSpPr>
          <p:cNvPr id="61" name="block">
            <a:extLst xmlns:a="http://schemas.openxmlformats.org/drawingml/2006/main">
              <a:ext uri="{FF2B5EF4-FFF2-40B4-BE49-F238E27FC236}">
                <a16:creationId xmlns:a16="http://schemas.microsoft.com/office/drawing/2014/main" id="{5881D809-7831-4D23-9848-A78E8CEF4F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325" y="1428750"/>
            <a:ext cx="3476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6668">
            <a:solidFill>
              <a:srgbClr val="C6CED1"/>
            </a:solidFill>
            <a:prstDash val="solid"/>
          </a:ln>
        </p:spPr>
      </p:sp>
      <p:sp>
        <p:nvSpPr>
          <p:cNvPr id="62" name="block.title">
            <a:extLst xmlns:a="http://schemas.openxmlformats.org/drawingml/2006/main">
              <a:ext uri="{FF2B5EF4-FFF2-40B4-BE49-F238E27FC236}">
                <a16:creationId xmlns:a16="http://schemas.microsoft.com/office/drawing/2014/main" id="{BE128D9A-C864-48F9-8EC7-886CC749DF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33525" y="1476375"/>
            <a:ext cx="3324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One block, repeated × 4</a:t>
            </a:r>
          </a:p>
        </p:txBody>
      </p:sp>
      <p:sp>
        <p:nvSpPr>
          <p:cNvPr id="63" name="input">
            <a:extLst xmlns:a="http://schemas.openxmlformats.org/drawingml/2006/main">
              <a:ext uri="{FF2B5EF4-FFF2-40B4-BE49-F238E27FC236}">
                <a16:creationId xmlns:a16="http://schemas.microsoft.com/office/drawing/2014/main" id="{481D35D0-2A1E-4C35-AD73-512F18BAB9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2390775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87F98"/>
            </a:solidFill>
            <a:prstDash val="solid"/>
          </a:ln>
        </p:spPr>
      </p:sp>
      <p:grpSp>
        <p:nvGrpSpPr>
          <p:cNvPr id="193" name="input-state"/>
          <p:cNvGrpSpPr/>
          <p:nvPr/>
        </p:nvGrpSpPr>
        <p:grpSpPr>
          <ns1:xfrm xmlns:ns1="http://schemas.openxmlformats.org/drawingml/2006/main">
            <ns1:off x="266700" y="2438400"/>
            <ns1:ext cx="438150" cy="342900"/>
            <ns1:chOff x="266700" y="2438400"/>
            <ns1:chExt cx="438150" cy="342900"/>
          </ns1:xfrm>
        </p:grpSpPr>
        <p:sp>
          <p:nvSpPr>
            <p:cNvPr id="64" name="input-state.0">
              <a:extLst xmlns:a="http://schemas.openxmlformats.org/drawingml/2006/main">
                <a:ext uri="{FF2B5EF4-FFF2-40B4-BE49-F238E27FC236}">
                  <a16:creationId xmlns:a16="http://schemas.microsoft.com/office/drawing/2014/main" id="{81C2A410-0043-4003-AFBF-A8B15DD1DF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2438400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input-state.0.value">
              <a:extLst xmlns:a="http://schemas.openxmlformats.org/drawingml/2006/main">
                <a:ext uri="{FF2B5EF4-FFF2-40B4-BE49-F238E27FC236}">
                  <a16:creationId xmlns:a16="http://schemas.microsoft.com/office/drawing/2014/main" id="{8DD0B029-4C93-4D1B-8AEF-48A534AFAC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2644140"/>
              <a:ext cx="95250" cy="1371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input-state.1">
              <a:extLst xmlns:a="http://schemas.openxmlformats.org/drawingml/2006/main">
                <a:ext uri="{FF2B5EF4-FFF2-40B4-BE49-F238E27FC236}">
                  <a16:creationId xmlns:a16="http://schemas.microsoft.com/office/drawing/2014/main" id="{764BCDD5-41F1-4339-AC00-600AD3701F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" y="2438400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input-state.1.value">
              <a:extLst xmlns:a="http://schemas.openxmlformats.org/drawingml/2006/main">
                <a:ext uri="{FF2B5EF4-FFF2-40B4-BE49-F238E27FC236}">
                  <a16:creationId xmlns:a16="http://schemas.microsoft.com/office/drawing/2014/main" id="{57BAA38A-481B-4B03-9601-850BC0DC1E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" y="2506980"/>
              <a:ext cx="95250" cy="2743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input-state.2">
              <a:extLst xmlns:a="http://schemas.openxmlformats.org/drawingml/2006/main">
                <a:ext uri="{FF2B5EF4-FFF2-40B4-BE49-F238E27FC236}">
                  <a16:creationId xmlns:a16="http://schemas.microsoft.com/office/drawing/2014/main" id="{4251A220-8BF9-433D-843B-FEF53710B9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" y="2438400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input-state.2.value">
              <a:extLst xmlns:a="http://schemas.openxmlformats.org/drawingml/2006/main">
                <a:ext uri="{FF2B5EF4-FFF2-40B4-BE49-F238E27FC236}">
                  <a16:creationId xmlns:a16="http://schemas.microsoft.com/office/drawing/2014/main" id="{9F840C9A-2D5D-4587-BF08-C2A768E910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" y="2609850"/>
              <a:ext cx="9525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0" name="input-state.3">
              <a:extLst xmlns:a="http://schemas.openxmlformats.org/drawingml/2006/main">
                <a:ext uri="{FF2B5EF4-FFF2-40B4-BE49-F238E27FC236}">
                  <a16:creationId xmlns:a16="http://schemas.microsoft.com/office/drawing/2014/main" id="{3D36786E-298B-4916-A800-1C6D222022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2438400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1" name="input-state.3.value">
              <a:extLst xmlns:a="http://schemas.openxmlformats.org/drawingml/2006/main">
                <a:ext uri="{FF2B5EF4-FFF2-40B4-BE49-F238E27FC236}">
                  <a16:creationId xmlns:a16="http://schemas.microsoft.com/office/drawing/2014/main" id="{7C4A2152-FFEB-47B8-BD85-E61B2F46B0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2575560"/>
              <a:ext cx="95250" cy="2057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72" name="input-name">
            <a:extLst xmlns:a="http://schemas.openxmlformats.org/drawingml/2006/main">
              <a:ext uri="{FF2B5EF4-FFF2-40B4-BE49-F238E27FC236}">
                <a16:creationId xmlns:a16="http://schemas.microsoft.com/office/drawing/2014/main" id="{89D42911-F6A6-4660-AA01-416F522762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650" y="28670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hₜ</a:t>
            </a:r>
          </a:p>
        </p:txBody>
      </p:sp>
      <p:sp>
        <p:nvSpPr>
          <p:cNvPr id="73" name="fork">
            <a:extLst xmlns:a="http://schemas.openxmlformats.org/drawingml/2006/main">
              <a:ext uri="{FF2B5EF4-FFF2-40B4-BE49-F238E27FC236}">
                <a16:creationId xmlns:a16="http://schemas.microsoft.com/office/drawing/2014/main" id="{21A73CAF-045E-4493-98DD-15D7501A4A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25908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5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4" name="norm">
            <a:extLst xmlns:a="http://schemas.openxmlformats.org/drawingml/2006/main">
              <a:ext uri="{FF2B5EF4-FFF2-40B4-BE49-F238E27FC236}">
                <a16:creationId xmlns:a16="http://schemas.microsoft.com/office/drawing/2014/main" id="{79C8E85B-6650-478C-9B6E-8A62B7DE99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81175" y="240982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Norm</a:t>
            </a:r>
          </a:p>
        </p:txBody>
      </p:sp>
      <p:sp>
        <p:nvSpPr>
          <p:cNvPr id="75" name="mix">
            <a:extLst xmlns:a="http://schemas.openxmlformats.org/drawingml/2006/main">
              <a:ext uri="{FF2B5EF4-FFF2-40B4-BE49-F238E27FC236}">
                <a16:creationId xmlns:a16="http://schemas.microsoft.com/office/drawing/2014/main" id="{CB2C39C8-F0D0-45A5-87B2-6BEFB91ECB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43225" y="2409825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76" name="add">
            <a:extLst xmlns:a="http://schemas.openxmlformats.org/drawingml/2006/main">
              <a:ext uri="{FF2B5EF4-FFF2-40B4-BE49-F238E27FC236}">
                <a16:creationId xmlns:a16="http://schemas.microsoft.com/office/drawing/2014/main" id="{721886C1-2604-4822-BE29-91EB2DF5DD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76725" y="2019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354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7" name="output">
            <a:extLst xmlns:a="http://schemas.openxmlformats.org/drawingml/2006/main">
              <a:ext uri="{FF2B5EF4-FFF2-40B4-BE49-F238E27FC236}">
                <a16:creationId xmlns:a16="http://schemas.microsoft.com/office/drawing/2014/main" id="{A504DAF5-ACCF-41C4-9BBB-B02812B228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72125" y="19621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97665"/>
            </a:solidFill>
            <a:prstDash val="solid"/>
          </a:ln>
        </p:spPr>
      </p:sp>
      <p:grpSp>
        <p:nvGrpSpPr>
          <p:cNvPr id="194" name="output-state"/>
          <p:cNvGrpSpPr/>
          <p:nvPr/>
        </p:nvGrpSpPr>
        <p:grpSpPr>
          <ns1:xfrm xmlns:ns1="http://schemas.openxmlformats.org/drawingml/2006/main">
            <ns1:off x="5610225" y="2009775"/>
            <ns1:ext cx="438150" cy="342900"/>
            <ns1:chOff x="5610225" y="2009775"/>
            <ns1:chExt cx="438150" cy="342900"/>
          </ns1:xfrm>
        </p:grpSpPr>
        <p:sp>
          <p:nvSpPr>
            <p:cNvPr id="78" name="output-state.0">
              <a:extLst xmlns:a="http://schemas.openxmlformats.org/drawingml/2006/main">
                <a:ext uri="{FF2B5EF4-FFF2-40B4-BE49-F238E27FC236}">
                  <a16:creationId xmlns:a16="http://schemas.microsoft.com/office/drawing/2014/main" id="{0B7D68CE-4E48-47E5-8795-1FF61545F6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0225" y="2009775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output-state.0.value">
              <a:extLst xmlns:a="http://schemas.openxmlformats.org/drawingml/2006/main">
                <a:ext uri="{FF2B5EF4-FFF2-40B4-BE49-F238E27FC236}">
                  <a16:creationId xmlns:a16="http://schemas.microsoft.com/office/drawing/2014/main" id="{2A214384-558B-4FFE-8A65-C6B29D7A13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0225" y="2112645"/>
              <a:ext cx="95250" cy="24003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0" name="output-state.1">
              <a:extLst xmlns:a="http://schemas.openxmlformats.org/drawingml/2006/main">
                <a:ext uri="{FF2B5EF4-FFF2-40B4-BE49-F238E27FC236}">
                  <a16:creationId xmlns:a16="http://schemas.microsoft.com/office/drawing/2014/main" id="{93470341-86EC-4A99-A26A-9C9DBBB702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4525" y="2009775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output-state.1.value">
              <a:extLst xmlns:a="http://schemas.openxmlformats.org/drawingml/2006/main">
                <a:ext uri="{FF2B5EF4-FFF2-40B4-BE49-F238E27FC236}">
                  <a16:creationId xmlns:a16="http://schemas.microsoft.com/office/drawing/2014/main" id="{B1D5FBBD-0A0C-46AE-AD06-3ACA325336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4525" y="2129790"/>
              <a:ext cx="95250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2" name="output-state.2">
              <a:extLst xmlns:a="http://schemas.openxmlformats.org/drawingml/2006/main">
                <a:ext uri="{FF2B5EF4-FFF2-40B4-BE49-F238E27FC236}">
                  <a16:creationId xmlns:a16="http://schemas.microsoft.com/office/drawing/2014/main" id="{6909A08C-7B65-4F5D-A8A7-8DD784AE06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2009775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3" name="output-state.2.value">
              <a:extLst xmlns:a="http://schemas.openxmlformats.org/drawingml/2006/main">
                <a:ext uri="{FF2B5EF4-FFF2-40B4-BE49-F238E27FC236}">
                  <a16:creationId xmlns:a16="http://schemas.microsoft.com/office/drawing/2014/main" id="{46801BA0-7D8D-44CD-907C-1AF62574BF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2105787"/>
              <a:ext cx="95250" cy="246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output-state.3">
              <a:extLst xmlns:a="http://schemas.openxmlformats.org/drawingml/2006/main">
                <a:ext uri="{FF2B5EF4-FFF2-40B4-BE49-F238E27FC236}">
                  <a16:creationId xmlns:a16="http://schemas.microsoft.com/office/drawing/2014/main" id="{EB0B5F8B-48B5-436A-8F45-B612AA83EC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3125" y="2009775"/>
              <a:ext cx="9525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output-state.3.value">
              <a:extLst xmlns:a="http://schemas.openxmlformats.org/drawingml/2006/main">
                <a:ext uri="{FF2B5EF4-FFF2-40B4-BE49-F238E27FC236}">
                  <a16:creationId xmlns:a16="http://schemas.microsoft.com/office/drawing/2014/main" id="{D2AC5FA2-03C2-4AE8-A0F1-CD8223A96A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3125" y="2119503"/>
              <a:ext cx="95250" cy="23317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86" name="output-name">
            <a:extLst xmlns:a="http://schemas.openxmlformats.org/drawingml/2006/main">
              <a:ext uri="{FF2B5EF4-FFF2-40B4-BE49-F238E27FC236}">
                <a16:creationId xmlns:a16="http://schemas.microsoft.com/office/drawing/2014/main" id="{2DF7E7B6-B865-42AF-835A-FBFE71E1D7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72125" y="2476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hₜ₊₁</a:t>
            </a:r>
          </a:p>
        </p:txBody>
      </p:sp>
      <p:cxnSp>
        <p:nvCxnSpPr>
          <p:cNvPr id="182" name="input-fork"/>
          <p:cNvCxnSpPr>
            <a:stCxn xmlns:a="http://schemas.openxmlformats.org/drawingml/2006/main" id="63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762000" y="26098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233947"/>
            </a:solidFill>
            <a:prstDash val="solid"/>
            <a:round/>
            <a:tailEnd type="triangle" w="sm" len="sm"/>
          </a:ln>
        </p:spPr>
      </p:cxnSp>
      <p:cxnSp>
        <p:nvCxnSpPr>
          <p:cNvPr id="183" name="e0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1200150" y="26098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84" name="e1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600325" y="2609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85" name="e2"/>
          <p:cNvCxnSpPr>
            <a:stCxn xmlns:a="http://schemas.openxmlformats.org/drawingml/2006/main" id="75" idx="3"/>
            <a:endCxn xmlns:a="http://schemas.openxmlformats.org/drawingml/2006/main" id="76" idx="2"/>
          </p:cNvCxnSpPr>
          <p:nvPr/>
        </p:nvCxnSpPr>
        <p:spPr>
          <a:xfrm xmlns:a="http://schemas.openxmlformats.org/drawingml/2006/main" flipV="1">
            <a:off x="3781425" y="2343150"/>
            <a:ext cx="657225" cy="266700"/>
          </a:xfrm>
          <a:prstGeom xmlns:a="http://schemas.openxmlformats.org/drawingml/2006/main" prst="bentConnector2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86" name="e3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4600575" y="218122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87" name="residual"/>
          <p:cNvCxnSpPr>
            <a:stCxn xmlns:a="http://schemas.openxmlformats.org/drawingml/2006/main" id="73" idx="0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V="1">
            <a:off x="1181100" y="2181225"/>
            <a:ext cx="3095625" cy="4095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 cap="rnd">
            <a:solidFill>
              <a:srgbClr val="66737B"/>
            </a:solidFill>
            <a:prstDash val="dash"/>
            <a:round/>
            <a:tailEnd type="triangle" w="med" len="med"/>
          </a:ln>
        </p:spPr>
      </p:cxnSp>
      <p:sp>
        <p:nvSpPr>
          <p:cNvPr id="93" name="identity">
            <a:extLst xmlns:a="http://schemas.openxmlformats.org/drawingml/2006/main">
              <a:ext uri="{FF2B5EF4-FFF2-40B4-BE49-F238E27FC236}">
                <a16:creationId xmlns:a16="http://schemas.microsoft.com/office/drawing/2014/main" id="{B0960A4E-86E5-49C4-A533-44E32186CA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28800" y="19716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94" name="recurrence">
            <a:extLst xmlns:a="http://schemas.openxmlformats.org/drawingml/2006/main">
              <a:ext uri="{FF2B5EF4-FFF2-40B4-BE49-F238E27FC236}">
                <a16:creationId xmlns:a16="http://schemas.microsoft.com/office/drawing/2014/main" id="{3784115A-EB4E-4218-9A08-8BDE203BA2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85950" y="30003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hₜ₊₁ = hₜ + Mixθₜ(Norm(hₜ))</a:t>
            </a:r>
          </a:p>
        </p:txBody>
      </p:sp>
      <p:sp>
        <p:nvSpPr>
          <p:cNvPr id="95" name="disclosure">
            <a:extLst xmlns:a="http://schemas.openxmlformats.org/drawingml/2006/main">
              <a:ext uri="{FF2B5EF4-FFF2-40B4-BE49-F238E27FC236}">
                <a16:creationId xmlns:a16="http://schemas.microsoft.com/office/drawing/2014/main" id="{910627C8-6CE9-4ADC-9E7A-EC122B7952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Four applications, separate parameters θ₁…θ₄. The inset shows one application; states are schematic.</a:t>
            </a:r>
          </a:p>
        </p:txBody>
      </p:sp>
    </p:spTree>
    <p:extLst>
      <p:ext uri="{BB962C8B-B14F-4D97-AF65-F5344CB8AC3E}">
        <p14:creationId xmlns:p14="http://schemas.microsoft.com/office/powerpoint/2010/main" val="1993829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2026-09-29T15:29:20.1970000Z</dcterms:created>
  <dcterms:modified xsi:type="dcterms:W3CDTF">2026-09-29T15:29:20.1970000Z</dcterms:modified>
</coreProperties>
</file>