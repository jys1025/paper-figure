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5c26fe26b94810" /><Relationship Type="http://schemas.openxmlformats.org/officeDocument/2006/relationships/extended-properties" Target="/docProps/app.xml" Id="Ra0ad8edd329a4f94" /><Relationship Type="http://schemas.openxmlformats.org/officeDocument/2006/relationships/officeDocument" Target="/ppt/presentation.xml" Id="R439f503e31df49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967b19b9f844b9"/>
  </p:sldMasterIdLst>
  <p:notesMasterIdLst>
    <p:notesMasterId xmlns:r="http://schemas.openxmlformats.org/officeDocument/2006/relationships" r:id="R5361ea6979d44451"/>
  </p:notesMasterIdLst>
  <p:sldIdLst>
    <p:sldId xmlns:r="http://schemas.openxmlformats.org/officeDocument/2006/relationships" id="256" r:id="Re2d1e85c2c7f4774"/>
  </p:sldIdLst>
  <p:sldSz cx="6400800" cy="381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29664714934e8f" /><Relationship Type="http://schemas.openxmlformats.org/officeDocument/2006/relationships/slideMaster" Target="/ppt/slideMasters/slideMaster1.xml" Id="R1d967b19b9f844b9" /><Relationship Type="http://schemas.openxmlformats.org/officeDocument/2006/relationships/notesMaster" Target="/ppt/notesMasters/notesMaster1.xml" Id="R5361ea6979d44451" /><Relationship Type="http://schemas.openxmlformats.org/officeDocument/2006/relationships/presProps" Target="/ppt/presProps.xml" Id="R815b7f95dad042b9" /><Relationship Type="http://schemas.openxmlformats.org/officeDocument/2006/relationships/tableStyles" Target="/ppt/tableStyles.xml" Id="R90cdd9ba0f404d9d" /><Relationship Type="http://schemas.openxmlformats.org/officeDocument/2006/relationships/slide" Target="/ppt/slides/slide1.xml" Id="Re2d1e85c2c7f47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8d3aec120740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e52c9def584229" /><Relationship Type="http://schemas.openxmlformats.org/officeDocument/2006/relationships/notesMaster" Target="/ppt/notesMasters/notesMaster1.xml" Id="R410ba51a136e45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Selective token aggregation</a:t>
            </a:r>
          </a:p>
          <a:p xmlns:a="http://schemas.openxmlformats.org/drawingml/2006/main">
            <a:r>
              <a:t>Original schematic examples. The visible grouping, ports and identity markers reflect the supplied review. No empirical results are shown. Publication width 177.8 mm. Input briefs: examples/tasks.json. Reference study: https://arxiv.org/abs/2111.06377 ; https://arxiv.org/abs/2103.00020 ; https://arxiv.org/abs/1505.04597 ; https://arxiv.org/abs/1706.03762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903d5f068244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bbdf5603094696" /><Relationship Type="http://schemas.openxmlformats.org/officeDocument/2006/relationships/slideLayout" Target="/ppt/slideLayouts/slideLayout1.xml" Id="R8a180afe9d4649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180afe9d4649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cf10fdb754d94" /><Relationship Type="http://schemas.openxmlformats.org/officeDocument/2006/relationships/notesSlide" Target="/ppt/notesSlides/notesSlide1.xml" Id="Ra7ac3d8936104d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4" name="heading">
            <a:extLst xmlns:a="http://schemas.openxmlformats.org/drawingml/2006/main">
              <a:ext uri="{FF2B5EF4-FFF2-40B4-BE49-F238E27FC236}">
                <a16:creationId xmlns:a16="http://schemas.microsoft.com/office/drawing/2014/main" id="{337A5874-ED6F-49E6-9E87-421328A4A2B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85725"/>
            <a:ext cx="6076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Selective token aggregation</a:t>
            </a:r>
          </a:p>
        </p:txBody>
      </p:sp>
      <p:sp>
        <p:nvSpPr>
          <p:cNvPr id="2" name="selection-heading">
            <a:extLst xmlns:a="http://schemas.openxmlformats.org/drawingml/2006/main">
              <a:ext uri="{FF2B5EF4-FFF2-40B4-BE49-F238E27FC236}">
                <a16:creationId xmlns:a16="http://schemas.microsoft.com/office/drawing/2014/main" id="{FD7DC722-CD53-4D87-B5E3-EEC47A62BD7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81000"/>
            <a:ext cx="605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(a) Preserve token identity through selection</a:t>
            </a:r>
          </a:p>
        </p:txBody>
      </p:sp>
      <p:sp>
        <p:nvSpPr>
          <p:cNvPr id="3" name="token-port">
            <a:extLst xmlns:a="http://schemas.openxmlformats.org/drawingml/2006/main">
              <a:ext uri="{FF2B5EF4-FFF2-40B4-BE49-F238E27FC236}">
                <a16:creationId xmlns:a16="http://schemas.microsoft.com/office/drawing/2014/main" id="{32C68CE4-BC72-4BE4-A0C9-5B502C37AF3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9075" y="828675"/>
            <a:ext cx="1790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CED1"/>
            </a:solidFill>
            <a:prstDash val="solid"/>
          </a:ln>
        </p:spPr>
      </p:sp>
      <p:grpSp>
        <p:nvGrpSpPr>
          <p:cNvPr id="850" name="tokens"/>
          <p:cNvGrpSpPr/>
          <p:nvPr/>
        </p:nvGrpSpPr>
        <p:grpSpPr>
          <ns1:xfrm xmlns:ns1="http://schemas.openxmlformats.org/drawingml/2006/main">
            <ns1:off x="238125" y="866775"/>
            <ns1:ext cx="1724025" cy="504825"/>
            <ns1:chOff x="238125" y="866775"/>
            <ns1:chExt cx="1724025" cy="504825"/>
          </ns1:xfrm>
        </p:grpSpPr>
        <p:sp>
          <p:nvSpPr>
            <p:cNvPr id="4" name="tokens.0">
              <a:extLst xmlns:a="http://schemas.openxmlformats.org/drawingml/2006/main">
                <a:ext uri="{FF2B5EF4-FFF2-40B4-BE49-F238E27FC236}">
                  <a16:creationId xmlns:a16="http://schemas.microsoft.com/office/drawing/2014/main" id="{3A37B811-0C37-458B-A066-064662B0FF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8125" y="866775"/>
              <a:ext cx="247650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9525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30" name="tokens.1">
              <a:extLst xmlns:a="http://schemas.openxmlformats.org/drawingml/2006/main">
                <a:ext uri="{FF2B5EF4-FFF2-40B4-BE49-F238E27FC236}">
                  <a16:creationId xmlns:a16="http://schemas.microsoft.com/office/drawing/2014/main" id="{6C3B4B7C-96B9-4361-90E7-6C8E346BB64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3400" y="866775"/>
              <a:ext cx="247650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7E9EA"/>
            </a:solidFill>
            <a:ln xmlns:a="http://schemas.openxmlformats.org/drawingml/2006/main" w="9525">
              <a:solidFill>
                <a:srgbClr val="B8C0C4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56" name="tokens.2">
              <a:extLst xmlns:a="http://schemas.openxmlformats.org/drawingml/2006/main">
                <a:ext uri="{FF2B5EF4-FFF2-40B4-BE49-F238E27FC236}">
                  <a16:creationId xmlns:a16="http://schemas.microsoft.com/office/drawing/2014/main" id="{C19E88B1-5501-456A-B653-79B669B15D2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8675" y="866775"/>
              <a:ext cx="247650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9525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82" name="tokens.3">
              <a:extLst xmlns:a="http://schemas.openxmlformats.org/drawingml/2006/main">
                <a:ext uri="{FF2B5EF4-FFF2-40B4-BE49-F238E27FC236}">
                  <a16:creationId xmlns:a16="http://schemas.microsoft.com/office/drawing/2014/main" id="{991676B9-55D9-47D3-A0E2-CC08FAEC681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23950" y="866775"/>
              <a:ext cx="247650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9525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08" name="tokens.4">
              <a:extLst xmlns:a="http://schemas.openxmlformats.org/drawingml/2006/main">
                <a:ext uri="{FF2B5EF4-FFF2-40B4-BE49-F238E27FC236}">
                  <a16:creationId xmlns:a16="http://schemas.microsoft.com/office/drawing/2014/main" id="{FE386A1B-18D7-4D01-8FB3-28E9129F867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19225" y="866775"/>
              <a:ext cx="247650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7E9EA"/>
            </a:solidFill>
            <a:ln xmlns:a="http://schemas.openxmlformats.org/drawingml/2006/main" w="9525">
              <a:solidFill>
                <a:srgbClr val="B8C0C4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134" name="tokens.5">
              <a:extLst xmlns:a="http://schemas.openxmlformats.org/drawingml/2006/main">
                <a:ext uri="{FF2B5EF4-FFF2-40B4-BE49-F238E27FC236}">
                  <a16:creationId xmlns:a16="http://schemas.microsoft.com/office/drawing/2014/main" id="{9EA51FB4-A6FE-4ADE-95CA-4258166E7F8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14500" y="866775"/>
              <a:ext cx="247650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9525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</p:grpSp>
      <p:grpSp>
        <p:nvGrpSpPr>
          <p:cNvPr id="844" name="tokens.0.key"/>
          <p:cNvGrpSpPr/>
          <p:nvPr/>
        </p:nvGrpSpPr>
        <p:grpSpPr>
          <ns1:xfrm xmlns:ns1="http://schemas.openxmlformats.org/drawingml/2006/main">
            <ns1:off x="276225" y="942975"/>
            <ns1:ext cx="168116" cy="168116"/>
            <ns1:chOff x="276225" y="942975"/>
            <ns1:chExt cx="168116" cy="168116"/>
          </ns1:xfrm>
        </p:grpSpPr>
        <p:sp>
          <p:nvSpPr>
            <p:cNvPr id="5" name="tokens.0.key.0.0">
              <a:extLst xmlns:a="http://schemas.openxmlformats.org/drawingml/2006/main">
                <a:ext uri="{FF2B5EF4-FFF2-40B4-BE49-F238E27FC236}">
                  <a16:creationId xmlns:a16="http://schemas.microsoft.com/office/drawing/2014/main" id="{9290B85F-7F83-4346-B9BE-C826BBEE6F8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6225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" name="tokens.0.key.0.1">
              <a:extLst xmlns:a="http://schemas.openxmlformats.org/drawingml/2006/main">
                <a:ext uri="{FF2B5EF4-FFF2-40B4-BE49-F238E27FC236}">
                  <a16:creationId xmlns:a16="http://schemas.microsoft.com/office/drawing/2014/main" id="{6FF4744B-5CB1-4AE9-A293-4CBB3969E5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0515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" name="tokens.0.key.0.2">
              <a:extLst xmlns:a="http://schemas.openxmlformats.org/drawingml/2006/main">
                <a:ext uri="{FF2B5EF4-FFF2-40B4-BE49-F238E27FC236}">
                  <a16:creationId xmlns:a16="http://schemas.microsoft.com/office/drawing/2014/main" id="{B8515FDC-03C1-49E4-A876-23E6FBC50BA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4805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" name="tokens.0.key.0.3">
              <a:extLst xmlns:a="http://schemas.openxmlformats.org/drawingml/2006/main">
                <a:ext uri="{FF2B5EF4-FFF2-40B4-BE49-F238E27FC236}">
                  <a16:creationId xmlns:a16="http://schemas.microsoft.com/office/drawing/2014/main" id="{CA26F15B-CB16-498D-800E-06B6692B277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9095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" name="tokens.0.key.0.4">
              <a:extLst xmlns:a="http://schemas.openxmlformats.org/drawingml/2006/main">
                <a:ext uri="{FF2B5EF4-FFF2-40B4-BE49-F238E27FC236}">
                  <a16:creationId xmlns:a16="http://schemas.microsoft.com/office/drawing/2014/main" id="{29B740D3-0267-432B-ABB4-0E5ECC845C3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3385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" name="tokens.0.key.1.0">
              <a:extLst xmlns:a="http://schemas.openxmlformats.org/drawingml/2006/main">
                <a:ext uri="{FF2B5EF4-FFF2-40B4-BE49-F238E27FC236}">
                  <a16:creationId xmlns:a16="http://schemas.microsoft.com/office/drawing/2014/main" id="{A90D5E8F-2ADA-4ED7-93C4-D374394D7DE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6225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" name="tokens.0.key.1.1">
              <a:extLst xmlns:a="http://schemas.openxmlformats.org/drawingml/2006/main">
                <a:ext uri="{FF2B5EF4-FFF2-40B4-BE49-F238E27FC236}">
                  <a16:creationId xmlns:a16="http://schemas.microsoft.com/office/drawing/2014/main" id="{57B7FD46-27E8-468E-A491-EA72BC157FE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0515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" name="tokens.0.key.1.2">
              <a:extLst xmlns:a="http://schemas.openxmlformats.org/drawingml/2006/main">
                <a:ext uri="{FF2B5EF4-FFF2-40B4-BE49-F238E27FC236}">
                  <a16:creationId xmlns:a16="http://schemas.microsoft.com/office/drawing/2014/main" id="{F9BF4F9F-A06F-47D0-A63E-2FCFC0BB0E8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4805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3" name="tokens.0.key.1.3">
              <a:extLst xmlns:a="http://schemas.openxmlformats.org/drawingml/2006/main">
                <a:ext uri="{FF2B5EF4-FFF2-40B4-BE49-F238E27FC236}">
                  <a16:creationId xmlns:a16="http://schemas.microsoft.com/office/drawing/2014/main" id="{118126CC-2BDE-4A3C-A935-A2585E62FE1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9095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4" name="tokens.0.key.1.4">
              <a:extLst xmlns:a="http://schemas.openxmlformats.org/drawingml/2006/main">
                <a:ext uri="{FF2B5EF4-FFF2-40B4-BE49-F238E27FC236}">
                  <a16:creationId xmlns:a16="http://schemas.microsoft.com/office/drawing/2014/main" id="{9FC9BD89-FCA9-467C-B09C-6CEC0516778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3385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" name="tokens.0.key.2.0">
              <a:extLst xmlns:a="http://schemas.openxmlformats.org/drawingml/2006/main">
                <a:ext uri="{FF2B5EF4-FFF2-40B4-BE49-F238E27FC236}">
                  <a16:creationId xmlns:a16="http://schemas.microsoft.com/office/drawing/2014/main" id="{7D95A967-49EF-4FE5-B346-73CA4F99CB3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6225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6" name="tokens.0.key.2.1">
              <a:extLst xmlns:a="http://schemas.openxmlformats.org/drawingml/2006/main">
                <a:ext uri="{FF2B5EF4-FFF2-40B4-BE49-F238E27FC236}">
                  <a16:creationId xmlns:a16="http://schemas.microsoft.com/office/drawing/2014/main" id="{015E16B5-0EF0-4A5C-A030-881FCFF51A7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0515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" name="tokens.0.key.2.2">
              <a:extLst xmlns:a="http://schemas.openxmlformats.org/drawingml/2006/main">
                <a:ext uri="{FF2B5EF4-FFF2-40B4-BE49-F238E27FC236}">
                  <a16:creationId xmlns:a16="http://schemas.microsoft.com/office/drawing/2014/main" id="{F0C26DF8-34A5-4949-947A-C46AD6D5ADB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4805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" name="tokens.0.key.2.3">
              <a:extLst xmlns:a="http://schemas.openxmlformats.org/drawingml/2006/main">
                <a:ext uri="{FF2B5EF4-FFF2-40B4-BE49-F238E27FC236}">
                  <a16:creationId xmlns:a16="http://schemas.microsoft.com/office/drawing/2014/main" id="{86702C5F-C46D-47BB-9FAA-B52418B87DC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9095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" name="tokens.0.key.2.4">
              <a:extLst xmlns:a="http://schemas.openxmlformats.org/drawingml/2006/main">
                <a:ext uri="{FF2B5EF4-FFF2-40B4-BE49-F238E27FC236}">
                  <a16:creationId xmlns:a16="http://schemas.microsoft.com/office/drawing/2014/main" id="{37BFE586-11A1-4844-BC79-DD5ED236F26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3385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" name="tokens.0.key.3.0">
              <a:extLst xmlns:a="http://schemas.openxmlformats.org/drawingml/2006/main">
                <a:ext uri="{FF2B5EF4-FFF2-40B4-BE49-F238E27FC236}">
                  <a16:creationId xmlns:a16="http://schemas.microsoft.com/office/drawing/2014/main" id="{07298BAA-C6EB-40E0-9157-C4C6520CD06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6225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1" name="tokens.0.key.3.1">
              <a:extLst xmlns:a="http://schemas.openxmlformats.org/drawingml/2006/main">
                <a:ext uri="{FF2B5EF4-FFF2-40B4-BE49-F238E27FC236}">
                  <a16:creationId xmlns:a16="http://schemas.microsoft.com/office/drawing/2014/main" id="{CA022BC8-AABC-4093-8AA9-531E80625A0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0515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" name="tokens.0.key.3.2">
              <a:extLst xmlns:a="http://schemas.openxmlformats.org/drawingml/2006/main">
                <a:ext uri="{FF2B5EF4-FFF2-40B4-BE49-F238E27FC236}">
                  <a16:creationId xmlns:a16="http://schemas.microsoft.com/office/drawing/2014/main" id="{B8AFC66B-0216-482C-87C5-9D7F32B9992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4805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" name="tokens.0.key.3.3">
              <a:extLst xmlns:a="http://schemas.openxmlformats.org/drawingml/2006/main">
                <a:ext uri="{FF2B5EF4-FFF2-40B4-BE49-F238E27FC236}">
                  <a16:creationId xmlns:a16="http://schemas.microsoft.com/office/drawing/2014/main" id="{EF9938AD-38DC-47E9-9B60-B6B2B8B32AE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9095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4" name="tokens.0.key.3.4">
              <a:extLst xmlns:a="http://schemas.openxmlformats.org/drawingml/2006/main">
                <a:ext uri="{FF2B5EF4-FFF2-40B4-BE49-F238E27FC236}">
                  <a16:creationId xmlns:a16="http://schemas.microsoft.com/office/drawing/2014/main" id="{D27FED08-C865-486B-9CA8-6EB24B2B5A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3385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" name="tokens.0.key.4.0">
              <a:extLst xmlns:a="http://schemas.openxmlformats.org/drawingml/2006/main">
                <a:ext uri="{FF2B5EF4-FFF2-40B4-BE49-F238E27FC236}">
                  <a16:creationId xmlns:a16="http://schemas.microsoft.com/office/drawing/2014/main" id="{4B34FA2D-B003-4675-A4B1-8ED4EEA038E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6225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6" name="tokens.0.key.4.1">
              <a:extLst xmlns:a="http://schemas.openxmlformats.org/drawingml/2006/main">
                <a:ext uri="{FF2B5EF4-FFF2-40B4-BE49-F238E27FC236}">
                  <a16:creationId xmlns:a16="http://schemas.microsoft.com/office/drawing/2014/main" id="{ACD84314-3FFA-4EFF-9436-9B864252C57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0515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7" name="tokens.0.key.4.2">
              <a:extLst xmlns:a="http://schemas.openxmlformats.org/drawingml/2006/main">
                <a:ext uri="{FF2B5EF4-FFF2-40B4-BE49-F238E27FC236}">
                  <a16:creationId xmlns:a16="http://schemas.microsoft.com/office/drawing/2014/main" id="{FE753CDA-9FEE-4FAB-B2E0-2A0D3D58E9A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4805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" name="tokens.0.key.4.3">
              <a:extLst xmlns:a="http://schemas.openxmlformats.org/drawingml/2006/main">
                <a:ext uri="{FF2B5EF4-FFF2-40B4-BE49-F238E27FC236}">
                  <a16:creationId xmlns:a16="http://schemas.microsoft.com/office/drawing/2014/main" id="{EB0B8BFE-C346-4E11-8532-E3CB37A27FF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9095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" name="tokens.0.key.4.4">
              <a:extLst xmlns:a="http://schemas.openxmlformats.org/drawingml/2006/main">
                <a:ext uri="{FF2B5EF4-FFF2-40B4-BE49-F238E27FC236}">
                  <a16:creationId xmlns:a16="http://schemas.microsoft.com/office/drawing/2014/main" id="{FC8EB2AE-4420-47AC-A51F-65E4DFEC86D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3385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grpSp>
        <p:nvGrpSpPr>
          <p:cNvPr id="845" name="tokens.1.key"/>
          <p:cNvGrpSpPr/>
          <p:nvPr/>
        </p:nvGrpSpPr>
        <p:grpSpPr>
          <ns1:xfrm xmlns:ns1="http://schemas.openxmlformats.org/drawingml/2006/main">
            <ns1:off x="571500" y="942975"/>
            <ns1:ext cx="168116" cy="168116"/>
            <ns1:chOff x="571500" y="942975"/>
            <ns1:chExt cx="168116" cy="168116"/>
          </ns1:xfrm>
        </p:grpSpPr>
        <p:sp>
          <p:nvSpPr>
            <p:cNvPr id="31" name="tokens.1.key.0.0">
              <a:extLst xmlns:a="http://schemas.openxmlformats.org/drawingml/2006/main">
                <a:ext uri="{FF2B5EF4-FFF2-40B4-BE49-F238E27FC236}">
                  <a16:creationId xmlns:a16="http://schemas.microsoft.com/office/drawing/2014/main" id="{D511D046-8FD6-4E44-8E9B-7EA7C96C246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500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2" name="tokens.1.key.0.1">
              <a:extLst xmlns:a="http://schemas.openxmlformats.org/drawingml/2006/main">
                <a:ext uri="{FF2B5EF4-FFF2-40B4-BE49-F238E27FC236}">
                  <a16:creationId xmlns:a16="http://schemas.microsoft.com/office/drawing/2014/main" id="{A2F673D4-4EA9-4BB4-9630-943573A1622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5790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" name="tokens.1.key.0.2">
              <a:extLst xmlns:a="http://schemas.openxmlformats.org/drawingml/2006/main">
                <a:ext uri="{FF2B5EF4-FFF2-40B4-BE49-F238E27FC236}">
                  <a16:creationId xmlns:a16="http://schemas.microsoft.com/office/drawing/2014/main" id="{C1B090D1-76B8-40E3-84B2-4A13EF415EC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0080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4BFC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4" name="tokens.1.key.0.3">
              <a:extLst xmlns:a="http://schemas.openxmlformats.org/drawingml/2006/main">
                <a:ext uri="{FF2B5EF4-FFF2-40B4-BE49-F238E27FC236}">
                  <a16:creationId xmlns:a16="http://schemas.microsoft.com/office/drawing/2014/main" id="{2AA00D99-AEC6-40A9-9B4E-6E11E127A6E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4370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5" name="tokens.1.key.0.4">
              <a:extLst xmlns:a="http://schemas.openxmlformats.org/drawingml/2006/main">
                <a:ext uri="{FF2B5EF4-FFF2-40B4-BE49-F238E27FC236}">
                  <a16:creationId xmlns:a16="http://schemas.microsoft.com/office/drawing/2014/main" id="{8B55483B-10EA-4378-B377-22B57927F2A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8660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6" name="tokens.1.key.1.0">
              <a:extLst xmlns:a="http://schemas.openxmlformats.org/drawingml/2006/main">
                <a:ext uri="{FF2B5EF4-FFF2-40B4-BE49-F238E27FC236}">
                  <a16:creationId xmlns:a16="http://schemas.microsoft.com/office/drawing/2014/main" id="{D33E2354-F8D2-4D3F-9D17-77C33907DBA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500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7" name="tokens.1.key.1.1">
              <a:extLst xmlns:a="http://schemas.openxmlformats.org/drawingml/2006/main">
                <a:ext uri="{FF2B5EF4-FFF2-40B4-BE49-F238E27FC236}">
                  <a16:creationId xmlns:a16="http://schemas.microsoft.com/office/drawing/2014/main" id="{F54D50C6-87EB-4F7B-B306-22BCECDB9B9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5790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8" name="tokens.1.key.1.2">
              <a:extLst xmlns:a="http://schemas.openxmlformats.org/drawingml/2006/main">
                <a:ext uri="{FF2B5EF4-FFF2-40B4-BE49-F238E27FC236}">
                  <a16:creationId xmlns:a16="http://schemas.microsoft.com/office/drawing/2014/main" id="{BC7783BA-1691-4AFA-A5D2-7480DE9426A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0080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4BFC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" name="tokens.1.key.1.3">
              <a:extLst xmlns:a="http://schemas.openxmlformats.org/drawingml/2006/main">
                <a:ext uri="{FF2B5EF4-FFF2-40B4-BE49-F238E27FC236}">
                  <a16:creationId xmlns:a16="http://schemas.microsoft.com/office/drawing/2014/main" id="{129D1177-12EF-41E6-952F-296694EC4DD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4370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0" name="tokens.1.key.1.4">
              <a:extLst xmlns:a="http://schemas.openxmlformats.org/drawingml/2006/main">
                <a:ext uri="{FF2B5EF4-FFF2-40B4-BE49-F238E27FC236}">
                  <a16:creationId xmlns:a16="http://schemas.microsoft.com/office/drawing/2014/main" id="{62D54C70-9FE2-44EA-A813-582BA5675B1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8660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1" name="tokens.1.key.2.0">
              <a:extLst xmlns:a="http://schemas.openxmlformats.org/drawingml/2006/main">
                <a:ext uri="{FF2B5EF4-FFF2-40B4-BE49-F238E27FC236}">
                  <a16:creationId xmlns:a16="http://schemas.microsoft.com/office/drawing/2014/main" id="{35CAD63E-1934-431D-B083-156418FC2FB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500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2" name="tokens.1.key.2.1">
              <a:extLst xmlns:a="http://schemas.openxmlformats.org/drawingml/2006/main">
                <a:ext uri="{FF2B5EF4-FFF2-40B4-BE49-F238E27FC236}">
                  <a16:creationId xmlns:a16="http://schemas.microsoft.com/office/drawing/2014/main" id="{19BFEEF6-E261-4477-AAB1-D94B66A54E3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5790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3" name="tokens.1.key.2.2">
              <a:extLst xmlns:a="http://schemas.openxmlformats.org/drawingml/2006/main">
                <a:ext uri="{FF2B5EF4-FFF2-40B4-BE49-F238E27FC236}">
                  <a16:creationId xmlns:a16="http://schemas.microsoft.com/office/drawing/2014/main" id="{B7EED7B6-85EE-4BE7-BF7A-154FE4E5C59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0080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4BFC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4" name="tokens.1.key.2.3">
              <a:extLst xmlns:a="http://schemas.openxmlformats.org/drawingml/2006/main">
                <a:ext uri="{FF2B5EF4-FFF2-40B4-BE49-F238E27FC236}">
                  <a16:creationId xmlns:a16="http://schemas.microsoft.com/office/drawing/2014/main" id="{5CFC3CB8-CA61-4FBC-BDAE-20883D6F39B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4370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5" name="tokens.1.key.2.4">
              <a:extLst xmlns:a="http://schemas.openxmlformats.org/drawingml/2006/main">
                <a:ext uri="{FF2B5EF4-FFF2-40B4-BE49-F238E27FC236}">
                  <a16:creationId xmlns:a16="http://schemas.microsoft.com/office/drawing/2014/main" id="{69528AB8-5875-4FC3-A25E-206D5DFE6DA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8660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6" name="tokens.1.key.3.0">
              <a:extLst xmlns:a="http://schemas.openxmlformats.org/drawingml/2006/main">
                <a:ext uri="{FF2B5EF4-FFF2-40B4-BE49-F238E27FC236}">
                  <a16:creationId xmlns:a16="http://schemas.microsoft.com/office/drawing/2014/main" id="{AECFBC2F-ED48-4AB4-91C9-7EA242622CA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500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7" name="tokens.1.key.3.1">
              <a:extLst xmlns:a="http://schemas.openxmlformats.org/drawingml/2006/main">
                <a:ext uri="{FF2B5EF4-FFF2-40B4-BE49-F238E27FC236}">
                  <a16:creationId xmlns:a16="http://schemas.microsoft.com/office/drawing/2014/main" id="{BE10D758-E1CB-4A1D-BCC3-69CD4C6BBD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5790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8" name="tokens.1.key.3.2">
              <a:extLst xmlns:a="http://schemas.openxmlformats.org/drawingml/2006/main">
                <a:ext uri="{FF2B5EF4-FFF2-40B4-BE49-F238E27FC236}">
                  <a16:creationId xmlns:a16="http://schemas.microsoft.com/office/drawing/2014/main" id="{A09C35DD-5FAB-460D-B3C6-7ECAB067D9E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0080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4BFC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9" name="tokens.1.key.3.3">
              <a:extLst xmlns:a="http://schemas.openxmlformats.org/drawingml/2006/main">
                <a:ext uri="{FF2B5EF4-FFF2-40B4-BE49-F238E27FC236}">
                  <a16:creationId xmlns:a16="http://schemas.microsoft.com/office/drawing/2014/main" id="{9EA95E9C-40A2-4284-BB98-74143E3A88C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4370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0" name="tokens.1.key.3.4">
              <a:extLst xmlns:a="http://schemas.openxmlformats.org/drawingml/2006/main">
                <a:ext uri="{FF2B5EF4-FFF2-40B4-BE49-F238E27FC236}">
                  <a16:creationId xmlns:a16="http://schemas.microsoft.com/office/drawing/2014/main" id="{81549DA5-E474-4843-BC9C-9BF53CD4600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8660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1" name="tokens.1.key.4.0">
              <a:extLst xmlns:a="http://schemas.openxmlformats.org/drawingml/2006/main">
                <a:ext uri="{FF2B5EF4-FFF2-40B4-BE49-F238E27FC236}">
                  <a16:creationId xmlns:a16="http://schemas.microsoft.com/office/drawing/2014/main" id="{61D80345-4530-46DA-AD11-AC797A697BA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500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2" name="tokens.1.key.4.1">
              <a:extLst xmlns:a="http://schemas.openxmlformats.org/drawingml/2006/main">
                <a:ext uri="{FF2B5EF4-FFF2-40B4-BE49-F238E27FC236}">
                  <a16:creationId xmlns:a16="http://schemas.microsoft.com/office/drawing/2014/main" id="{3EAED48C-FCE3-446D-88A4-81E1ACE7486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5790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3" name="tokens.1.key.4.2">
              <a:extLst xmlns:a="http://schemas.openxmlformats.org/drawingml/2006/main">
                <a:ext uri="{FF2B5EF4-FFF2-40B4-BE49-F238E27FC236}">
                  <a16:creationId xmlns:a16="http://schemas.microsoft.com/office/drawing/2014/main" id="{6DEE2ECC-B2F5-4B31-B41C-CBF20AE252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0080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4BFC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4" name="tokens.1.key.4.3">
              <a:extLst xmlns:a="http://schemas.openxmlformats.org/drawingml/2006/main">
                <a:ext uri="{FF2B5EF4-FFF2-40B4-BE49-F238E27FC236}">
                  <a16:creationId xmlns:a16="http://schemas.microsoft.com/office/drawing/2014/main" id="{FA3893D9-F75C-4C6B-9FD5-3F6699A7261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4370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5" name="tokens.1.key.4.4">
              <a:extLst xmlns:a="http://schemas.openxmlformats.org/drawingml/2006/main">
                <a:ext uri="{FF2B5EF4-FFF2-40B4-BE49-F238E27FC236}">
                  <a16:creationId xmlns:a16="http://schemas.microsoft.com/office/drawing/2014/main" id="{7A2CEAD9-58E9-4D68-8EE1-BD4454B123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8660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grpSp>
        <p:nvGrpSpPr>
          <p:cNvPr id="846" name="tokens.2.key"/>
          <p:cNvGrpSpPr/>
          <p:nvPr/>
        </p:nvGrpSpPr>
        <p:grpSpPr>
          <ns1:xfrm xmlns:ns1="http://schemas.openxmlformats.org/drawingml/2006/main">
            <ns1:off x="866775" y="942975"/>
            <ns1:ext cx="168116" cy="168116"/>
            <ns1:chOff x="866775" y="942975"/>
            <ns1:chExt cx="168116" cy="168116"/>
          </ns1:xfrm>
        </p:grpSpPr>
        <p:sp>
          <p:nvSpPr>
            <p:cNvPr id="57" name="tokens.2.key.0.0">
              <a:extLst xmlns:a="http://schemas.openxmlformats.org/drawingml/2006/main">
                <a:ext uri="{FF2B5EF4-FFF2-40B4-BE49-F238E27FC236}">
                  <a16:creationId xmlns:a16="http://schemas.microsoft.com/office/drawing/2014/main" id="{BC6DDD40-08EE-4D36-8302-15CFB2C1528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66775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8" name="tokens.2.key.0.1">
              <a:extLst xmlns:a="http://schemas.openxmlformats.org/drawingml/2006/main">
                <a:ext uri="{FF2B5EF4-FFF2-40B4-BE49-F238E27FC236}">
                  <a16:creationId xmlns:a16="http://schemas.microsoft.com/office/drawing/2014/main" id="{D4133EAD-21CA-46AB-936A-0543D649D6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01065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9" name="tokens.2.key.0.2">
              <a:extLst xmlns:a="http://schemas.openxmlformats.org/drawingml/2006/main">
                <a:ext uri="{FF2B5EF4-FFF2-40B4-BE49-F238E27FC236}">
                  <a16:creationId xmlns:a16="http://schemas.microsoft.com/office/drawing/2014/main" id="{D8F034A1-35F6-4CA0-BA1C-5D08C8BFA88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35355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0" name="tokens.2.key.0.3">
              <a:extLst xmlns:a="http://schemas.openxmlformats.org/drawingml/2006/main">
                <a:ext uri="{FF2B5EF4-FFF2-40B4-BE49-F238E27FC236}">
                  <a16:creationId xmlns:a16="http://schemas.microsoft.com/office/drawing/2014/main" id="{0F998368-52BC-4730-A8C7-C71D373BC0B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9645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1" name="tokens.2.key.0.4">
              <a:extLst xmlns:a="http://schemas.openxmlformats.org/drawingml/2006/main">
                <a:ext uri="{FF2B5EF4-FFF2-40B4-BE49-F238E27FC236}">
                  <a16:creationId xmlns:a16="http://schemas.microsoft.com/office/drawing/2014/main" id="{65CE839B-BD63-4601-83AB-77F6277B118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3935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2" name="tokens.2.key.1.0">
              <a:extLst xmlns:a="http://schemas.openxmlformats.org/drawingml/2006/main">
                <a:ext uri="{FF2B5EF4-FFF2-40B4-BE49-F238E27FC236}">
                  <a16:creationId xmlns:a16="http://schemas.microsoft.com/office/drawing/2014/main" id="{270307AE-55CD-4B29-ACE8-BB54744F837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66775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3" name="tokens.2.key.1.1">
              <a:extLst xmlns:a="http://schemas.openxmlformats.org/drawingml/2006/main">
                <a:ext uri="{FF2B5EF4-FFF2-40B4-BE49-F238E27FC236}">
                  <a16:creationId xmlns:a16="http://schemas.microsoft.com/office/drawing/2014/main" id="{38378048-603C-48D1-8915-DE1A397030A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01065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4" name="tokens.2.key.1.2">
              <a:extLst xmlns:a="http://schemas.openxmlformats.org/drawingml/2006/main">
                <a:ext uri="{FF2B5EF4-FFF2-40B4-BE49-F238E27FC236}">
                  <a16:creationId xmlns:a16="http://schemas.microsoft.com/office/drawing/2014/main" id="{4F1714DF-0014-4934-9595-1B810EB7F69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35355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5" name="tokens.2.key.1.3">
              <a:extLst xmlns:a="http://schemas.openxmlformats.org/drawingml/2006/main">
                <a:ext uri="{FF2B5EF4-FFF2-40B4-BE49-F238E27FC236}">
                  <a16:creationId xmlns:a16="http://schemas.microsoft.com/office/drawing/2014/main" id="{A9BC658A-75AC-48BF-BACA-D58398EADA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9645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6" name="tokens.2.key.1.4">
              <a:extLst xmlns:a="http://schemas.openxmlformats.org/drawingml/2006/main">
                <a:ext uri="{FF2B5EF4-FFF2-40B4-BE49-F238E27FC236}">
                  <a16:creationId xmlns:a16="http://schemas.microsoft.com/office/drawing/2014/main" id="{939B3A25-C293-41CF-A747-5E0F31033B6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3935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7" name="tokens.2.key.2.0">
              <a:extLst xmlns:a="http://schemas.openxmlformats.org/drawingml/2006/main">
                <a:ext uri="{FF2B5EF4-FFF2-40B4-BE49-F238E27FC236}">
                  <a16:creationId xmlns:a16="http://schemas.microsoft.com/office/drawing/2014/main" id="{9F403382-BF28-47CE-8864-33D5CD9C8D4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66775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8" name="tokens.2.key.2.1">
              <a:extLst xmlns:a="http://schemas.openxmlformats.org/drawingml/2006/main">
                <a:ext uri="{FF2B5EF4-FFF2-40B4-BE49-F238E27FC236}">
                  <a16:creationId xmlns:a16="http://schemas.microsoft.com/office/drawing/2014/main" id="{0F7C3CD8-535A-4512-82F8-E07355652B2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01065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9" name="tokens.2.key.2.2">
              <a:extLst xmlns:a="http://schemas.openxmlformats.org/drawingml/2006/main">
                <a:ext uri="{FF2B5EF4-FFF2-40B4-BE49-F238E27FC236}">
                  <a16:creationId xmlns:a16="http://schemas.microsoft.com/office/drawing/2014/main" id="{5296B6AD-9CCC-4C2C-BB4E-59A9E3A13B9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35355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0" name="tokens.2.key.2.3">
              <a:extLst xmlns:a="http://schemas.openxmlformats.org/drawingml/2006/main">
                <a:ext uri="{FF2B5EF4-FFF2-40B4-BE49-F238E27FC236}">
                  <a16:creationId xmlns:a16="http://schemas.microsoft.com/office/drawing/2014/main" id="{4B1A18C3-35CC-4083-89F0-3218A480A3E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9645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1" name="tokens.2.key.2.4">
              <a:extLst xmlns:a="http://schemas.openxmlformats.org/drawingml/2006/main">
                <a:ext uri="{FF2B5EF4-FFF2-40B4-BE49-F238E27FC236}">
                  <a16:creationId xmlns:a16="http://schemas.microsoft.com/office/drawing/2014/main" id="{E620E2CE-60AA-4E6C-B02C-934AA25C21B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3935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2" name="tokens.2.key.3.0">
              <a:extLst xmlns:a="http://schemas.openxmlformats.org/drawingml/2006/main">
                <a:ext uri="{FF2B5EF4-FFF2-40B4-BE49-F238E27FC236}">
                  <a16:creationId xmlns:a16="http://schemas.microsoft.com/office/drawing/2014/main" id="{C286A010-0235-43A9-BA77-5F3AC9CD57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66775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3" name="tokens.2.key.3.1">
              <a:extLst xmlns:a="http://schemas.openxmlformats.org/drawingml/2006/main">
                <a:ext uri="{FF2B5EF4-FFF2-40B4-BE49-F238E27FC236}">
                  <a16:creationId xmlns:a16="http://schemas.microsoft.com/office/drawing/2014/main" id="{7DA03578-88DD-47C9-AD8A-3CFFE5E6F68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01065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4" name="tokens.2.key.3.2">
              <a:extLst xmlns:a="http://schemas.openxmlformats.org/drawingml/2006/main">
                <a:ext uri="{FF2B5EF4-FFF2-40B4-BE49-F238E27FC236}">
                  <a16:creationId xmlns:a16="http://schemas.microsoft.com/office/drawing/2014/main" id="{D8AD632D-C62B-4925-BDA2-171ADA84D31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35355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5" name="tokens.2.key.3.3">
              <a:extLst xmlns:a="http://schemas.openxmlformats.org/drawingml/2006/main">
                <a:ext uri="{FF2B5EF4-FFF2-40B4-BE49-F238E27FC236}">
                  <a16:creationId xmlns:a16="http://schemas.microsoft.com/office/drawing/2014/main" id="{EE5723AF-C9E0-4A06-B729-E3D4DDB2A77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9645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6" name="tokens.2.key.3.4">
              <a:extLst xmlns:a="http://schemas.openxmlformats.org/drawingml/2006/main">
                <a:ext uri="{FF2B5EF4-FFF2-40B4-BE49-F238E27FC236}">
                  <a16:creationId xmlns:a16="http://schemas.microsoft.com/office/drawing/2014/main" id="{2B4660B9-3294-464F-BA9D-1DB3DF078B3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3935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7" name="tokens.2.key.4.0">
              <a:extLst xmlns:a="http://schemas.openxmlformats.org/drawingml/2006/main">
                <a:ext uri="{FF2B5EF4-FFF2-40B4-BE49-F238E27FC236}">
                  <a16:creationId xmlns:a16="http://schemas.microsoft.com/office/drawing/2014/main" id="{4DC8123C-225E-4A64-B06A-D3A972A747F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66775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8" name="tokens.2.key.4.1">
              <a:extLst xmlns:a="http://schemas.openxmlformats.org/drawingml/2006/main">
                <a:ext uri="{FF2B5EF4-FFF2-40B4-BE49-F238E27FC236}">
                  <a16:creationId xmlns:a16="http://schemas.microsoft.com/office/drawing/2014/main" id="{ABE76D0D-361F-4BF3-A6CF-B5239D0980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01065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9" name="tokens.2.key.4.2">
              <a:extLst xmlns:a="http://schemas.openxmlformats.org/drawingml/2006/main">
                <a:ext uri="{FF2B5EF4-FFF2-40B4-BE49-F238E27FC236}">
                  <a16:creationId xmlns:a16="http://schemas.microsoft.com/office/drawing/2014/main" id="{F48A3F7D-3C99-4A4D-A5EB-080B96185E9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35355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0" name="tokens.2.key.4.3">
              <a:extLst xmlns:a="http://schemas.openxmlformats.org/drawingml/2006/main">
                <a:ext uri="{FF2B5EF4-FFF2-40B4-BE49-F238E27FC236}">
                  <a16:creationId xmlns:a16="http://schemas.microsoft.com/office/drawing/2014/main" id="{C336FDB0-45CF-4805-92A2-4994155FFB2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9645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1" name="tokens.2.key.4.4">
              <a:extLst xmlns:a="http://schemas.openxmlformats.org/drawingml/2006/main">
                <a:ext uri="{FF2B5EF4-FFF2-40B4-BE49-F238E27FC236}">
                  <a16:creationId xmlns:a16="http://schemas.microsoft.com/office/drawing/2014/main" id="{003D7832-8C87-49A1-B61C-63655094F7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3935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grpSp>
        <p:nvGrpSpPr>
          <p:cNvPr id="847" name="tokens.3.key"/>
          <p:cNvGrpSpPr/>
          <p:nvPr/>
        </p:nvGrpSpPr>
        <p:grpSpPr>
          <ns1:xfrm xmlns:ns1="http://schemas.openxmlformats.org/drawingml/2006/main">
            <ns1:off x="1162050" y="942975"/>
            <ns1:ext cx="168116" cy="168116"/>
            <ns1:chOff x="1162050" y="942975"/>
            <ns1:chExt cx="168116" cy="168116"/>
          </ns1:xfrm>
        </p:grpSpPr>
        <p:sp>
          <p:nvSpPr>
            <p:cNvPr id="83" name="tokens.3.key.0.0">
              <a:extLst xmlns:a="http://schemas.openxmlformats.org/drawingml/2006/main">
                <a:ext uri="{FF2B5EF4-FFF2-40B4-BE49-F238E27FC236}">
                  <a16:creationId xmlns:a16="http://schemas.microsoft.com/office/drawing/2014/main" id="{4EAAF67C-74A6-4F7C-AB8F-3DE58C9AA6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2050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4" name="tokens.3.key.0.1">
              <a:extLst xmlns:a="http://schemas.openxmlformats.org/drawingml/2006/main">
                <a:ext uri="{FF2B5EF4-FFF2-40B4-BE49-F238E27FC236}">
                  <a16:creationId xmlns:a16="http://schemas.microsoft.com/office/drawing/2014/main" id="{0437E412-B1AC-4BE4-AD31-A80F00C3765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6340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5" name="tokens.3.key.0.2">
              <a:extLst xmlns:a="http://schemas.openxmlformats.org/drawingml/2006/main">
                <a:ext uri="{FF2B5EF4-FFF2-40B4-BE49-F238E27FC236}">
                  <a16:creationId xmlns:a16="http://schemas.microsoft.com/office/drawing/2014/main" id="{322D6E8E-D2C4-4018-80D2-E0106D69844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30630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6" name="tokens.3.key.0.3">
              <a:extLst xmlns:a="http://schemas.openxmlformats.org/drawingml/2006/main">
                <a:ext uri="{FF2B5EF4-FFF2-40B4-BE49-F238E27FC236}">
                  <a16:creationId xmlns:a16="http://schemas.microsoft.com/office/drawing/2014/main" id="{DA824D2D-CADF-4CA5-AAEA-B02E38882BD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64920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7" name="tokens.3.key.0.4">
              <a:extLst xmlns:a="http://schemas.openxmlformats.org/drawingml/2006/main">
                <a:ext uri="{FF2B5EF4-FFF2-40B4-BE49-F238E27FC236}">
                  <a16:creationId xmlns:a16="http://schemas.microsoft.com/office/drawing/2014/main" id="{F5363E44-0A90-4F72-AE2A-11082407481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99210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8" name="tokens.3.key.1.0">
              <a:extLst xmlns:a="http://schemas.openxmlformats.org/drawingml/2006/main">
                <a:ext uri="{FF2B5EF4-FFF2-40B4-BE49-F238E27FC236}">
                  <a16:creationId xmlns:a16="http://schemas.microsoft.com/office/drawing/2014/main" id="{171EFBFE-B9C0-433E-A68E-0ADAB592D1B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2050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9" name="tokens.3.key.1.1">
              <a:extLst xmlns:a="http://schemas.openxmlformats.org/drawingml/2006/main">
                <a:ext uri="{FF2B5EF4-FFF2-40B4-BE49-F238E27FC236}">
                  <a16:creationId xmlns:a16="http://schemas.microsoft.com/office/drawing/2014/main" id="{1B4CBF4B-590D-48B8-A572-3F04B64E108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6340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0" name="tokens.3.key.1.2">
              <a:extLst xmlns:a="http://schemas.openxmlformats.org/drawingml/2006/main">
                <a:ext uri="{FF2B5EF4-FFF2-40B4-BE49-F238E27FC236}">
                  <a16:creationId xmlns:a16="http://schemas.microsoft.com/office/drawing/2014/main" id="{EB9686E4-7105-4A01-A780-C08D46BF1A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30630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1" name="tokens.3.key.1.3">
              <a:extLst xmlns:a="http://schemas.openxmlformats.org/drawingml/2006/main">
                <a:ext uri="{FF2B5EF4-FFF2-40B4-BE49-F238E27FC236}">
                  <a16:creationId xmlns:a16="http://schemas.microsoft.com/office/drawing/2014/main" id="{315AF8C7-0D59-4935-953E-6242853C493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64920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2" name="tokens.3.key.1.4">
              <a:extLst xmlns:a="http://schemas.openxmlformats.org/drawingml/2006/main">
                <a:ext uri="{FF2B5EF4-FFF2-40B4-BE49-F238E27FC236}">
                  <a16:creationId xmlns:a16="http://schemas.microsoft.com/office/drawing/2014/main" id="{FE9A3E1C-E0C8-4775-96F6-972D4464554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99210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3" name="tokens.3.key.2.0">
              <a:extLst xmlns:a="http://schemas.openxmlformats.org/drawingml/2006/main">
                <a:ext uri="{FF2B5EF4-FFF2-40B4-BE49-F238E27FC236}">
                  <a16:creationId xmlns:a16="http://schemas.microsoft.com/office/drawing/2014/main" id="{80D3B148-7B4F-49E9-8DB1-539C221034B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2050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4" name="tokens.3.key.2.1">
              <a:extLst xmlns:a="http://schemas.openxmlformats.org/drawingml/2006/main">
                <a:ext uri="{FF2B5EF4-FFF2-40B4-BE49-F238E27FC236}">
                  <a16:creationId xmlns:a16="http://schemas.microsoft.com/office/drawing/2014/main" id="{9B2ED91A-4820-49B8-88AD-5F672236A07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6340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5" name="tokens.3.key.2.2">
              <a:extLst xmlns:a="http://schemas.openxmlformats.org/drawingml/2006/main">
                <a:ext uri="{FF2B5EF4-FFF2-40B4-BE49-F238E27FC236}">
                  <a16:creationId xmlns:a16="http://schemas.microsoft.com/office/drawing/2014/main" id="{AE2C08F6-C3F3-4AC6-A1BC-410126B694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30630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6" name="tokens.3.key.2.3">
              <a:extLst xmlns:a="http://schemas.openxmlformats.org/drawingml/2006/main">
                <a:ext uri="{FF2B5EF4-FFF2-40B4-BE49-F238E27FC236}">
                  <a16:creationId xmlns:a16="http://schemas.microsoft.com/office/drawing/2014/main" id="{73ADA51B-78E0-4FA1-B7BD-A2E5056E88F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64920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7" name="tokens.3.key.2.4">
              <a:extLst xmlns:a="http://schemas.openxmlformats.org/drawingml/2006/main">
                <a:ext uri="{FF2B5EF4-FFF2-40B4-BE49-F238E27FC236}">
                  <a16:creationId xmlns:a16="http://schemas.microsoft.com/office/drawing/2014/main" id="{954F94C7-ABBD-444E-B669-DF3DB0BA23F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99210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8" name="tokens.3.key.3.0">
              <a:extLst xmlns:a="http://schemas.openxmlformats.org/drawingml/2006/main">
                <a:ext uri="{FF2B5EF4-FFF2-40B4-BE49-F238E27FC236}">
                  <a16:creationId xmlns:a16="http://schemas.microsoft.com/office/drawing/2014/main" id="{FF5A53B0-408B-497C-AAA0-2597A4BD9CC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2050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9" name="tokens.3.key.3.1">
              <a:extLst xmlns:a="http://schemas.openxmlformats.org/drawingml/2006/main">
                <a:ext uri="{FF2B5EF4-FFF2-40B4-BE49-F238E27FC236}">
                  <a16:creationId xmlns:a16="http://schemas.microsoft.com/office/drawing/2014/main" id="{9F3FB38E-4E9B-4D2C-A415-561B91695F0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6340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0" name="tokens.3.key.3.2">
              <a:extLst xmlns:a="http://schemas.openxmlformats.org/drawingml/2006/main">
                <a:ext uri="{FF2B5EF4-FFF2-40B4-BE49-F238E27FC236}">
                  <a16:creationId xmlns:a16="http://schemas.microsoft.com/office/drawing/2014/main" id="{09A25828-10CF-45C5-8D6F-2BB17C6345F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30630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1" name="tokens.3.key.3.3">
              <a:extLst xmlns:a="http://schemas.openxmlformats.org/drawingml/2006/main">
                <a:ext uri="{FF2B5EF4-FFF2-40B4-BE49-F238E27FC236}">
                  <a16:creationId xmlns:a16="http://schemas.microsoft.com/office/drawing/2014/main" id="{E78C9870-09EA-4CB4-8714-639C688A9EE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64920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2" name="tokens.3.key.3.4">
              <a:extLst xmlns:a="http://schemas.openxmlformats.org/drawingml/2006/main">
                <a:ext uri="{FF2B5EF4-FFF2-40B4-BE49-F238E27FC236}">
                  <a16:creationId xmlns:a16="http://schemas.microsoft.com/office/drawing/2014/main" id="{E2BE5B23-3B06-4097-B7F4-E18B0745A8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99210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3" name="tokens.3.key.4.0">
              <a:extLst xmlns:a="http://schemas.openxmlformats.org/drawingml/2006/main">
                <a:ext uri="{FF2B5EF4-FFF2-40B4-BE49-F238E27FC236}">
                  <a16:creationId xmlns:a16="http://schemas.microsoft.com/office/drawing/2014/main" id="{CA9EEA74-FC19-489A-ABED-2229F4DC416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2050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4" name="tokens.3.key.4.1">
              <a:extLst xmlns:a="http://schemas.openxmlformats.org/drawingml/2006/main">
                <a:ext uri="{FF2B5EF4-FFF2-40B4-BE49-F238E27FC236}">
                  <a16:creationId xmlns:a16="http://schemas.microsoft.com/office/drawing/2014/main" id="{83ECF845-8EBE-4F25-86D1-FBD8823898C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6340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5" name="tokens.3.key.4.2">
              <a:extLst xmlns:a="http://schemas.openxmlformats.org/drawingml/2006/main">
                <a:ext uri="{FF2B5EF4-FFF2-40B4-BE49-F238E27FC236}">
                  <a16:creationId xmlns:a16="http://schemas.microsoft.com/office/drawing/2014/main" id="{A1307677-D161-4D43-BD39-6C75064807B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30630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6" name="tokens.3.key.4.3">
              <a:extLst xmlns:a="http://schemas.openxmlformats.org/drawingml/2006/main">
                <a:ext uri="{FF2B5EF4-FFF2-40B4-BE49-F238E27FC236}">
                  <a16:creationId xmlns:a16="http://schemas.microsoft.com/office/drawing/2014/main" id="{DE1C5191-44BA-43C7-AD2B-BCE03568C64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64920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7" name="tokens.3.key.4.4">
              <a:extLst xmlns:a="http://schemas.openxmlformats.org/drawingml/2006/main">
                <a:ext uri="{FF2B5EF4-FFF2-40B4-BE49-F238E27FC236}">
                  <a16:creationId xmlns:a16="http://schemas.microsoft.com/office/drawing/2014/main" id="{52A24737-F5AB-451F-9FD4-D15E2C5E3BF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99210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grpSp>
        <p:nvGrpSpPr>
          <p:cNvPr id="848" name="tokens.4.key"/>
          <p:cNvGrpSpPr/>
          <p:nvPr/>
        </p:nvGrpSpPr>
        <p:grpSpPr>
          <ns1:xfrm xmlns:ns1="http://schemas.openxmlformats.org/drawingml/2006/main">
            <ns1:off x="1457325" y="942975"/>
            <ns1:ext cx="168116" cy="168116"/>
            <ns1:chOff x="1457325" y="942975"/>
            <ns1:chExt cx="168116" cy="168116"/>
          </ns1:xfrm>
        </p:grpSpPr>
        <p:sp>
          <p:nvSpPr>
            <p:cNvPr id="109" name="tokens.4.key.0.0">
              <a:extLst xmlns:a="http://schemas.openxmlformats.org/drawingml/2006/main">
                <a:ext uri="{FF2B5EF4-FFF2-40B4-BE49-F238E27FC236}">
                  <a16:creationId xmlns:a16="http://schemas.microsoft.com/office/drawing/2014/main" id="{539A1A41-D58A-4FFD-ADAA-0E0BE4629F6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57325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0" name="tokens.4.key.0.1">
              <a:extLst xmlns:a="http://schemas.openxmlformats.org/drawingml/2006/main">
                <a:ext uri="{FF2B5EF4-FFF2-40B4-BE49-F238E27FC236}">
                  <a16:creationId xmlns:a16="http://schemas.microsoft.com/office/drawing/2014/main" id="{06209495-CC62-4840-924D-1504E86C894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91615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1" name="tokens.4.key.0.2">
              <a:extLst xmlns:a="http://schemas.openxmlformats.org/drawingml/2006/main">
                <a:ext uri="{FF2B5EF4-FFF2-40B4-BE49-F238E27FC236}">
                  <a16:creationId xmlns:a16="http://schemas.microsoft.com/office/drawing/2014/main" id="{CA0A9F50-3B0C-4894-90EB-DE9024353A3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25905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2" name="tokens.4.key.0.3">
              <a:extLst xmlns:a="http://schemas.openxmlformats.org/drawingml/2006/main">
                <a:ext uri="{FF2B5EF4-FFF2-40B4-BE49-F238E27FC236}">
                  <a16:creationId xmlns:a16="http://schemas.microsoft.com/office/drawing/2014/main" id="{501A86E2-C043-4E20-834A-F5E19FB5379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60195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3" name="tokens.4.key.0.4">
              <a:extLst xmlns:a="http://schemas.openxmlformats.org/drawingml/2006/main">
                <a:ext uri="{FF2B5EF4-FFF2-40B4-BE49-F238E27FC236}">
                  <a16:creationId xmlns:a16="http://schemas.microsoft.com/office/drawing/2014/main" id="{686972CF-4A27-4413-A029-3EEB095933B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94485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4BFC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4" name="tokens.4.key.1.0">
              <a:extLst xmlns:a="http://schemas.openxmlformats.org/drawingml/2006/main">
                <a:ext uri="{FF2B5EF4-FFF2-40B4-BE49-F238E27FC236}">
                  <a16:creationId xmlns:a16="http://schemas.microsoft.com/office/drawing/2014/main" id="{2F77C1E4-43B6-4EEB-8973-2FA6B4F3AC0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57325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5" name="tokens.4.key.1.1">
              <a:extLst xmlns:a="http://schemas.openxmlformats.org/drawingml/2006/main">
                <a:ext uri="{FF2B5EF4-FFF2-40B4-BE49-F238E27FC236}">
                  <a16:creationId xmlns:a16="http://schemas.microsoft.com/office/drawing/2014/main" id="{FE40752A-2026-4981-81F6-0D42A915F09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91615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6" name="tokens.4.key.1.2">
              <a:extLst xmlns:a="http://schemas.openxmlformats.org/drawingml/2006/main">
                <a:ext uri="{FF2B5EF4-FFF2-40B4-BE49-F238E27FC236}">
                  <a16:creationId xmlns:a16="http://schemas.microsoft.com/office/drawing/2014/main" id="{6F4BAF0F-4AFB-4698-B48F-B1A021F8FE2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25905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7" name="tokens.4.key.1.3">
              <a:extLst xmlns:a="http://schemas.openxmlformats.org/drawingml/2006/main">
                <a:ext uri="{FF2B5EF4-FFF2-40B4-BE49-F238E27FC236}">
                  <a16:creationId xmlns:a16="http://schemas.microsoft.com/office/drawing/2014/main" id="{CCF20B75-D49A-4A7F-A7E5-76313D348E0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60195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4BFC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8" name="tokens.4.key.1.4">
              <a:extLst xmlns:a="http://schemas.openxmlformats.org/drawingml/2006/main">
                <a:ext uri="{FF2B5EF4-FFF2-40B4-BE49-F238E27FC236}">
                  <a16:creationId xmlns:a16="http://schemas.microsoft.com/office/drawing/2014/main" id="{9293E585-0002-46B2-9383-2BBD56DEB62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94485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9" name="tokens.4.key.2.0">
              <a:extLst xmlns:a="http://schemas.openxmlformats.org/drawingml/2006/main">
                <a:ext uri="{FF2B5EF4-FFF2-40B4-BE49-F238E27FC236}">
                  <a16:creationId xmlns:a16="http://schemas.microsoft.com/office/drawing/2014/main" id="{A637BF6C-A4B8-4D90-B8F2-22CADFEBA67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57325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0" name="tokens.4.key.2.1">
              <a:extLst xmlns:a="http://schemas.openxmlformats.org/drawingml/2006/main">
                <a:ext uri="{FF2B5EF4-FFF2-40B4-BE49-F238E27FC236}">
                  <a16:creationId xmlns:a16="http://schemas.microsoft.com/office/drawing/2014/main" id="{BD9EFC06-248C-4111-99F1-48F172CBF39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91615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1" name="tokens.4.key.2.2">
              <a:extLst xmlns:a="http://schemas.openxmlformats.org/drawingml/2006/main">
                <a:ext uri="{FF2B5EF4-FFF2-40B4-BE49-F238E27FC236}">
                  <a16:creationId xmlns:a16="http://schemas.microsoft.com/office/drawing/2014/main" id="{1E66F7ED-07F7-434B-A984-04EB8F7A501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25905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4BFC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2" name="tokens.4.key.2.3">
              <a:extLst xmlns:a="http://schemas.openxmlformats.org/drawingml/2006/main">
                <a:ext uri="{FF2B5EF4-FFF2-40B4-BE49-F238E27FC236}">
                  <a16:creationId xmlns:a16="http://schemas.microsoft.com/office/drawing/2014/main" id="{2AD02860-1BA1-45A7-8ACB-2A4BC149E8D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60195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3" name="tokens.4.key.2.4">
              <a:extLst xmlns:a="http://schemas.openxmlformats.org/drawingml/2006/main">
                <a:ext uri="{FF2B5EF4-FFF2-40B4-BE49-F238E27FC236}">
                  <a16:creationId xmlns:a16="http://schemas.microsoft.com/office/drawing/2014/main" id="{0C867C19-362B-47E3-9EDC-9AC9ED80656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94485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4" name="tokens.4.key.3.0">
              <a:extLst xmlns:a="http://schemas.openxmlformats.org/drawingml/2006/main">
                <a:ext uri="{FF2B5EF4-FFF2-40B4-BE49-F238E27FC236}">
                  <a16:creationId xmlns:a16="http://schemas.microsoft.com/office/drawing/2014/main" id="{DEDB814F-B975-4FF3-82CF-B3053260E89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57325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5" name="tokens.4.key.3.1">
              <a:extLst xmlns:a="http://schemas.openxmlformats.org/drawingml/2006/main">
                <a:ext uri="{FF2B5EF4-FFF2-40B4-BE49-F238E27FC236}">
                  <a16:creationId xmlns:a16="http://schemas.microsoft.com/office/drawing/2014/main" id="{4109F9BA-25B2-405E-B52A-2E98285D41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91615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4BFC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6" name="tokens.4.key.3.2">
              <a:extLst xmlns:a="http://schemas.openxmlformats.org/drawingml/2006/main">
                <a:ext uri="{FF2B5EF4-FFF2-40B4-BE49-F238E27FC236}">
                  <a16:creationId xmlns:a16="http://schemas.microsoft.com/office/drawing/2014/main" id="{DEE45353-BF21-4428-83E5-BD79418F9E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25905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7" name="tokens.4.key.3.3">
              <a:extLst xmlns:a="http://schemas.openxmlformats.org/drawingml/2006/main">
                <a:ext uri="{FF2B5EF4-FFF2-40B4-BE49-F238E27FC236}">
                  <a16:creationId xmlns:a16="http://schemas.microsoft.com/office/drawing/2014/main" id="{CB9205DC-D856-4E4D-A103-8A953464A4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60195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8" name="tokens.4.key.3.4">
              <a:extLst xmlns:a="http://schemas.openxmlformats.org/drawingml/2006/main">
                <a:ext uri="{FF2B5EF4-FFF2-40B4-BE49-F238E27FC236}">
                  <a16:creationId xmlns:a16="http://schemas.microsoft.com/office/drawing/2014/main" id="{55F15729-C2F3-47CE-9866-6D297041992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94485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9" name="tokens.4.key.4.0">
              <a:extLst xmlns:a="http://schemas.openxmlformats.org/drawingml/2006/main">
                <a:ext uri="{FF2B5EF4-FFF2-40B4-BE49-F238E27FC236}">
                  <a16:creationId xmlns:a16="http://schemas.microsoft.com/office/drawing/2014/main" id="{A9994BE3-C357-45FC-B0E6-57DE52223E0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57325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4BFC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30" name="tokens.4.key.4.1">
              <a:extLst xmlns:a="http://schemas.openxmlformats.org/drawingml/2006/main">
                <a:ext uri="{FF2B5EF4-FFF2-40B4-BE49-F238E27FC236}">
                  <a16:creationId xmlns:a16="http://schemas.microsoft.com/office/drawing/2014/main" id="{FB22F11C-5007-42CC-BAF5-688C91C595E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91615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31" name="tokens.4.key.4.2">
              <a:extLst xmlns:a="http://schemas.openxmlformats.org/drawingml/2006/main">
                <a:ext uri="{FF2B5EF4-FFF2-40B4-BE49-F238E27FC236}">
                  <a16:creationId xmlns:a16="http://schemas.microsoft.com/office/drawing/2014/main" id="{91047552-B9CF-4ACA-B66D-662B4A9FD1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25905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32" name="tokens.4.key.4.3">
              <a:extLst xmlns:a="http://schemas.openxmlformats.org/drawingml/2006/main">
                <a:ext uri="{FF2B5EF4-FFF2-40B4-BE49-F238E27FC236}">
                  <a16:creationId xmlns:a16="http://schemas.microsoft.com/office/drawing/2014/main" id="{A2CDD87F-11FB-467B-BB6A-50155C16488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60195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33" name="tokens.4.key.4.4">
              <a:extLst xmlns:a="http://schemas.openxmlformats.org/drawingml/2006/main">
                <a:ext uri="{FF2B5EF4-FFF2-40B4-BE49-F238E27FC236}">
                  <a16:creationId xmlns:a16="http://schemas.microsoft.com/office/drawing/2014/main" id="{96D011B7-E7CA-4E6F-8D61-C693BF0003E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94485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grpSp>
        <p:nvGrpSpPr>
          <p:cNvPr id="849" name="tokens.5.key"/>
          <p:cNvGrpSpPr/>
          <p:nvPr/>
        </p:nvGrpSpPr>
        <p:grpSpPr>
          <ns1:xfrm xmlns:ns1="http://schemas.openxmlformats.org/drawingml/2006/main">
            <ns1:off x="1752600" y="942975"/>
            <ns1:ext cx="168116" cy="168116"/>
            <ns1:chOff x="1752600" y="942975"/>
            <ns1:chExt cx="168116" cy="168116"/>
          </ns1:xfrm>
        </p:grpSpPr>
        <p:sp>
          <p:nvSpPr>
            <p:cNvPr id="135" name="tokens.5.key.0.0">
              <a:extLst xmlns:a="http://schemas.openxmlformats.org/drawingml/2006/main">
                <a:ext uri="{FF2B5EF4-FFF2-40B4-BE49-F238E27FC236}">
                  <a16:creationId xmlns:a16="http://schemas.microsoft.com/office/drawing/2014/main" id="{3203AE71-5E4B-4B17-858E-B3B42B06F5B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52600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36" name="tokens.5.key.0.1">
              <a:extLst xmlns:a="http://schemas.openxmlformats.org/drawingml/2006/main">
                <a:ext uri="{FF2B5EF4-FFF2-40B4-BE49-F238E27FC236}">
                  <a16:creationId xmlns:a16="http://schemas.microsoft.com/office/drawing/2014/main" id="{C3B3A05E-AF47-43F2-B508-F5EA32420A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86890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37" name="tokens.5.key.0.2">
              <a:extLst xmlns:a="http://schemas.openxmlformats.org/drawingml/2006/main">
                <a:ext uri="{FF2B5EF4-FFF2-40B4-BE49-F238E27FC236}">
                  <a16:creationId xmlns:a16="http://schemas.microsoft.com/office/drawing/2014/main" id="{EA06EF85-E883-41DE-A266-4A1C0168DDD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21180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38" name="tokens.5.key.0.3">
              <a:extLst xmlns:a="http://schemas.openxmlformats.org/drawingml/2006/main">
                <a:ext uri="{FF2B5EF4-FFF2-40B4-BE49-F238E27FC236}">
                  <a16:creationId xmlns:a16="http://schemas.microsoft.com/office/drawing/2014/main" id="{28B97526-E8AC-42D1-B359-396D055DE00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55470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39" name="tokens.5.key.0.4">
              <a:extLst xmlns:a="http://schemas.openxmlformats.org/drawingml/2006/main">
                <a:ext uri="{FF2B5EF4-FFF2-40B4-BE49-F238E27FC236}">
                  <a16:creationId xmlns:a16="http://schemas.microsoft.com/office/drawing/2014/main" id="{3E26348B-7A00-4D26-A9D8-29AC0F4123C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89760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40" name="tokens.5.key.1.0">
              <a:extLst xmlns:a="http://schemas.openxmlformats.org/drawingml/2006/main">
                <a:ext uri="{FF2B5EF4-FFF2-40B4-BE49-F238E27FC236}">
                  <a16:creationId xmlns:a16="http://schemas.microsoft.com/office/drawing/2014/main" id="{653FC203-F5BF-4B40-A7BE-8EC891D6059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52600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41" name="tokens.5.key.1.1">
              <a:extLst xmlns:a="http://schemas.openxmlformats.org/drawingml/2006/main">
                <a:ext uri="{FF2B5EF4-FFF2-40B4-BE49-F238E27FC236}">
                  <a16:creationId xmlns:a16="http://schemas.microsoft.com/office/drawing/2014/main" id="{98F2B1A8-2B7D-4310-B676-BF12E95A739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86890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42" name="tokens.5.key.1.2">
              <a:extLst xmlns:a="http://schemas.openxmlformats.org/drawingml/2006/main">
                <a:ext uri="{FF2B5EF4-FFF2-40B4-BE49-F238E27FC236}">
                  <a16:creationId xmlns:a16="http://schemas.microsoft.com/office/drawing/2014/main" id="{D8065608-EEF3-4B9B-B00D-879819F812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21180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43" name="tokens.5.key.1.3">
              <a:extLst xmlns:a="http://schemas.openxmlformats.org/drawingml/2006/main">
                <a:ext uri="{FF2B5EF4-FFF2-40B4-BE49-F238E27FC236}">
                  <a16:creationId xmlns:a16="http://schemas.microsoft.com/office/drawing/2014/main" id="{90BEC4A5-4C32-4924-A73D-0FD5B5DEE4F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55470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44" name="tokens.5.key.1.4">
              <a:extLst xmlns:a="http://schemas.openxmlformats.org/drawingml/2006/main">
                <a:ext uri="{FF2B5EF4-FFF2-40B4-BE49-F238E27FC236}">
                  <a16:creationId xmlns:a16="http://schemas.microsoft.com/office/drawing/2014/main" id="{212EEDB9-0A4A-4F59-B7A6-4D7289DFCD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89760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45" name="tokens.5.key.2.0">
              <a:extLst xmlns:a="http://schemas.openxmlformats.org/drawingml/2006/main">
                <a:ext uri="{FF2B5EF4-FFF2-40B4-BE49-F238E27FC236}">
                  <a16:creationId xmlns:a16="http://schemas.microsoft.com/office/drawing/2014/main" id="{DF79E6C2-535E-43A7-BC75-6DFAC0D6F1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52600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46" name="tokens.5.key.2.1">
              <a:extLst xmlns:a="http://schemas.openxmlformats.org/drawingml/2006/main">
                <a:ext uri="{FF2B5EF4-FFF2-40B4-BE49-F238E27FC236}">
                  <a16:creationId xmlns:a16="http://schemas.microsoft.com/office/drawing/2014/main" id="{2D8C17CA-8764-4D1E-9789-4522EB5F3F5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86890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47" name="tokens.5.key.2.2">
              <a:extLst xmlns:a="http://schemas.openxmlformats.org/drawingml/2006/main">
                <a:ext uri="{FF2B5EF4-FFF2-40B4-BE49-F238E27FC236}">
                  <a16:creationId xmlns:a16="http://schemas.microsoft.com/office/drawing/2014/main" id="{AB964DE7-722E-4A03-8927-A52D5EBFA29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21180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48" name="tokens.5.key.2.3">
              <a:extLst xmlns:a="http://schemas.openxmlformats.org/drawingml/2006/main">
                <a:ext uri="{FF2B5EF4-FFF2-40B4-BE49-F238E27FC236}">
                  <a16:creationId xmlns:a16="http://schemas.microsoft.com/office/drawing/2014/main" id="{E363CDF1-1024-46EA-82D0-F542ED6C99B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55470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49" name="tokens.5.key.2.4">
              <a:extLst xmlns:a="http://schemas.openxmlformats.org/drawingml/2006/main">
                <a:ext uri="{FF2B5EF4-FFF2-40B4-BE49-F238E27FC236}">
                  <a16:creationId xmlns:a16="http://schemas.microsoft.com/office/drawing/2014/main" id="{4AE1BA2F-1E27-4C4B-B8D7-F66D98B5AEB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89760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0" name="tokens.5.key.3.0">
              <a:extLst xmlns:a="http://schemas.openxmlformats.org/drawingml/2006/main">
                <a:ext uri="{FF2B5EF4-FFF2-40B4-BE49-F238E27FC236}">
                  <a16:creationId xmlns:a16="http://schemas.microsoft.com/office/drawing/2014/main" id="{3215E7F3-150D-4F9A-BE95-EF4B51CE7A3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52600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1" name="tokens.5.key.3.1">
              <a:extLst xmlns:a="http://schemas.openxmlformats.org/drawingml/2006/main">
                <a:ext uri="{FF2B5EF4-FFF2-40B4-BE49-F238E27FC236}">
                  <a16:creationId xmlns:a16="http://schemas.microsoft.com/office/drawing/2014/main" id="{C88CD668-6B0E-4158-AD8A-ED89B6DA59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86890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2" name="tokens.5.key.3.2">
              <a:extLst xmlns:a="http://schemas.openxmlformats.org/drawingml/2006/main">
                <a:ext uri="{FF2B5EF4-FFF2-40B4-BE49-F238E27FC236}">
                  <a16:creationId xmlns:a16="http://schemas.microsoft.com/office/drawing/2014/main" id="{3E80C84F-7B86-4FDF-8543-4F0EE6F581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21180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3" name="tokens.5.key.3.3">
              <a:extLst xmlns:a="http://schemas.openxmlformats.org/drawingml/2006/main">
                <a:ext uri="{FF2B5EF4-FFF2-40B4-BE49-F238E27FC236}">
                  <a16:creationId xmlns:a16="http://schemas.microsoft.com/office/drawing/2014/main" id="{A25F1E0F-6609-48D5-95DB-B9BB5A8C3A2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55470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4" name="tokens.5.key.3.4">
              <a:extLst xmlns:a="http://schemas.openxmlformats.org/drawingml/2006/main">
                <a:ext uri="{FF2B5EF4-FFF2-40B4-BE49-F238E27FC236}">
                  <a16:creationId xmlns:a16="http://schemas.microsoft.com/office/drawing/2014/main" id="{73102DBC-0FFE-4549-8EB6-0EFC4ABEFA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89760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5" name="tokens.5.key.4.0">
              <a:extLst xmlns:a="http://schemas.openxmlformats.org/drawingml/2006/main">
                <a:ext uri="{FF2B5EF4-FFF2-40B4-BE49-F238E27FC236}">
                  <a16:creationId xmlns:a16="http://schemas.microsoft.com/office/drawing/2014/main" id="{BC6B8E95-DA13-4820-9B1D-2F81F756EA4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52600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6" name="tokens.5.key.4.1">
              <a:extLst xmlns:a="http://schemas.openxmlformats.org/drawingml/2006/main">
                <a:ext uri="{FF2B5EF4-FFF2-40B4-BE49-F238E27FC236}">
                  <a16:creationId xmlns:a16="http://schemas.microsoft.com/office/drawing/2014/main" id="{25763FAE-40B5-48FC-9046-134E142A73D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86890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7" name="tokens.5.key.4.2">
              <a:extLst xmlns:a="http://schemas.openxmlformats.org/drawingml/2006/main">
                <a:ext uri="{FF2B5EF4-FFF2-40B4-BE49-F238E27FC236}">
                  <a16:creationId xmlns:a16="http://schemas.microsoft.com/office/drawing/2014/main" id="{BA13A78A-47A3-47FA-AAD1-918DBD66E01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21180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8" name="tokens.5.key.4.3">
              <a:extLst xmlns:a="http://schemas.openxmlformats.org/drawingml/2006/main">
                <a:ext uri="{FF2B5EF4-FFF2-40B4-BE49-F238E27FC236}">
                  <a16:creationId xmlns:a16="http://schemas.microsoft.com/office/drawing/2014/main" id="{140544ED-D38E-4D06-B355-2904F28049D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55470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9" name="tokens.5.key.4.4">
              <a:extLst xmlns:a="http://schemas.openxmlformats.org/drawingml/2006/main">
                <a:ext uri="{FF2B5EF4-FFF2-40B4-BE49-F238E27FC236}">
                  <a16:creationId xmlns:a16="http://schemas.microsoft.com/office/drawing/2014/main" id="{10B74C7D-51D7-44DC-8097-B1A4C7F4829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89760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160" name="select">
            <a:extLst xmlns:a="http://schemas.openxmlformats.org/drawingml/2006/main">
              <a:ext uri="{FF2B5EF4-FFF2-40B4-BE49-F238E27FC236}">
                <a16:creationId xmlns:a16="http://schemas.microsoft.com/office/drawing/2014/main" id="{16876A37-AAA9-4A65-BE54-3893E2D483A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95550" y="876300"/>
            <a:ext cx="10191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B"/>
          </a:solidFill>
          <a:ln xmlns:a="http://schemas.openxmlformats.org/drawingml/2006/main" w="9525">
            <a:solidFill>
              <a:srgbClr val="497665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cxnSp>
        <p:nvCxnSpPr>
          <p:cNvPr id="584" name="selection"/>
          <p:cNvCxnSpPr>
            <a:stCxn xmlns:a="http://schemas.openxmlformats.org/drawingml/2006/main" id="3" idx="3"/>
            <a:endCxn xmlns:a="http://schemas.openxmlformats.org/drawingml/2006/main" id="160" idx="1"/>
          </p:cNvCxnSpPr>
          <p:nvPr/>
        </p:nvCxnSpPr>
        <p:spPr>
          <a:xfrm xmlns:a="http://schemas.openxmlformats.org/drawingml/2006/main">
            <a:off x="2009775" y="1119188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sp>
        <p:nvSpPr>
          <p:cNvPr id="162" name="mask-note">
            <a:extLst xmlns:a="http://schemas.openxmlformats.org/drawingml/2006/main">
              <a:ext uri="{FF2B5EF4-FFF2-40B4-BE49-F238E27FC236}">
                <a16:creationId xmlns:a16="http://schemas.microsoft.com/office/drawing/2014/main" id="{F0A3C506-E517-468D-A996-135B62331FC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8125" y="143827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2 and 5 omitted</a:t>
            </a:r>
          </a:p>
        </p:txBody>
      </p:sp>
      <p:sp>
        <p:nvSpPr>
          <p:cNvPr id="163" name="kept-port">
            <a:extLst xmlns:a="http://schemas.openxmlformats.org/drawingml/2006/main">
              <a:ext uri="{FF2B5EF4-FFF2-40B4-BE49-F238E27FC236}">
                <a16:creationId xmlns:a16="http://schemas.microsoft.com/office/drawing/2014/main" id="{5EE22979-A5FC-4995-ABFE-E3CAB409952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981450" y="762000"/>
            <a:ext cx="2076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87F98"/>
            </a:solidFill>
            <a:prstDash val="solid"/>
          </a:ln>
        </p:spPr>
      </p:sp>
      <p:grpSp>
        <p:nvGrpSpPr>
          <p:cNvPr id="855" name="kept"/>
          <p:cNvGrpSpPr/>
          <p:nvPr/>
        </p:nvGrpSpPr>
        <p:grpSpPr>
          <ns1:xfrm xmlns:ns1="http://schemas.openxmlformats.org/drawingml/2006/main">
            <ns1:off x="4038600" y="866775"/>
            <ns1:ext cx="1924050" cy="504825"/>
            <ns1:chOff x="4038600" y="866775"/>
            <ns1:chExt cx="1924050" cy="504825"/>
          </ns1:xfrm>
        </p:grpSpPr>
        <p:sp>
          <p:nvSpPr>
            <p:cNvPr id="164" name="kept.0">
              <a:extLst xmlns:a="http://schemas.openxmlformats.org/drawingml/2006/main">
                <a:ext uri="{FF2B5EF4-FFF2-40B4-BE49-F238E27FC236}">
                  <a16:creationId xmlns:a16="http://schemas.microsoft.com/office/drawing/2014/main" id="{205C1018-AF9A-474B-A4C3-8F668FB72AD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38600" y="866775"/>
              <a:ext cx="409575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9525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90" name="kept.1">
              <a:extLst xmlns:a="http://schemas.openxmlformats.org/drawingml/2006/main">
                <a:ext uri="{FF2B5EF4-FFF2-40B4-BE49-F238E27FC236}">
                  <a16:creationId xmlns:a16="http://schemas.microsoft.com/office/drawing/2014/main" id="{833AA771-908B-4902-AB12-5C2A42BFE44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43425" y="866775"/>
              <a:ext cx="409575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9525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16" name="kept.2">
              <a:extLst xmlns:a="http://schemas.openxmlformats.org/drawingml/2006/main">
                <a:ext uri="{FF2B5EF4-FFF2-40B4-BE49-F238E27FC236}">
                  <a16:creationId xmlns:a16="http://schemas.microsoft.com/office/drawing/2014/main" id="{264F62F9-8B3C-44CE-B37B-3C9FA9A1A58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48250" y="866775"/>
              <a:ext cx="409575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9525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242" name="kept.3">
              <a:extLst xmlns:a="http://schemas.openxmlformats.org/drawingml/2006/main">
                <a:ext uri="{FF2B5EF4-FFF2-40B4-BE49-F238E27FC236}">
                  <a16:creationId xmlns:a16="http://schemas.microsoft.com/office/drawing/2014/main" id="{F0E07467-FCDC-41C7-BE49-659B5CA1405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53075" y="866775"/>
              <a:ext cx="409575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9525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</p:grpSp>
      <p:grpSp>
        <p:nvGrpSpPr>
          <p:cNvPr id="851" name="kept.0.key"/>
          <p:cNvGrpSpPr/>
          <p:nvPr/>
        </p:nvGrpSpPr>
        <p:grpSpPr>
          <ns1:xfrm xmlns:ns1="http://schemas.openxmlformats.org/drawingml/2006/main">
            <ns1:off x="4152900" y="942975"/>
            <ns1:ext cx="168116" cy="168116"/>
            <ns1:chOff x="4152900" y="942975"/>
            <ns1:chExt cx="168116" cy="168116"/>
          </ns1:xfrm>
        </p:grpSpPr>
        <p:sp>
          <p:nvSpPr>
            <p:cNvPr id="165" name="kept.0.key.0.0">
              <a:extLst xmlns:a="http://schemas.openxmlformats.org/drawingml/2006/main">
                <a:ext uri="{FF2B5EF4-FFF2-40B4-BE49-F238E27FC236}">
                  <a16:creationId xmlns:a16="http://schemas.microsoft.com/office/drawing/2014/main" id="{2994F40A-0EA2-4789-9D57-A4AF67CED7C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52900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66" name="kept.0.key.0.1">
              <a:extLst xmlns:a="http://schemas.openxmlformats.org/drawingml/2006/main">
                <a:ext uri="{FF2B5EF4-FFF2-40B4-BE49-F238E27FC236}">
                  <a16:creationId xmlns:a16="http://schemas.microsoft.com/office/drawing/2014/main" id="{F1DEB9A0-9073-4E44-BACC-3DDF27989EA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87190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67" name="kept.0.key.0.2">
              <a:extLst xmlns:a="http://schemas.openxmlformats.org/drawingml/2006/main">
                <a:ext uri="{FF2B5EF4-FFF2-40B4-BE49-F238E27FC236}">
                  <a16:creationId xmlns:a16="http://schemas.microsoft.com/office/drawing/2014/main" id="{ADF7B007-A669-4C0D-8121-D524F12BC31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21480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68" name="kept.0.key.0.3">
              <a:extLst xmlns:a="http://schemas.openxmlformats.org/drawingml/2006/main">
                <a:ext uri="{FF2B5EF4-FFF2-40B4-BE49-F238E27FC236}">
                  <a16:creationId xmlns:a16="http://schemas.microsoft.com/office/drawing/2014/main" id="{FB99EA95-53F3-4BFE-A172-4A8CE89F8B0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55770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69" name="kept.0.key.0.4">
              <a:extLst xmlns:a="http://schemas.openxmlformats.org/drawingml/2006/main">
                <a:ext uri="{FF2B5EF4-FFF2-40B4-BE49-F238E27FC236}">
                  <a16:creationId xmlns:a16="http://schemas.microsoft.com/office/drawing/2014/main" id="{A7C43B55-757D-4313-B5FD-966E0F238EC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90060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0" name="kept.0.key.1.0">
              <a:extLst xmlns:a="http://schemas.openxmlformats.org/drawingml/2006/main">
                <a:ext uri="{FF2B5EF4-FFF2-40B4-BE49-F238E27FC236}">
                  <a16:creationId xmlns:a16="http://schemas.microsoft.com/office/drawing/2014/main" id="{2FEA2E07-2E87-4195-AD9F-89A6E16241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52900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1" name="kept.0.key.1.1">
              <a:extLst xmlns:a="http://schemas.openxmlformats.org/drawingml/2006/main">
                <a:ext uri="{FF2B5EF4-FFF2-40B4-BE49-F238E27FC236}">
                  <a16:creationId xmlns:a16="http://schemas.microsoft.com/office/drawing/2014/main" id="{2283679F-C128-417D-8C04-49873FDBA50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87190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2" name="kept.0.key.1.2">
              <a:extLst xmlns:a="http://schemas.openxmlformats.org/drawingml/2006/main">
                <a:ext uri="{FF2B5EF4-FFF2-40B4-BE49-F238E27FC236}">
                  <a16:creationId xmlns:a16="http://schemas.microsoft.com/office/drawing/2014/main" id="{C41CF307-158D-4B5F-85F9-5F674B2AAC3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21480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3" name="kept.0.key.1.3">
              <a:extLst xmlns:a="http://schemas.openxmlformats.org/drawingml/2006/main">
                <a:ext uri="{FF2B5EF4-FFF2-40B4-BE49-F238E27FC236}">
                  <a16:creationId xmlns:a16="http://schemas.microsoft.com/office/drawing/2014/main" id="{35EB4FC9-F0C8-467E-A21D-A1697061BD3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55770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4" name="kept.0.key.1.4">
              <a:extLst xmlns:a="http://schemas.openxmlformats.org/drawingml/2006/main">
                <a:ext uri="{FF2B5EF4-FFF2-40B4-BE49-F238E27FC236}">
                  <a16:creationId xmlns:a16="http://schemas.microsoft.com/office/drawing/2014/main" id="{F9CDFCA1-B1AB-49A4-82C5-70381564C0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90060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5" name="kept.0.key.2.0">
              <a:extLst xmlns:a="http://schemas.openxmlformats.org/drawingml/2006/main">
                <a:ext uri="{FF2B5EF4-FFF2-40B4-BE49-F238E27FC236}">
                  <a16:creationId xmlns:a16="http://schemas.microsoft.com/office/drawing/2014/main" id="{94326734-DA3C-4895-BCD9-A898A23C96B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52900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6" name="kept.0.key.2.1">
              <a:extLst xmlns:a="http://schemas.openxmlformats.org/drawingml/2006/main">
                <a:ext uri="{FF2B5EF4-FFF2-40B4-BE49-F238E27FC236}">
                  <a16:creationId xmlns:a16="http://schemas.microsoft.com/office/drawing/2014/main" id="{15729BBE-A659-4F30-909D-A4273759213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87190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7" name="kept.0.key.2.2">
              <a:extLst xmlns:a="http://schemas.openxmlformats.org/drawingml/2006/main">
                <a:ext uri="{FF2B5EF4-FFF2-40B4-BE49-F238E27FC236}">
                  <a16:creationId xmlns:a16="http://schemas.microsoft.com/office/drawing/2014/main" id="{B710E573-A38B-47F1-BD8B-4D253B5AEE9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21480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8" name="kept.0.key.2.3">
              <a:extLst xmlns:a="http://schemas.openxmlformats.org/drawingml/2006/main">
                <a:ext uri="{FF2B5EF4-FFF2-40B4-BE49-F238E27FC236}">
                  <a16:creationId xmlns:a16="http://schemas.microsoft.com/office/drawing/2014/main" id="{884C592B-A081-4E1B-A3D1-C19998B2B64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55770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9" name="kept.0.key.2.4">
              <a:extLst xmlns:a="http://schemas.openxmlformats.org/drawingml/2006/main">
                <a:ext uri="{FF2B5EF4-FFF2-40B4-BE49-F238E27FC236}">
                  <a16:creationId xmlns:a16="http://schemas.microsoft.com/office/drawing/2014/main" id="{7ABB593C-F2B6-4220-9D25-333A9B43CF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90060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0" name="kept.0.key.3.0">
              <a:extLst xmlns:a="http://schemas.openxmlformats.org/drawingml/2006/main">
                <a:ext uri="{FF2B5EF4-FFF2-40B4-BE49-F238E27FC236}">
                  <a16:creationId xmlns:a16="http://schemas.microsoft.com/office/drawing/2014/main" id="{EE46DB19-0078-475F-86D6-E8B69DB31FA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52900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1" name="kept.0.key.3.1">
              <a:extLst xmlns:a="http://schemas.openxmlformats.org/drawingml/2006/main">
                <a:ext uri="{FF2B5EF4-FFF2-40B4-BE49-F238E27FC236}">
                  <a16:creationId xmlns:a16="http://schemas.microsoft.com/office/drawing/2014/main" id="{5E083B0D-7482-455B-9A2B-C91B99A142F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87190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2" name="kept.0.key.3.2">
              <a:extLst xmlns:a="http://schemas.openxmlformats.org/drawingml/2006/main">
                <a:ext uri="{FF2B5EF4-FFF2-40B4-BE49-F238E27FC236}">
                  <a16:creationId xmlns:a16="http://schemas.microsoft.com/office/drawing/2014/main" id="{0EA0E2B5-9505-4286-B449-7A263953B32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21480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3" name="kept.0.key.3.3">
              <a:extLst xmlns:a="http://schemas.openxmlformats.org/drawingml/2006/main">
                <a:ext uri="{FF2B5EF4-FFF2-40B4-BE49-F238E27FC236}">
                  <a16:creationId xmlns:a16="http://schemas.microsoft.com/office/drawing/2014/main" id="{EAB76963-366C-4989-AD9D-861BDB5A2B8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55770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4" name="kept.0.key.3.4">
              <a:extLst xmlns:a="http://schemas.openxmlformats.org/drawingml/2006/main">
                <a:ext uri="{FF2B5EF4-FFF2-40B4-BE49-F238E27FC236}">
                  <a16:creationId xmlns:a16="http://schemas.microsoft.com/office/drawing/2014/main" id="{A1C45B66-EA97-4257-A2D7-8DF0FDAFBD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90060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5" name="kept.0.key.4.0">
              <a:extLst xmlns:a="http://schemas.openxmlformats.org/drawingml/2006/main">
                <a:ext uri="{FF2B5EF4-FFF2-40B4-BE49-F238E27FC236}">
                  <a16:creationId xmlns:a16="http://schemas.microsoft.com/office/drawing/2014/main" id="{2AC166A1-C2FB-42F4-9715-C58ED950D10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52900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6" name="kept.0.key.4.1">
              <a:extLst xmlns:a="http://schemas.openxmlformats.org/drawingml/2006/main">
                <a:ext uri="{FF2B5EF4-FFF2-40B4-BE49-F238E27FC236}">
                  <a16:creationId xmlns:a16="http://schemas.microsoft.com/office/drawing/2014/main" id="{C7E60E7C-A010-4FB0-83D7-86B670559DF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87190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7" name="kept.0.key.4.2">
              <a:extLst xmlns:a="http://schemas.openxmlformats.org/drawingml/2006/main">
                <a:ext uri="{FF2B5EF4-FFF2-40B4-BE49-F238E27FC236}">
                  <a16:creationId xmlns:a16="http://schemas.microsoft.com/office/drawing/2014/main" id="{92C0D3A3-4AE2-480E-9814-2F9343D3756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21480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8" name="kept.0.key.4.3">
              <a:extLst xmlns:a="http://schemas.openxmlformats.org/drawingml/2006/main">
                <a:ext uri="{FF2B5EF4-FFF2-40B4-BE49-F238E27FC236}">
                  <a16:creationId xmlns:a16="http://schemas.microsoft.com/office/drawing/2014/main" id="{36352A17-D934-43AF-9B4E-F4FFC18E9DF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55770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9" name="kept.0.key.4.4">
              <a:extLst xmlns:a="http://schemas.openxmlformats.org/drawingml/2006/main">
                <a:ext uri="{FF2B5EF4-FFF2-40B4-BE49-F238E27FC236}">
                  <a16:creationId xmlns:a16="http://schemas.microsoft.com/office/drawing/2014/main" id="{471CD3D3-3127-4404-ABEA-A182F2F76BE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90060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grpSp>
        <p:nvGrpSpPr>
          <p:cNvPr id="852" name="kept.1.key"/>
          <p:cNvGrpSpPr/>
          <p:nvPr/>
        </p:nvGrpSpPr>
        <p:grpSpPr>
          <ns1:xfrm xmlns:ns1="http://schemas.openxmlformats.org/drawingml/2006/main">
            <ns1:off x="4657725" y="942975"/>
            <ns1:ext cx="168116" cy="168116"/>
            <ns1:chOff x="4657725" y="942975"/>
            <ns1:chExt cx="168116" cy="168116"/>
          </ns1:xfrm>
        </p:grpSpPr>
        <p:sp>
          <p:nvSpPr>
            <p:cNvPr id="191" name="kept.1.key.0.0">
              <a:extLst xmlns:a="http://schemas.openxmlformats.org/drawingml/2006/main">
                <a:ext uri="{FF2B5EF4-FFF2-40B4-BE49-F238E27FC236}">
                  <a16:creationId xmlns:a16="http://schemas.microsoft.com/office/drawing/2014/main" id="{C1662CFD-D2D7-4C73-A029-B6A1C43801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57725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2" name="kept.1.key.0.1">
              <a:extLst xmlns:a="http://schemas.openxmlformats.org/drawingml/2006/main">
                <a:ext uri="{FF2B5EF4-FFF2-40B4-BE49-F238E27FC236}">
                  <a16:creationId xmlns:a16="http://schemas.microsoft.com/office/drawing/2014/main" id="{A7A4AD78-2E2B-4D61-AC14-AD08AF532A0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92015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3" name="kept.1.key.0.2">
              <a:extLst xmlns:a="http://schemas.openxmlformats.org/drawingml/2006/main">
                <a:ext uri="{FF2B5EF4-FFF2-40B4-BE49-F238E27FC236}">
                  <a16:creationId xmlns:a16="http://schemas.microsoft.com/office/drawing/2014/main" id="{1346E3C2-2917-4DE8-BB0F-2C42494228A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26305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4" name="kept.1.key.0.3">
              <a:extLst xmlns:a="http://schemas.openxmlformats.org/drawingml/2006/main">
                <a:ext uri="{FF2B5EF4-FFF2-40B4-BE49-F238E27FC236}">
                  <a16:creationId xmlns:a16="http://schemas.microsoft.com/office/drawing/2014/main" id="{2CB3AC25-64D8-4F2A-A50D-ECB8263EDF2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0595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5" name="kept.1.key.0.4">
              <a:extLst xmlns:a="http://schemas.openxmlformats.org/drawingml/2006/main">
                <a:ext uri="{FF2B5EF4-FFF2-40B4-BE49-F238E27FC236}">
                  <a16:creationId xmlns:a16="http://schemas.microsoft.com/office/drawing/2014/main" id="{009BAAFE-28D7-44D9-97C5-1C6F3BBF2B5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94885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6" name="kept.1.key.1.0">
              <a:extLst xmlns:a="http://schemas.openxmlformats.org/drawingml/2006/main">
                <a:ext uri="{FF2B5EF4-FFF2-40B4-BE49-F238E27FC236}">
                  <a16:creationId xmlns:a16="http://schemas.microsoft.com/office/drawing/2014/main" id="{8BA293A1-A20D-460C-B301-0D36174FD9A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57725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7" name="kept.1.key.1.1">
              <a:extLst xmlns:a="http://schemas.openxmlformats.org/drawingml/2006/main">
                <a:ext uri="{FF2B5EF4-FFF2-40B4-BE49-F238E27FC236}">
                  <a16:creationId xmlns:a16="http://schemas.microsoft.com/office/drawing/2014/main" id="{4F53B922-25EE-4637-AA35-51C065C15D3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92015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8" name="kept.1.key.1.2">
              <a:extLst xmlns:a="http://schemas.openxmlformats.org/drawingml/2006/main">
                <a:ext uri="{FF2B5EF4-FFF2-40B4-BE49-F238E27FC236}">
                  <a16:creationId xmlns:a16="http://schemas.microsoft.com/office/drawing/2014/main" id="{1D71BD2B-6903-4A93-BF50-20BC3DD74B1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26305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9" name="kept.1.key.1.3">
              <a:extLst xmlns:a="http://schemas.openxmlformats.org/drawingml/2006/main">
                <a:ext uri="{FF2B5EF4-FFF2-40B4-BE49-F238E27FC236}">
                  <a16:creationId xmlns:a16="http://schemas.microsoft.com/office/drawing/2014/main" id="{9967A63C-55E2-43FB-A406-865849FBCC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0595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0" name="kept.1.key.1.4">
              <a:extLst xmlns:a="http://schemas.openxmlformats.org/drawingml/2006/main">
                <a:ext uri="{FF2B5EF4-FFF2-40B4-BE49-F238E27FC236}">
                  <a16:creationId xmlns:a16="http://schemas.microsoft.com/office/drawing/2014/main" id="{39D9C1E5-93E4-4416-ACA6-D1B070F0724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94885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1" name="kept.1.key.2.0">
              <a:extLst xmlns:a="http://schemas.openxmlformats.org/drawingml/2006/main">
                <a:ext uri="{FF2B5EF4-FFF2-40B4-BE49-F238E27FC236}">
                  <a16:creationId xmlns:a16="http://schemas.microsoft.com/office/drawing/2014/main" id="{A55D29E4-8D36-4AE4-88E8-57288537E2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57725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2" name="kept.1.key.2.1">
              <a:extLst xmlns:a="http://schemas.openxmlformats.org/drawingml/2006/main">
                <a:ext uri="{FF2B5EF4-FFF2-40B4-BE49-F238E27FC236}">
                  <a16:creationId xmlns:a16="http://schemas.microsoft.com/office/drawing/2014/main" id="{E5701821-8121-4FF2-9466-5083A26A639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92015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3" name="kept.1.key.2.2">
              <a:extLst xmlns:a="http://schemas.openxmlformats.org/drawingml/2006/main">
                <a:ext uri="{FF2B5EF4-FFF2-40B4-BE49-F238E27FC236}">
                  <a16:creationId xmlns:a16="http://schemas.microsoft.com/office/drawing/2014/main" id="{79490874-F741-41DA-9D3C-7F806F93300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26305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4" name="kept.1.key.2.3">
              <a:extLst xmlns:a="http://schemas.openxmlformats.org/drawingml/2006/main">
                <a:ext uri="{FF2B5EF4-FFF2-40B4-BE49-F238E27FC236}">
                  <a16:creationId xmlns:a16="http://schemas.microsoft.com/office/drawing/2014/main" id="{F2B072B1-9D2B-4C9C-B9C2-1635CB3A4EB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0595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5" name="kept.1.key.2.4">
              <a:extLst xmlns:a="http://schemas.openxmlformats.org/drawingml/2006/main">
                <a:ext uri="{FF2B5EF4-FFF2-40B4-BE49-F238E27FC236}">
                  <a16:creationId xmlns:a16="http://schemas.microsoft.com/office/drawing/2014/main" id="{81B13787-216C-4250-BF59-FB51E53FD8B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94885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6" name="kept.1.key.3.0">
              <a:extLst xmlns:a="http://schemas.openxmlformats.org/drawingml/2006/main">
                <a:ext uri="{FF2B5EF4-FFF2-40B4-BE49-F238E27FC236}">
                  <a16:creationId xmlns:a16="http://schemas.microsoft.com/office/drawing/2014/main" id="{31D646FE-3360-49C2-97C1-AD816DD1792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57725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7" name="kept.1.key.3.1">
              <a:extLst xmlns:a="http://schemas.openxmlformats.org/drawingml/2006/main">
                <a:ext uri="{FF2B5EF4-FFF2-40B4-BE49-F238E27FC236}">
                  <a16:creationId xmlns:a16="http://schemas.microsoft.com/office/drawing/2014/main" id="{3270A311-909E-4C39-A331-C45A897C734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92015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8" name="kept.1.key.3.2">
              <a:extLst xmlns:a="http://schemas.openxmlformats.org/drawingml/2006/main">
                <a:ext uri="{FF2B5EF4-FFF2-40B4-BE49-F238E27FC236}">
                  <a16:creationId xmlns:a16="http://schemas.microsoft.com/office/drawing/2014/main" id="{409183F7-19AA-4C96-9263-8E2328C9C5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26305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9" name="kept.1.key.3.3">
              <a:extLst xmlns:a="http://schemas.openxmlformats.org/drawingml/2006/main">
                <a:ext uri="{FF2B5EF4-FFF2-40B4-BE49-F238E27FC236}">
                  <a16:creationId xmlns:a16="http://schemas.microsoft.com/office/drawing/2014/main" id="{D2A32495-8BB6-4D3A-9198-43FE03FEC1F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0595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10" name="kept.1.key.3.4">
              <a:extLst xmlns:a="http://schemas.openxmlformats.org/drawingml/2006/main">
                <a:ext uri="{FF2B5EF4-FFF2-40B4-BE49-F238E27FC236}">
                  <a16:creationId xmlns:a16="http://schemas.microsoft.com/office/drawing/2014/main" id="{8D9CEB34-4B0D-48A2-84E0-E06B524F6AD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94885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11" name="kept.1.key.4.0">
              <a:extLst xmlns:a="http://schemas.openxmlformats.org/drawingml/2006/main">
                <a:ext uri="{FF2B5EF4-FFF2-40B4-BE49-F238E27FC236}">
                  <a16:creationId xmlns:a16="http://schemas.microsoft.com/office/drawing/2014/main" id="{4E1946DA-AE51-4462-B8A2-18F5A19A30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57725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12" name="kept.1.key.4.1">
              <a:extLst xmlns:a="http://schemas.openxmlformats.org/drawingml/2006/main">
                <a:ext uri="{FF2B5EF4-FFF2-40B4-BE49-F238E27FC236}">
                  <a16:creationId xmlns:a16="http://schemas.microsoft.com/office/drawing/2014/main" id="{E37E5893-34D4-4FEE-9CC7-D3A9D7FACA4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92015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13" name="kept.1.key.4.2">
              <a:extLst xmlns:a="http://schemas.openxmlformats.org/drawingml/2006/main">
                <a:ext uri="{FF2B5EF4-FFF2-40B4-BE49-F238E27FC236}">
                  <a16:creationId xmlns:a16="http://schemas.microsoft.com/office/drawing/2014/main" id="{B32FF522-0EE8-4777-BCA6-9577AE45493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26305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14" name="kept.1.key.4.3">
              <a:extLst xmlns:a="http://schemas.openxmlformats.org/drawingml/2006/main">
                <a:ext uri="{FF2B5EF4-FFF2-40B4-BE49-F238E27FC236}">
                  <a16:creationId xmlns:a16="http://schemas.microsoft.com/office/drawing/2014/main" id="{E08D4EDE-8496-42BF-AED8-B9A86EF3289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0595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15" name="kept.1.key.4.4">
              <a:extLst xmlns:a="http://schemas.openxmlformats.org/drawingml/2006/main">
                <a:ext uri="{FF2B5EF4-FFF2-40B4-BE49-F238E27FC236}">
                  <a16:creationId xmlns:a16="http://schemas.microsoft.com/office/drawing/2014/main" id="{2728FDD8-8FE6-480E-B375-B3809B8B4B4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94885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grpSp>
        <p:nvGrpSpPr>
          <p:cNvPr id="853" name="kept.2.key"/>
          <p:cNvGrpSpPr/>
          <p:nvPr/>
        </p:nvGrpSpPr>
        <p:grpSpPr>
          <ns1:xfrm xmlns:ns1="http://schemas.openxmlformats.org/drawingml/2006/main">
            <ns1:off x="5162550" y="942975"/>
            <ns1:ext cx="168116" cy="168116"/>
            <ns1:chOff x="5162550" y="942975"/>
            <ns1:chExt cx="168116" cy="168116"/>
          </ns1:xfrm>
        </p:grpSpPr>
        <p:sp>
          <p:nvSpPr>
            <p:cNvPr id="217" name="kept.2.key.0.0">
              <a:extLst xmlns:a="http://schemas.openxmlformats.org/drawingml/2006/main">
                <a:ext uri="{FF2B5EF4-FFF2-40B4-BE49-F238E27FC236}">
                  <a16:creationId xmlns:a16="http://schemas.microsoft.com/office/drawing/2014/main" id="{30BC724B-C785-4598-8A35-79AF32ABB70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62550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18" name="kept.2.key.0.1">
              <a:extLst xmlns:a="http://schemas.openxmlformats.org/drawingml/2006/main">
                <a:ext uri="{FF2B5EF4-FFF2-40B4-BE49-F238E27FC236}">
                  <a16:creationId xmlns:a16="http://schemas.microsoft.com/office/drawing/2014/main" id="{D993D450-2C1B-41A5-A2B7-D6D02C31861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96840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19" name="kept.2.key.0.2">
              <a:extLst xmlns:a="http://schemas.openxmlformats.org/drawingml/2006/main">
                <a:ext uri="{FF2B5EF4-FFF2-40B4-BE49-F238E27FC236}">
                  <a16:creationId xmlns:a16="http://schemas.microsoft.com/office/drawing/2014/main" id="{2454C09A-9BED-4937-8F20-509E91D2B5E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31130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0" name="kept.2.key.0.3">
              <a:extLst xmlns:a="http://schemas.openxmlformats.org/drawingml/2006/main">
                <a:ext uri="{FF2B5EF4-FFF2-40B4-BE49-F238E27FC236}">
                  <a16:creationId xmlns:a16="http://schemas.microsoft.com/office/drawing/2014/main" id="{1F188EA0-8AA1-4936-B5A1-E52F2A65128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65420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1" name="kept.2.key.0.4">
              <a:extLst xmlns:a="http://schemas.openxmlformats.org/drawingml/2006/main">
                <a:ext uri="{FF2B5EF4-FFF2-40B4-BE49-F238E27FC236}">
                  <a16:creationId xmlns:a16="http://schemas.microsoft.com/office/drawing/2014/main" id="{1F0F20BA-B0C3-4A23-BE9B-B30BE4E2C4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99710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2" name="kept.2.key.1.0">
              <a:extLst xmlns:a="http://schemas.openxmlformats.org/drawingml/2006/main">
                <a:ext uri="{FF2B5EF4-FFF2-40B4-BE49-F238E27FC236}">
                  <a16:creationId xmlns:a16="http://schemas.microsoft.com/office/drawing/2014/main" id="{FE74D609-D9AC-4E69-B840-2C4BBF0A84A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62550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3" name="kept.2.key.1.1">
              <a:extLst xmlns:a="http://schemas.openxmlformats.org/drawingml/2006/main">
                <a:ext uri="{FF2B5EF4-FFF2-40B4-BE49-F238E27FC236}">
                  <a16:creationId xmlns:a16="http://schemas.microsoft.com/office/drawing/2014/main" id="{DA28E23F-EA29-4B89-A704-6D3203F9F7F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96840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4" name="kept.2.key.1.2">
              <a:extLst xmlns:a="http://schemas.openxmlformats.org/drawingml/2006/main">
                <a:ext uri="{FF2B5EF4-FFF2-40B4-BE49-F238E27FC236}">
                  <a16:creationId xmlns:a16="http://schemas.microsoft.com/office/drawing/2014/main" id="{3746CA49-C4E0-403E-969A-6FBC06ED1A3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31130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5" name="kept.2.key.1.3">
              <a:extLst xmlns:a="http://schemas.openxmlformats.org/drawingml/2006/main">
                <a:ext uri="{FF2B5EF4-FFF2-40B4-BE49-F238E27FC236}">
                  <a16:creationId xmlns:a16="http://schemas.microsoft.com/office/drawing/2014/main" id="{97F381DD-D592-4B49-B3C5-71D4E324048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65420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6" name="kept.2.key.1.4">
              <a:extLst xmlns:a="http://schemas.openxmlformats.org/drawingml/2006/main">
                <a:ext uri="{FF2B5EF4-FFF2-40B4-BE49-F238E27FC236}">
                  <a16:creationId xmlns:a16="http://schemas.microsoft.com/office/drawing/2014/main" id="{29BF4082-7AEC-498C-BD39-FE5541F3B76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99710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7" name="kept.2.key.2.0">
              <a:extLst xmlns:a="http://schemas.openxmlformats.org/drawingml/2006/main">
                <a:ext uri="{FF2B5EF4-FFF2-40B4-BE49-F238E27FC236}">
                  <a16:creationId xmlns:a16="http://schemas.microsoft.com/office/drawing/2014/main" id="{84531E5B-1D5C-4D95-B99F-5F5FCE07EC1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62550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8" name="kept.2.key.2.1">
              <a:extLst xmlns:a="http://schemas.openxmlformats.org/drawingml/2006/main">
                <a:ext uri="{FF2B5EF4-FFF2-40B4-BE49-F238E27FC236}">
                  <a16:creationId xmlns:a16="http://schemas.microsoft.com/office/drawing/2014/main" id="{89668618-B172-4468-9EAE-DC92A24267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96840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9" name="kept.2.key.2.2">
              <a:extLst xmlns:a="http://schemas.openxmlformats.org/drawingml/2006/main">
                <a:ext uri="{FF2B5EF4-FFF2-40B4-BE49-F238E27FC236}">
                  <a16:creationId xmlns:a16="http://schemas.microsoft.com/office/drawing/2014/main" id="{37E16E10-BE56-42DA-8B51-45B5EB60B4F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31130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0" name="kept.2.key.2.3">
              <a:extLst xmlns:a="http://schemas.openxmlformats.org/drawingml/2006/main">
                <a:ext uri="{FF2B5EF4-FFF2-40B4-BE49-F238E27FC236}">
                  <a16:creationId xmlns:a16="http://schemas.microsoft.com/office/drawing/2014/main" id="{5432C597-A564-4AE5-9337-5633C14A168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65420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1" name="kept.2.key.2.4">
              <a:extLst xmlns:a="http://schemas.openxmlformats.org/drawingml/2006/main">
                <a:ext uri="{FF2B5EF4-FFF2-40B4-BE49-F238E27FC236}">
                  <a16:creationId xmlns:a16="http://schemas.microsoft.com/office/drawing/2014/main" id="{94E9D2F1-9AC6-4686-BE82-43761C639B3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99710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2" name="kept.2.key.3.0">
              <a:extLst xmlns:a="http://schemas.openxmlformats.org/drawingml/2006/main">
                <a:ext uri="{FF2B5EF4-FFF2-40B4-BE49-F238E27FC236}">
                  <a16:creationId xmlns:a16="http://schemas.microsoft.com/office/drawing/2014/main" id="{468E7CDD-47C7-4A9F-97D6-CAD31A05328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62550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3" name="kept.2.key.3.1">
              <a:extLst xmlns:a="http://schemas.openxmlformats.org/drawingml/2006/main">
                <a:ext uri="{FF2B5EF4-FFF2-40B4-BE49-F238E27FC236}">
                  <a16:creationId xmlns:a16="http://schemas.microsoft.com/office/drawing/2014/main" id="{2862A25F-0D3D-4685-AAC4-0360B3C503F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96840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4" name="kept.2.key.3.2">
              <a:extLst xmlns:a="http://schemas.openxmlformats.org/drawingml/2006/main">
                <a:ext uri="{FF2B5EF4-FFF2-40B4-BE49-F238E27FC236}">
                  <a16:creationId xmlns:a16="http://schemas.microsoft.com/office/drawing/2014/main" id="{2392726A-9C01-4250-94EE-F5CC60A2019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31130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5" name="kept.2.key.3.3">
              <a:extLst xmlns:a="http://schemas.openxmlformats.org/drawingml/2006/main">
                <a:ext uri="{FF2B5EF4-FFF2-40B4-BE49-F238E27FC236}">
                  <a16:creationId xmlns:a16="http://schemas.microsoft.com/office/drawing/2014/main" id="{748B1E47-0F8E-4A93-870C-60DBAD629B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65420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6" name="kept.2.key.3.4">
              <a:extLst xmlns:a="http://schemas.openxmlformats.org/drawingml/2006/main">
                <a:ext uri="{FF2B5EF4-FFF2-40B4-BE49-F238E27FC236}">
                  <a16:creationId xmlns:a16="http://schemas.microsoft.com/office/drawing/2014/main" id="{0BB9A124-815D-4DA1-8011-DC6E321A284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99710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7" name="kept.2.key.4.0">
              <a:extLst xmlns:a="http://schemas.openxmlformats.org/drawingml/2006/main">
                <a:ext uri="{FF2B5EF4-FFF2-40B4-BE49-F238E27FC236}">
                  <a16:creationId xmlns:a16="http://schemas.microsoft.com/office/drawing/2014/main" id="{A1FAACC4-0728-4D9A-8810-B17B92DD327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62550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8" name="kept.2.key.4.1">
              <a:extLst xmlns:a="http://schemas.openxmlformats.org/drawingml/2006/main">
                <a:ext uri="{FF2B5EF4-FFF2-40B4-BE49-F238E27FC236}">
                  <a16:creationId xmlns:a16="http://schemas.microsoft.com/office/drawing/2014/main" id="{6A43C886-F4B1-422B-B571-803104421CB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96840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9" name="kept.2.key.4.2">
              <a:extLst xmlns:a="http://schemas.openxmlformats.org/drawingml/2006/main">
                <a:ext uri="{FF2B5EF4-FFF2-40B4-BE49-F238E27FC236}">
                  <a16:creationId xmlns:a16="http://schemas.microsoft.com/office/drawing/2014/main" id="{21357717-F52F-451E-B7C1-5D529F68048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31130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40" name="kept.2.key.4.3">
              <a:extLst xmlns:a="http://schemas.openxmlformats.org/drawingml/2006/main">
                <a:ext uri="{FF2B5EF4-FFF2-40B4-BE49-F238E27FC236}">
                  <a16:creationId xmlns:a16="http://schemas.microsoft.com/office/drawing/2014/main" id="{2F6C7D52-2BCB-41FB-B662-96B123D94C0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65420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41" name="kept.2.key.4.4">
              <a:extLst xmlns:a="http://schemas.openxmlformats.org/drawingml/2006/main">
                <a:ext uri="{FF2B5EF4-FFF2-40B4-BE49-F238E27FC236}">
                  <a16:creationId xmlns:a16="http://schemas.microsoft.com/office/drawing/2014/main" id="{71C73354-EFB5-4492-9683-E6A1CCB755E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99710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grpSp>
        <p:nvGrpSpPr>
          <p:cNvPr id="854" name="kept.3.key"/>
          <p:cNvGrpSpPr/>
          <p:nvPr/>
        </p:nvGrpSpPr>
        <p:grpSpPr>
          <ns1:xfrm xmlns:ns1="http://schemas.openxmlformats.org/drawingml/2006/main">
            <ns1:off x="5667375" y="942975"/>
            <ns1:ext cx="168116" cy="168116"/>
            <ns1:chOff x="5667375" y="942975"/>
            <ns1:chExt cx="168116" cy="168116"/>
          </ns1:xfrm>
        </p:grpSpPr>
        <p:sp>
          <p:nvSpPr>
            <p:cNvPr id="243" name="kept.3.key.0.0">
              <a:extLst xmlns:a="http://schemas.openxmlformats.org/drawingml/2006/main">
                <a:ext uri="{FF2B5EF4-FFF2-40B4-BE49-F238E27FC236}">
                  <a16:creationId xmlns:a16="http://schemas.microsoft.com/office/drawing/2014/main" id="{0DD8D29B-044D-48F9-A486-A9395E33DED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67375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44" name="kept.3.key.0.1">
              <a:extLst xmlns:a="http://schemas.openxmlformats.org/drawingml/2006/main">
                <a:ext uri="{FF2B5EF4-FFF2-40B4-BE49-F238E27FC236}">
                  <a16:creationId xmlns:a16="http://schemas.microsoft.com/office/drawing/2014/main" id="{7677DDD1-9AC6-431C-8051-94D6C5400B3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01665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45" name="kept.3.key.0.2">
              <a:extLst xmlns:a="http://schemas.openxmlformats.org/drawingml/2006/main">
                <a:ext uri="{FF2B5EF4-FFF2-40B4-BE49-F238E27FC236}">
                  <a16:creationId xmlns:a16="http://schemas.microsoft.com/office/drawing/2014/main" id="{B7AEF1C7-EFEC-4882-9374-49A76CC4039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35955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46" name="kept.3.key.0.3">
              <a:extLst xmlns:a="http://schemas.openxmlformats.org/drawingml/2006/main">
                <a:ext uri="{FF2B5EF4-FFF2-40B4-BE49-F238E27FC236}">
                  <a16:creationId xmlns:a16="http://schemas.microsoft.com/office/drawing/2014/main" id="{750085C4-AF68-4BFE-9548-7F3C117CE64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70245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47" name="kept.3.key.0.4">
              <a:extLst xmlns:a="http://schemas.openxmlformats.org/drawingml/2006/main">
                <a:ext uri="{FF2B5EF4-FFF2-40B4-BE49-F238E27FC236}">
                  <a16:creationId xmlns:a16="http://schemas.microsoft.com/office/drawing/2014/main" id="{4A45FB3D-BC63-46E2-A675-04422FA7475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04535" y="94297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48" name="kept.3.key.1.0">
              <a:extLst xmlns:a="http://schemas.openxmlformats.org/drawingml/2006/main">
                <a:ext uri="{FF2B5EF4-FFF2-40B4-BE49-F238E27FC236}">
                  <a16:creationId xmlns:a16="http://schemas.microsoft.com/office/drawing/2014/main" id="{61AF7450-0F8D-4E2F-A542-9A44D8F062E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67375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49" name="kept.3.key.1.1">
              <a:extLst xmlns:a="http://schemas.openxmlformats.org/drawingml/2006/main">
                <a:ext uri="{FF2B5EF4-FFF2-40B4-BE49-F238E27FC236}">
                  <a16:creationId xmlns:a16="http://schemas.microsoft.com/office/drawing/2014/main" id="{FA78E1B4-8BA5-48AE-8E44-B924E9A5555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01665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0" name="kept.3.key.1.2">
              <a:extLst xmlns:a="http://schemas.openxmlformats.org/drawingml/2006/main">
                <a:ext uri="{FF2B5EF4-FFF2-40B4-BE49-F238E27FC236}">
                  <a16:creationId xmlns:a16="http://schemas.microsoft.com/office/drawing/2014/main" id="{49768A31-3070-4280-BCA1-9F3C4F0071E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35955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1" name="kept.3.key.1.3">
              <a:extLst xmlns:a="http://schemas.openxmlformats.org/drawingml/2006/main">
                <a:ext uri="{FF2B5EF4-FFF2-40B4-BE49-F238E27FC236}">
                  <a16:creationId xmlns:a16="http://schemas.microsoft.com/office/drawing/2014/main" id="{648B75B8-FA8E-418B-A363-A27FDB5AA19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70245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2" name="kept.3.key.1.4">
              <a:extLst xmlns:a="http://schemas.openxmlformats.org/drawingml/2006/main">
                <a:ext uri="{FF2B5EF4-FFF2-40B4-BE49-F238E27FC236}">
                  <a16:creationId xmlns:a16="http://schemas.microsoft.com/office/drawing/2014/main" id="{B7A1497D-58E2-4971-9BD9-D921A422F5D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04535" y="97726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3" name="kept.3.key.2.0">
              <a:extLst xmlns:a="http://schemas.openxmlformats.org/drawingml/2006/main">
                <a:ext uri="{FF2B5EF4-FFF2-40B4-BE49-F238E27FC236}">
                  <a16:creationId xmlns:a16="http://schemas.microsoft.com/office/drawing/2014/main" id="{F4E0030D-9283-4D0A-A201-666816CDF8E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67375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4" name="kept.3.key.2.1">
              <a:extLst xmlns:a="http://schemas.openxmlformats.org/drawingml/2006/main">
                <a:ext uri="{FF2B5EF4-FFF2-40B4-BE49-F238E27FC236}">
                  <a16:creationId xmlns:a16="http://schemas.microsoft.com/office/drawing/2014/main" id="{C854E0B2-CA09-4771-A0CA-33AECE256C9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01665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5" name="kept.3.key.2.2">
              <a:extLst xmlns:a="http://schemas.openxmlformats.org/drawingml/2006/main">
                <a:ext uri="{FF2B5EF4-FFF2-40B4-BE49-F238E27FC236}">
                  <a16:creationId xmlns:a16="http://schemas.microsoft.com/office/drawing/2014/main" id="{179789E3-A8AD-494C-9ECB-BCE5A4D839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35955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6" name="kept.3.key.2.3">
              <a:extLst xmlns:a="http://schemas.openxmlformats.org/drawingml/2006/main">
                <a:ext uri="{FF2B5EF4-FFF2-40B4-BE49-F238E27FC236}">
                  <a16:creationId xmlns:a16="http://schemas.microsoft.com/office/drawing/2014/main" id="{9EB46AB3-5F8F-4C81-91CA-BCB227E5CCB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70245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7" name="kept.3.key.2.4">
              <a:extLst xmlns:a="http://schemas.openxmlformats.org/drawingml/2006/main">
                <a:ext uri="{FF2B5EF4-FFF2-40B4-BE49-F238E27FC236}">
                  <a16:creationId xmlns:a16="http://schemas.microsoft.com/office/drawing/2014/main" id="{9DB86022-9AFE-4EFD-8418-F53E3FE9128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04535" y="101155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8" name="kept.3.key.3.0">
              <a:extLst xmlns:a="http://schemas.openxmlformats.org/drawingml/2006/main">
                <a:ext uri="{FF2B5EF4-FFF2-40B4-BE49-F238E27FC236}">
                  <a16:creationId xmlns:a16="http://schemas.microsoft.com/office/drawing/2014/main" id="{BD90C951-582A-47FA-AD33-26C1923E4C8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67375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9" name="kept.3.key.3.1">
              <a:extLst xmlns:a="http://schemas.openxmlformats.org/drawingml/2006/main">
                <a:ext uri="{FF2B5EF4-FFF2-40B4-BE49-F238E27FC236}">
                  <a16:creationId xmlns:a16="http://schemas.microsoft.com/office/drawing/2014/main" id="{46CB3DB0-BD07-4860-942E-BC48C908813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01665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60" name="kept.3.key.3.2">
              <a:extLst xmlns:a="http://schemas.openxmlformats.org/drawingml/2006/main">
                <a:ext uri="{FF2B5EF4-FFF2-40B4-BE49-F238E27FC236}">
                  <a16:creationId xmlns:a16="http://schemas.microsoft.com/office/drawing/2014/main" id="{CBE75395-2E08-48AA-8094-BFF7FE357F9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35955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61" name="kept.3.key.3.3">
              <a:extLst xmlns:a="http://schemas.openxmlformats.org/drawingml/2006/main">
                <a:ext uri="{FF2B5EF4-FFF2-40B4-BE49-F238E27FC236}">
                  <a16:creationId xmlns:a16="http://schemas.microsoft.com/office/drawing/2014/main" id="{8F149AD0-A027-413C-A8C5-B6C2A08A4FE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70245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62" name="kept.3.key.3.4">
              <a:extLst xmlns:a="http://schemas.openxmlformats.org/drawingml/2006/main">
                <a:ext uri="{FF2B5EF4-FFF2-40B4-BE49-F238E27FC236}">
                  <a16:creationId xmlns:a16="http://schemas.microsoft.com/office/drawing/2014/main" id="{3EBB2859-26A1-458D-9A6F-4C0EA87C1CF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04535" y="104584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63" name="kept.3.key.4.0">
              <a:extLst xmlns:a="http://schemas.openxmlformats.org/drawingml/2006/main">
                <a:ext uri="{FF2B5EF4-FFF2-40B4-BE49-F238E27FC236}">
                  <a16:creationId xmlns:a16="http://schemas.microsoft.com/office/drawing/2014/main" id="{AA88324D-AF2C-4524-A59A-EF262B0818A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67375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64" name="kept.3.key.4.1">
              <a:extLst xmlns:a="http://schemas.openxmlformats.org/drawingml/2006/main">
                <a:ext uri="{FF2B5EF4-FFF2-40B4-BE49-F238E27FC236}">
                  <a16:creationId xmlns:a16="http://schemas.microsoft.com/office/drawing/2014/main" id="{8CEFE345-0F1C-4B37-8113-8131CA42F27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01665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65" name="kept.3.key.4.2">
              <a:extLst xmlns:a="http://schemas.openxmlformats.org/drawingml/2006/main">
                <a:ext uri="{FF2B5EF4-FFF2-40B4-BE49-F238E27FC236}">
                  <a16:creationId xmlns:a16="http://schemas.microsoft.com/office/drawing/2014/main" id="{BDD74FA4-3363-4221-A860-4F251E4580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35955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66" name="kept.3.key.4.3">
              <a:extLst xmlns:a="http://schemas.openxmlformats.org/drawingml/2006/main">
                <a:ext uri="{FF2B5EF4-FFF2-40B4-BE49-F238E27FC236}">
                  <a16:creationId xmlns:a16="http://schemas.microsoft.com/office/drawing/2014/main" id="{91897C43-B6E3-4FF4-AF45-CC0BD8AE1AC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70245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67" name="kept.3.key.4.4">
              <a:extLst xmlns:a="http://schemas.openxmlformats.org/drawingml/2006/main">
                <a:ext uri="{FF2B5EF4-FFF2-40B4-BE49-F238E27FC236}">
                  <a16:creationId xmlns:a16="http://schemas.microsoft.com/office/drawing/2014/main" id="{EAAD925C-291D-4606-B5C4-770993D9543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04535" y="1080135"/>
              <a:ext cx="30956" cy="309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cxnSp>
        <p:nvCxnSpPr>
          <p:cNvPr id="691" name="retained"/>
          <p:cNvCxnSpPr>
            <a:stCxn xmlns:a="http://schemas.openxmlformats.org/drawingml/2006/main" id="160" idx="3"/>
            <a:endCxn xmlns:a="http://schemas.openxmlformats.org/drawingml/2006/main" id="163" idx="1"/>
          </p:cNvCxnSpPr>
          <p:nvPr/>
        </p:nvCxnSpPr>
        <p:spPr>
          <a:xfrm xmlns:a="http://schemas.openxmlformats.org/drawingml/2006/main">
            <a:off x="3514725" y="1119188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sp>
        <p:nvSpPr>
          <p:cNvPr id="269" name="detail-divider">
            <a:extLst xmlns:a="http://schemas.openxmlformats.org/drawingml/2006/main">
              <a:ext uri="{FF2B5EF4-FFF2-40B4-BE49-F238E27FC236}">
                <a16:creationId xmlns:a16="http://schemas.microsoft.com/office/drawing/2014/main" id="{B4C96295-7144-4926-A0A9-0D48D2361DF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1790700"/>
            <a:ext cx="6057900" cy="95"/>
          </a:xfrm>
          <a:custGeom xmlns:a="http://schemas.openxmlformats.org/drawingml/2006/main">
            <a:pathLst>
              <a:path w="6057900" h="95">
                <a:moveTo>
                  <a:pt x="0" y="0"/>
                </a:moveTo>
                <a:lnTo>
                  <a:pt x="6057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6CED1"/>
            </a:solidFill>
            <a:prstDash val="solid"/>
          </a:ln>
        </p:spPr>
      </p:sp>
      <p:sp>
        <p:nvSpPr>
          <p:cNvPr id="270" name="weighted-title">
            <a:extLst xmlns:a="http://schemas.openxmlformats.org/drawingml/2006/main">
              <a:ext uri="{FF2B5EF4-FFF2-40B4-BE49-F238E27FC236}">
                <a16:creationId xmlns:a16="http://schemas.microsoft.com/office/drawing/2014/main" id="{02D9AE16-BFF2-446A-92F6-DF0D05B5744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1943100"/>
            <a:ext cx="328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(b) Form a weighted summary</a:t>
            </a:r>
          </a:p>
        </p:txBody>
      </p:sp>
      <p:sp>
        <p:nvSpPr>
          <p:cNvPr id="271" name="weight-port">
            <a:extLst xmlns:a="http://schemas.openxmlformats.org/drawingml/2006/main">
              <a:ext uri="{FF2B5EF4-FFF2-40B4-BE49-F238E27FC236}">
                <a16:creationId xmlns:a16="http://schemas.microsoft.com/office/drawing/2014/main" id="{04313C12-54F4-44CE-ADBF-FCCDA8ED9A9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6700" y="2247900"/>
            <a:ext cx="3524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D7854"/>
            </a:solidFill>
            <a:prstDash val="solid"/>
          </a:ln>
        </p:spPr>
      </p:sp>
      <p:sp>
        <p:nvSpPr>
          <p:cNvPr id="272" name="weighted-pair0">
            <a:extLst xmlns:a="http://schemas.openxmlformats.org/drawingml/2006/main">
              <a:ext uri="{FF2B5EF4-FFF2-40B4-BE49-F238E27FC236}">
                <a16:creationId xmlns:a16="http://schemas.microsoft.com/office/drawing/2014/main" id="{365D32CA-8DA7-4846-A77D-0BE0409DD11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1000" y="2333625"/>
            <a:ext cx="590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CED1"/>
            </a:solidFill>
            <a:prstDash val="solid"/>
          </a:ln>
        </p:spPr>
      </p:sp>
      <p:grpSp>
        <p:nvGrpSpPr>
          <p:cNvPr id="856" name="selected-key0"/>
          <p:cNvGrpSpPr/>
          <p:nvPr/>
        </p:nvGrpSpPr>
        <p:grpSpPr>
          <ns1:xfrm xmlns:ns1="http://schemas.openxmlformats.org/drawingml/2006/main">
            <ns1:off x="476250" y="2362200"/>
            <ns1:ext cx="110966" cy="110966"/>
            <ns1:chOff x="476250" y="2362200"/>
            <ns1:chExt cx="110966" cy="110966"/>
          </ns1:xfrm>
        </p:grpSpPr>
        <p:sp>
          <p:nvSpPr>
            <p:cNvPr id="273" name="selected-key0.0.0">
              <a:extLst xmlns:a="http://schemas.openxmlformats.org/drawingml/2006/main">
                <a:ext uri="{FF2B5EF4-FFF2-40B4-BE49-F238E27FC236}">
                  <a16:creationId xmlns:a16="http://schemas.microsoft.com/office/drawing/2014/main" id="{089B1A83-0453-43B7-AC18-2B4354613AE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250" y="236220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74" name="selected-key0.0.1">
              <a:extLst xmlns:a="http://schemas.openxmlformats.org/drawingml/2006/main">
                <a:ext uri="{FF2B5EF4-FFF2-40B4-BE49-F238E27FC236}">
                  <a16:creationId xmlns:a16="http://schemas.microsoft.com/office/drawing/2014/main" id="{D48E8DBA-F1C9-4668-9F6D-4E0A59A5BD9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9110" y="236220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75" name="selected-key0.0.2">
              <a:extLst xmlns:a="http://schemas.openxmlformats.org/drawingml/2006/main">
                <a:ext uri="{FF2B5EF4-FFF2-40B4-BE49-F238E27FC236}">
                  <a16:creationId xmlns:a16="http://schemas.microsoft.com/office/drawing/2014/main" id="{ACE2DA07-FCB4-4312-A1E8-E52A38A08BE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1970" y="236220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76" name="selected-key0.0.3">
              <a:extLst xmlns:a="http://schemas.openxmlformats.org/drawingml/2006/main">
                <a:ext uri="{FF2B5EF4-FFF2-40B4-BE49-F238E27FC236}">
                  <a16:creationId xmlns:a16="http://schemas.microsoft.com/office/drawing/2014/main" id="{8E5C2696-DA03-401C-9385-DAC49E02B77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44830" y="236220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77" name="selected-key0.0.4">
              <a:extLst xmlns:a="http://schemas.openxmlformats.org/drawingml/2006/main">
                <a:ext uri="{FF2B5EF4-FFF2-40B4-BE49-F238E27FC236}">
                  <a16:creationId xmlns:a16="http://schemas.microsoft.com/office/drawing/2014/main" id="{FD28017C-40D1-4160-B6E1-D7A3D1FCA4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7690" y="236220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78" name="selected-key0.1.0">
              <a:extLst xmlns:a="http://schemas.openxmlformats.org/drawingml/2006/main">
                <a:ext uri="{FF2B5EF4-FFF2-40B4-BE49-F238E27FC236}">
                  <a16:creationId xmlns:a16="http://schemas.microsoft.com/office/drawing/2014/main" id="{86814E4D-9793-42E7-B9A2-5882E947209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250" y="238506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79" name="selected-key0.1.1">
              <a:extLst xmlns:a="http://schemas.openxmlformats.org/drawingml/2006/main">
                <a:ext uri="{FF2B5EF4-FFF2-40B4-BE49-F238E27FC236}">
                  <a16:creationId xmlns:a16="http://schemas.microsoft.com/office/drawing/2014/main" id="{5B9BD975-56A7-46FE-B1F8-EE40CCA6EA5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9110" y="238506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0" name="selected-key0.1.2">
              <a:extLst xmlns:a="http://schemas.openxmlformats.org/drawingml/2006/main">
                <a:ext uri="{FF2B5EF4-FFF2-40B4-BE49-F238E27FC236}">
                  <a16:creationId xmlns:a16="http://schemas.microsoft.com/office/drawing/2014/main" id="{A6E92577-878F-42EB-864B-90F34B9D4CF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1970" y="238506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1" name="selected-key0.1.3">
              <a:extLst xmlns:a="http://schemas.openxmlformats.org/drawingml/2006/main">
                <a:ext uri="{FF2B5EF4-FFF2-40B4-BE49-F238E27FC236}">
                  <a16:creationId xmlns:a16="http://schemas.microsoft.com/office/drawing/2014/main" id="{D56E2634-3A72-4CA3-BE41-A8F1151BA4A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44830" y="238506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2" name="selected-key0.1.4">
              <a:extLst xmlns:a="http://schemas.openxmlformats.org/drawingml/2006/main">
                <a:ext uri="{FF2B5EF4-FFF2-40B4-BE49-F238E27FC236}">
                  <a16:creationId xmlns:a16="http://schemas.microsoft.com/office/drawing/2014/main" id="{386C24B3-E988-478F-89CA-93409C269A2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7690" y="238506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3" name="selected-key0.2.0">
              <a:extLst xmlns:a="http://schemas.openxmlformats.org/drawingml/2006/main">
                <a:ext uri="{FF2B5EF4-FFF2-40B4-BE49-F238E27FC236}">
                  <a16:creationId xmlns:a16="http://schemas.microsoft.com/office/drawing/2014/main" id="{B5F2B585-18BA-4026-876C-11A089B12ED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250" y="240792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4" name="selected-key0.2.1">
              <a:extLst xmlns:a="http://schemas.openxmlformats.org/drawingml/2006/main">
                <a:ext uri="{FF2B5EF4-FFF2-40B4-BE49-F238E27FC236}">
                  <a16:creationId xmlns:a16="http://schemas.microsoft.com/office/drawing/2014/main" id="{5DCD64BA-F0A9-43BD-A466-59BC11AE432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9110" y="240792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5" name="selected-key0.2.2">
              <a:extLst xmlns:a="http://schemas.openxmlformats.org/drawingml/2006/main">
                <a:ext uri="{FF2B5EF4-FFF2-40B4-BE49-F238E27FC236}">
                  <a16:creationId xmlns:a16="http://schemas.microsoft.com/office/drawing/2014/main" id="{3ABB1825-14A6-4DFD-8639-35F1C6869E7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1970" y="240792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6" name="selected-key0.2.3">
              <a:extLst xmlns:a="http://schemas.openxmlformats.org/drawingml/2006/main">
                <a:ext uri="{FF2B5EF4-FFF2-40B4-BE49-F238E27FC236}">
                  <a16:creationId xmlns:a16="http://schemas.microsoft.com/office/drawing/2014/main" id="{4A608C76-E8E2-4D1A-BBC1-4275CE08D7A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44830" y="240792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7" name="selected-key0.2.4">
              <a:extLst xmlns:a="http://schemas.openxmlformats.org/drawingml/2006/main">
                <a:ext uri="{FF2B5EF4-FFF2-40B4-BE49-F238E27FC236}">
                  <a16:creationId xmlns:a16="http://schemas.microsoft.com/office/drawing/2014/main" id="{837A49F2-49EC-4C41-AF7C-33B9C3C75AA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7690" y="240792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8" name="selected-key0.3.0">
              <a:extLst xmlns:a="http://schemas.openxmlformats.org/drawingml/2006/main">
                <a:ext uri="{FF2B5EF4-FFF2-40B4-BE49-F238E27FC236}">
                  <a16:creationId xmlns:a16="http://schemas.microsoft.com/office/drawing/2014/main" id="{AF362601-C2ED-4E0F-9577-2F10F9DC01E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250" y="243078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9" name="selected-key0.3.1">
              <a:extLst xmlns:a="http://schemas.openxmlformats.org/drawingml/2006/main">
                <a:ext uri="{FF2B5EF4-FFF2-40B4-BE49-F238E27FC236}">
                  <a16:creationId xmlns:a16="http://schemas.microsoft.com/office/drawing/2014/main" id="{6C44E701-7746-4654-9E26-913FFF45841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9110" y="243078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0" name="selected-key0.3.2">
              <a:extLst xmlns:a="http://schemas.openxmlformats.org/drawingml/2006/main">
                <a:ext uri="{FF2B5EF4-FFF2-40B4-BE49-F238E27FC236}">
                  <a16:creationId xmlns:a16="http://schemas.microsoft.com/office/drawing/2014/main" id="{FD4C9466-C35A-46FF-9B06-436B8985F8C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1970" y="243078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1" name="selected-key0.3.3">
              <a:extLst xmlns:a="http://schemas.openxmlformats.org/drawingml/2006/main">
                <a:ext uri="{FF2B5EF4-FFF2-40B4-BE49-F238E27FC236}">
                  <a16:creationId xmlns:a16="http://schemas.microsoft.com/office/drawing/2014/main" id="{1DDC4DD7-7B68-4068-AA8D-76C0E9B4C4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44830" y="243078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2" name="selected-key0.3.4">
              <a:extLst xmlns:a="http://schemas.openxmlformats.org/drawingml/2006/main">
                <a:ext uri="{FF2B5EF4-FFF2-40B4-BE49-F238E27FC236}">
                  <a16:creationId xmlns:a16="http://schemas.microsoft.com/office/drawing/2014/main" id="{D249BB31-2601-47E0-9411-38B2885113A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7690" y="243078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3" name="selected-key0.4.0">
              <a:extLst xmlns:a="http://schemas.openxmlformats.org/drawingml/2006/main">
                <a:ext uri="{FF2B5EF4-FFF2-40B4-BE49-F238E27FC236}">
                  <a16:creationId xmlns:a16="http://schemas.microsoft.com/office/drawing/2014/main" id="{05EAE3B1-4C1C-412B-98B0-15CA62FD317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250" y="245364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4" name="selected-key0.4.1">
              <a:extLst xmlns:a="http://schemas.openxmlformats.org/drawingml/2006/main">
                <a:ext uri="{FF2B5EF4-FFF2-40B4-BE49-F238E27FC236}">
                  <a16:creationId xmlns:a16="http://schemas.microsoft.com/office/drawing/2014/main" id="{EAEBE3CC-B65B-4E1A-9AFD-025D1A1F2BD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9110" y="245364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5" name="selected-key0.4.2">
              <a:extLst xmlns:a="http://schemas.openxmlformats.org/drawingml/2006/main">
                <a:ext uri="{FF2B5EF4-FFF2-40B4-BE49-F238E27FC236}">
                  <a16:creationId xmlns:a16="http://schemas.microsoft.com/office/drawing/2014/main" id="{B495DA62-0F88-48DD-AEEB-27FAD03175D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1970" y="245364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6" name="selected-key0.4.3">
              <a:extLst xmlns:a="http://schemas.openxmlformats.org/drawingml/2006/main">
                <a:ext uri="{FF2B5EF4-FFF2-40B4-BE49-F238E27FC236}">
                  <a16:creationId xmlns:a16="http://schemas.microsoft.com/office/drawing/2014/main" id="{316AE8F9-E523-46D2-8835-5F3F42C89B6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44830" y="245364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7" name="selected-key0.4.4">
              <a:extLst xmlns:a="http://schemas.openxmlformats.org/drawingml/2006/main">
                <a:ext uri="{FF2B5EF4-FFF2-40B4-BE49-F238E27FC236}">
                  <a16:creationId xmlns:a16="http://schemas.microsoft.com/office/drawing/2014/main" id="{6BA44D6C-741D-453F-BCAE-3F2B841E3D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7690" y="245364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298" name="selected-name0">
            <a:extLst xmlns:a="http://schemas.openxmlformats.org/drawingml/2006/main">
              <a:ext uri="{FF2B5EF4-FFF2-40B4-BE49-F238E27FC236}">
                <a16:creationId xmlns:a16="http://schemas.microsoft.com/office/drawing/2014/main" id="{741E3BBB-9D67-4953-9242-EEAD3849248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28650" y="2295525"/>
            <a:ext cx="276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v₁</a:t>
            </a:r>
          </a:p>
        </p:txBody>
      </p:sp>
      <p:grpSp>
        <p:nvGrpSpPr>
          <p:cNvPr id="857" name="weighted-vector0"/>
          <p:cNvGrpSpPr/>
          <p:nvPr/>
        </p:nvGrpSpPr>
        <p:grpSpPr>
          <ns1:xfrm xmlns:ns1="http://schemas.openxmlformats.org/drawingml/2006/main">
            <ns1:off x="466725" y="2552700"/>
            <ns1:ext cx="400050" cy="295276"/>
            <ns1:chOff x="466725" y="2552700"/>
            <ns1:chExt cx="400050" cy="295276"/>
          </ns1:xfrm>
        </p:grpSpPr>
        <p:sp>
          <p:nvSpPr>
            <p:cNvPr id="299" name="weighted-vector0.0">
              <a:extLst xmlns:a="http://schemas.openxmlformats.org/drawingml/2006/main">
                <a:ext uri="{FF2B5EF4-FFF2-40B4-BE49-F238E27FC236}">
                  <a16:creationId xmlns:a16="http://schemas.microsoft.com/office/drawing/2014/main" id="{1F3DA2B8-AFEA-4EBE-AFCE-81F39ED39A7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6725" y="2552700"/>
              <a:ext cx="85725" cy="2952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00" name="weighted-vector0.0.value">
              <a:extLst xmlns:a="http://schemas.openxmlformats.org/drawingml/2006/main">
                <a:ext uri="{FF2B5EF4-FFF2-40B4-BE49-F238E27FC236}">
                  <a16:creationId xmlns:a16="http://schemas.microsoft.com/office/drawing/2014/main" id="{46BE53A2-DF64-4219-B56D-34774977D3C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6725" y="2744629"/>
              <a:ext cx="85725" cy="10334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01" name="weighted-vector0.1">
              <a:extLst xmlns:a="http://schemas.openxmlformats.org/drawingml/2006/main">
                <a:ext uri="{FF2B5EF4-FFF2-40B4-BE49-F238E27FC236}">
                  <a16:creationId xmlns:a16="http://schemas.microsoft.com/office/drawing/2014/main" id="{40FDBA9B-10E1-4D17-AB90-A937DD67269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500" y="2552700"/>
              <a:ext cx="85725" cy="2952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02" name="weighted-vector0.1.value">
              <a:extLst xmlns:a="http://schemas.openxmlformats.org/drawingml/2006/main">
                <a:ext uri="{FF2B5EF4-FFF2-40B4-BE49-F238E27FC236}">
                  <a16:creationId xmlns:a16="http://schemas.microsoft.com/office/drawing/2014/main" id="{AA1D09ED-F902-472A-A1EB-7532BAECBE7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500" y="2611755"/>
              <a:ext cx="85725" cy="23622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03" name="weighted-vector0.2">
              <a:extLst xmlns:a="http://schemas.openxmlformats.org/drawingml/2006/main">
                <a:ext uri="{FF2B5EF4-FFF2-40B4-BE49-F238E27FC236}">
                  <a16:creationId xmlns:a16="http://schemas.microsoft.com/office/drawing/2014/main" id="{2A7607E4-1EDE-4243-BEC1-ADEE69714AD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6275" y="2552700"/>
              <a:ext cx="85725" cy="2952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04" name="weighted-vector0.2.value">
              <a:extLst xmlns:a="http://schemas.openxmlformats.org/drawingml/2006/main">
                <a:ext uri="{FF2B5EF4-FFF2-40B4-BE49-F238E27FC236}">
                  <a16:creationId xmlns:a16="http://schemas.microsoft.com/office/drawing/2014/main" id="{4693619B-A3FD-4302-9FFD-B306ED5B2E1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6275" y="2700338"/>
              <a:ext cx="85725" cy="14763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05" name="weighted-vector0.3">
              <a:extLst xmlns:a="http://schemas.openxmlformats.org/drawingml/2006/main">
                <a:ext uri="{FF2B5EF4-FFF2-40B4-BE49-F238E27FC236}">
                  <a16:creationId xmlns:a16="http://schemas.microsoft.com/office/drawing/2014/main" id="{A986D31F-B80C-4FF4-81C5-F1374C4597E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1050" y="2552700"/>
              <a:ext cx="85725" cy="2952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06" name="weighted-vector0.3.value">
              <a:extLst xmlns:a="http://schemas.openxmlformats.org/drawingml/2006/main">
                <a:ext uri="{FF2B5EF4-FFF2-40B4-BE49-F238E27FC236}">
                  <a16:creationId xmlns:a16="http://schemas.microsoft.com/office/drawing/2014/main" id="{25286457-B6F7-412F-B16D-3DBE5541C17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1050" y="2656046"/>
              <a:ext cx="85725" cy="191929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grpSp>
        <p:nvGrpSpPr>
          <p:cNvPr id="864" name="weights"/>
          <p:cNvGrpSpPr/>
          <p:nvPr/>
        </p:nvGrpSpPr>
        <p:grpSpPr>
          <ns1:xfrm xmlns:ns1="http://schemas.openxmlformats.org/drawingml/2006/main">
            <ns1:off x="457200" y="2924175"/>
            <ns1:ext cx="2895600" cy="257175"/>
            <ns1:chOff x="457200" y="2924175"/>
            <ns1:chExt cx="2895600" cy="257175"/>
          </ns1:xfrm>
        </p:grpSpPr>
        <p:sp>
          <p:nvSpPr>
            <p:cNvPr id="307" name="weights.0.0">
              <a:extLst xmlns:a="http://schemas.openxmlformats.org/drawingml/2006/main">
                <a:ext uri="{FF2B5EF4-FFF2-40B4-BE49-F238E27FC236}">
                  <a16:creationId xmlns:a16="http://schemas.microsoft.com/office/drawing/2014/main" id="{C5E1103F-25AE-4148-875A-DDDAE8EB23A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2924175"/>
              <a:ext cx="438150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6ECE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.5</a:t>
              </a:r>
            </a:p>
          </p:txBody>
        </p:sp>
        <p:sp>
          <p:nvSpPr>
            <p:cNvPr id="343" name="weights.0.1">
              <a:extLst xmlns:a="http://schemas.openxmlformats.org/drawingml/2006/main">
                <a:ext uri="{FF2B5EF4-FFF2-40B4-BE49-F238E27FC236}">
                  <a16:creationId xmlns:a16="http://schemas.microsoft.com/office/drawing/2014/main" id="{1D2DAAA5-E4A0-4657-81E8-E4B1045BD9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76350" y="2924175"/>
              <a:ext cx="438150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6ECE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.2</a:t>
              </a:r>
            </a:p>
          </p:txBody>
        </p:sp>
        <p:sp>
          <p:nvSpPr>
            <p:cNvPr id="379" name="weights.0.2">
              <a:extLst xmlns:a="http://schemas.openxmlformats.org/drawingml/2006/main">
                <a:ext uri="{FF2B5EF4-FFF2-40B4-BE49-F238E27FC236}">
                  <a16:creationId xmlns:a16="http://schemas.microsoft.com/office/drawing/2014/main" id="{2C6F8314-9B26-40D0-A1B6-31A2247FA7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95500" y="2924175"/>
              <a:ext cx="438150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6ECE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.2</a:t>
              </a:r>
            </a:p>
          </p:txBody>
        </p:sp>
        <p:sp>
          <p:nvSpPr>
            <p:cNvPr id="415" name="weights.0.3">
              <a:extLst xmlns:a="http://schemas.openxmlformats.org/drawingml/2006/main">
                <a:ext uri="{FF2B5EF4-FFF2-40B4-BE49-F238E27FC236}">
                  <a16:creationId xmlns:a16="http://schemas.microsoft.com/office/drawing/2014/main" id="{2B9A1449-98CD-4203-BF7D-C25E4911DD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14650" y="2924175"/>
              <a:ext cx="438150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6ECE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.1</a:t>
              </a:r>
            </a:p>
          </p:txBody>
        </p:sp>
      </p:grpSp>
      <p:sp>
        <p:nvSpPr>
          <p:cNvPr id="308" name="weighted-pair1">
            <a:extLst xmlns:a="http://schemas.openxmlformats.org/drawingml/2006/main">
              <a:ext uri="{FF2B5EF4-FFF2-40B4-BE49-F238E27FC236}">
                <a16:creationId xmlns:a16="http://schemas.microsoft.com/office/drawing/2014/main" id="{4DCDC259-0796-43C7-A1DD-D38A6669C7D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0150" y="2333625"/>
            <a:ext cx="590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CED1"/>
            </a:solidFill>
            <a:prstDash val="solid"/>
          </a:ln>
        </p:spPr>
      </p:sp>
      <p:grpSp>
        <p:nvGrpSpPr>
          <p:cNvPr id="858" name="selected-key1"/>
          <p:cNvGrpSpPr/>
          <p:nvPr/>
        </p:nvGrpSpPr>
        <p:grpSpPr>
          <ns1:xfrm xmlns:ns1="http://schemas.openxmlformats.org/drawingml/2006/main">
            <ns1:off x="1295400" y="2362200"/>
            <ns1:ext cx="110966" cy="110966"/>
            <ns1:chOff x="1295400" y="2362200"/>
            <ns1:chExt cx="110966" cy="110966"/>
          </ns1:xfrm>
        </p:grpSpPr>
        <p:sp>
          <p:nvSpPr>
            <p:cNvPr id="309" name="selected-key1.0.0">
              <a:extLst xmlns:a="http://schemas.openxmlformats.org/drawingml/2006/main">
                <a:ext uri="{FF2B5EF4-FFF2-40B4-BE49-F238E27FC236}">
                  <a16:creationId xmlns:a16="http://schemas.microsoft.com/office/drawing/2014/main" id="{31C3D317-384D-4512-B157-D451F92CE55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95400" y="236220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0" name="selected-key1.0.1">
              <a:extLst xmlns:a="http://schemas.openxmlformats.org/drawingml/2006/main">
                <a:ext uri="{FF2B5EF4-FFF2-40B4-BE49-F238E27FC236}">
                  <a16:creationId xmlns:a16="http://schemas.microsoft.com/office/drawing/2014/main" id="{1BE6AD11-F461-4760-83F9-FB97EC6A729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8260" y="236220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1" name="selected-key1.0.2">
              <a:extLst xmlns:a="http://schemas.openxmlformats.org/drawingml/2006/main">
                <a:ext uri="{FF2B5EF4-FFF2-40B4-BE49-F238E27FC236}">
                  <a16:creationId xmlns:a16="http://schemas.microsoft.com/office/drawing/2014/main" id="{A8BB4380-44A8-4971-BABC-9DBFC4E8C9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41120" y="236220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2" name="selected-key1.0.3">
              <a:extLst xmlns:a="http://schemas.openxmlformats.org/drawingml/2006/main">
                <a:ext uri="{FF2B5EF4-FFF2-40B4-BE49-F238E27FC236}">
                  <a16:creationId xmlns:a16="http://schemas.microsoft.com/office/drawing/2014/main" id="{D7F49CE4-B262-4F0F-ADF3-A8776E81192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63980" y="236220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3" name="selected-key1.0.4">
              <a:extLst xmlns:a="http://schemas.openxmlformats.org/drawingml/2006/main">
                <a:ext uri="{FF2B5EF4-FFF2-40B4-BE49-F238E27FC236}">
                  <a16:creationId xmlns:a16="http://schemas.microsoft.com/office/drawing/2014/main" id="{A4F1DC5E-B7A2-4EB3-B77C-CB537830DF3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6840" y="236220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4" name="selected-key1.1.0">
              <a:extLst xmlns:a="http://schemas.openxmlformats.org/drawingml/2006/main">
                <a:ext uri="{FF2B5EF4-FFF2-40B4-BE49-F238E27FC236}">
                  <a16:creationId xmlns:a16="http://schemas.microsoft.com/office/drawing/2014/main" id="{AF36ACFB-1C1A-4537-AEED-9A36EDF5CEB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95400" y="238506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5" name="selected-key1.1.1">
              <a:extLst xmlns:a="http://schemas.openxmlformats.org/drawingml/2006/main">
                <a:ext uri="{FF2B5EF4-FFF2-40B4-BE49-F238E27FC236}">
                  <a16:creationId xmlns:a16="http://schemas.microsoft.com/office/drawing/2014/main" id="{2DF07A42-4D57-4AB1-957C-CC9F763A925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8260" y="238506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6" name="selected-key1.1.2">
              <a:extLst xmlns:a="http://schemas.openxmlformats.org/drawingml/2006/main">
                <a:ext uri="{FF2B5EF4-FFF2-40B4-BE49-F238E27FC236}">
                  <a16:creationId xmlns:a16="http://schemas.microsoft.com/office/drawing/2014/main" id="{F1BFF0DA-C234-4DA1-A41A-E710F8B19E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41120" y="238506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7" name="selected-key1.1.3">
              <a:extLst xmlns:a="http://schemas.openxmlformats.org/drawingml/2006/main">
                <a:ext uri="{FF2B5EF4-FFF2-40B4-BE49-F238E27FC236}">
                  <a16:creationId xmlns:a16="http://schemas.microsoft.com/office/drawing/2014/main" id="{7549B22C-F64C-4473-B999-D79734314F3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63980" y="238506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8" name="selected-key1.1.4">
              <a:extLst xmlns:a="http://schemas.openxmlformats.org/drawingml/2006/main">
                <a:ext uri="{FF2B5EF4-FFF2-40B4-BE49-F238E27FC236}">
                  <a16:creationId xmlns:a16="http://schemas.microsoft.com/office/drawing/2014/main" id="{1D6BB613-202D-46FE-9EBA-8E2E45EF6CA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6840" y="238506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9" name="selected-key1.2.0">
              <a:extLst xmlns:a="http://schemas.openxmlformats.org/drawingml/2006/main">
                <a:ext uri="{FF2B5EF4-FFF2-40B4-BE49-F238E27FC236}">
                  <a16:creationId xmlns:a16="http://schemas.microsoft.com/office/drawing/2014/main" id="{6915416A-32C9-4198-81B8-749B555CE36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95400" y="240792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20" name="selected-key1.2.1">
              <a:extLst xmlns:a="http://schemas.openxmlformats.org/drawingml/2006/main">
                <a:ext uri="{FF2B5EF4-FFF2-40B4-BE49-F238E27FC236}">
                  <a16:creationId xmlns:a16="http://schemas.microsoft.com/office/drawing/2014/main" id="{FFEB699F-03F3-42E7-B771-47DEBAC4E89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8260" y="240792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21" name="selected-key1.2.2">
              <a:extLst xmlns:a="http://schemas.openxmlformats.org/drawingml/2006/main">
                <a:ext uri="{FF2B5EF4-FFF2-40B4-BE49-F238E27FC236}">
                  <a16:creationId xmlns:a16="http://schemas.microsoft.com/office/drawing/2014/main" id="{90218017-DFF6-4D97-9DB4-6DD04ADD6B8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41120" y="240792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22" name="selected-key1.2.3">
              <a:extLst xmlns:a="http://schemas.openxmlformats.org/drawingml/2006/main">
                <a:ext uri="{FF2B5EF4-FFF2-40B4-BE49-F238E27FC236}">
                  <a16:creationId xmlns:a16="http://schemas.microsoft.com/office/drawing/2014/main" id="{14639795-B3FE-4D20-96CA-5A3A5BD8AC6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63980" y="240792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23" name="selected-key1.2.4">
              <a:extLst xmlns:a="http://schemas.openxmlformats.org/drawingml/2006/main">
                <a:ext uri="{FF2B5EF4-FFF2-40B4-BE49-F238E27FC236}">
                  <a16:creationId xmlns:a16="http://schemas.microsoft.com/office/drawing/2014/main" id="{C2B91FC2-86AE-41B0-A53D-ECFDB2AB9C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6840" y="240792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24" name="selected-key1.3.0">
              <a:extLst xmlns:a="http://schemas.openxmlformats.org/drawingml/2006/main">
                <a:ext uri="{FF2B5EF4-FFF2-40B4-BE49-F238E27FC236}">
                  <a16:creationId xmlns:a16="http://schemas.microsoft.com/office/drawing/2014/main" id="{B0959D42-6707-4D62-B68C-FF434629CF7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95400" y="243078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25" name="selected-key1.3.1">
              <a:extLst xmlns:a="http://schemas.openxmlformats.org/drawingml/2006/main">
                <a:ext uri="{FF2B5EF4-FFF2-40B4-BE49-F238E27FC236}">
                  <a16:creationId xmlns:a16="http://schemas.microsoft.com/office/drawing/2014/main" id="{D0EE1B1F-1327-43B3-B4DD-9045ADE160C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8260" y="243078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26" name="selected-key1.3.2">
              <a:extLst xmlns:a="http://schemas.openxmlformats.org/drawingml/2006/main">
                <a:ext uri="{FF2B5EF4-FFF2-40B4-BE49-F238E27FC236}">
                  <a16:creationId xmlns:a16="http://schemas.microsoft.com/office/drawing/2014/main" id="{0B684C4D-780D-43E5-88D8-4706F282548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41120" y="243078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27" name="selected-key1.3.3">
              <a:extLst xmlns:a="http://schemas.openxmlformats.org/drawingml/2006/main">
                <a:ext uri="{FF2B5EF4-FFF2-40B4-BE49-F238E27FC236}">
                  <a16:creationId xmlns:a16="http://schemas.microsoft.com/office/drawing/2014/main" id="{000C5C6A-0082-4313-932A-F4330BF8404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63980" y="243078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28" name="selected-key1.3.4">
              <a:extLst xmlns:a="http://schemas.openxmlformats.org/drawingml/2006/main">
                <a:ext uri="{FF2B5EF4-FFF2-40B4-BE49-F238E27FC236}">
                  <a16:creationId xmlns:a16="http://schemas.microsoft.com/office/drawing/2014/main" id="{0AA90DEB-3270-4CE0-A73A-6B24564067D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6840" y="243078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29" name="selected-key1.4.0">
              <a:extLst xmlns:a="http://schemas.openxmlformats.org/drawingml/2006/main">
                <a:ext uri="{FF2B5EF4-FFF2-40B4-BE49-F238E27FC236}">
                  <a16:creationId xmlns:a16="http://schemas.microsoft.com/office/drawing/2014/main" id="{A3498ACF-C25B-466B-B10A-F2FE8923991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95400" y="245364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0" name="selected-key1.4.1">
              <a:extLst xmlns:a="http://schemas.openxmlformats.org/drawingml/2006/main">
                <a:ext uri="{FF2B5EF4-FFF2-40B4-BE49-F238E27FC236}">
                  <a16:creationId xmlns:a16="http://schemas.microsoft.com/office/drawing/2014/main" id="{46C19F59-FC1B-4F91-9884-9F1CD93DDF9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8260" y="245364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1" name="selected-key1.4.2">
              <a:extLst xmlns:a="http://schemas.openxmlformats.org/drawingml/2006/main">
                <a:ext uri="{FF2B5EF4-FFF2-40B4-BE49-F238E27FC236}">
                  <a16:creationId xmlns:a16="http://schemas.microsoft.com/office/drawing/2014/main" id="{83545700-9F5B-4A47-A151-1A4001575AC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41120" y="245364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2" name="selected-key1.4.3">
              <a:extLst xmlns:a="http://schemas.openxmlformats.org/drawingml/2006/main">
                <a:ext uri="{FF2B5EF4-FFF2-40B4-BE49-F238E27FC236}">
                  <a16:creationId xmlns:a16="http://schemas.microsoft.com/office/drawing/2014/main" id="{6C99FF39-AD1D-4273-B85F-2357CA5B484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63980" y="245364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3" name="selected-key1.4.4">
              <a:extLst xmlns:a="http://schemas.openxmlformats.org/drawingml/2006/main">
                <a:ext uri="{FF2B5EF4-FFF2-40B4-BE49-F238E27FC236}">
                  <a16:creationId xmlns:a16="http://schemas.microsoft.com/office/drawing/2014/main" id="{9E0CCBF3-FF63-4201-A166-BA8F8FAC8B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6840" y="245364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334" name="selected-name1">
            <a:extLst xmlns:a="http://schemas.openxmlformats.org/drawingml/2006/main">
              <a:ext uri="{FF2B5EF4-FFF2-40B4-BE49-F238E27FC236}">
                <a16:creationId xmlns:a16="http://schemas.microsoft.com/office/drawing/2014/main" id="{5FDA5C44-FCAA-46D5-BA40-91BA7F5A554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47800" y="2295525"/>
            <a:ext cx="276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v₃</a:t>
            </a:r>
          </a:p>
        </p:txBody>
      </p:sp>
      <p:grpSp>
        <p:nvGrpSpPr>
          <p:cNvPr id="859" name="weighted-vector1"/>
          <p:cNvGrpSpPr/>
          <p:nvPr/>
        </p:nvGrpSpPr>
        <p:grpSpPr>
          <ns1:xfrm xmlns:ns1="http://schemas.openxmlformats.org/drawingml/2006/main">
            <ns1:off x="1285875" y="2552700"/>
            <ns1:ext cx="400050" cy="295276"/>
            <ns1:chOff x="1285875" y="2552700"/>
            <ns1:chExt cx="400050" cy="295276"/>
          </ns1:xfrm>
        </p:grpSpPr>
        <p:sp>
          <p:nvSpPr>
            <p:cNvPr id="335" name="weighted-vector1.0">
              <a:extLst xmlns:a="http://schemas.openxmlformats.org/drawingml/2006/main">
                <a:ext uri="{FF2B5EF4-FFF2-40B4-BE49-F238E27FC236}">
                  <a16:creationId xmlns:a16="http://schemas.microsoft.com/office/drawing/2014/main" id="{A3B5D60D-D28A-4769-B1A7-BE5D905235B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85875" y="2552700"/>
              <a:ext cx="85725" cy="2952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6" name="weighted-vector1.0.value">
              <a:extLst xmlns:a="http://schemas.openxmlformats.org/drawingml/2006/main">
                <a:ext uri="{FF2B5EF4-FFF2-40B4-BE49-F238E27FC236}">
                  <a16:creationId xmlns:a16="http://schemas.microsoft.com/office/drawing/2014/main" id="{641F1DFB-72B5-4797-83E1-FF2662BEF8B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85875" y="2715101"/>
              <a:ext cx="85725" cy="13287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7" name="weighted-vector1.1">
              <a:extLst xmlns:a="http://schemas.openxmlformats.org/drawingml/2006/main">
                <a:ext uri="{FF2B5EF4-FFF2-40B4-BE49-F238E27FC236}">
                  <a16:creationId xmlns:a16="http://schemas.microsoft.com/office/drawing/2014/main" id="{4A70A432-65E6-4A3C-A97D-57F476A0E5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0650" y="2552700"/>
              <a:ext cx="85725" cy="2952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8" name="weighted-vector1.1.value">
              <a:extLst xmlns:a="http://schemas.openxmlformats.org/drawingml/2006/main">
                <a:ext uri="{FF2B5EF4-FFF2-40B4-BE49-F238E27FC236}">
                  <a16:creationId xmlns:a16="http://schemas.microsoft.com/office/drawing/2014/main" id="{98B7BF65-F5B2-449B-9669-08AF6212D14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0650" y="2641283"/>
              <a:ext cx="85725" cy="20669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9" name="weighted-vector1.2">
              <a:extLst xmlns:a="http://schemas.openxmlformats.org/drawingml/2006/main">
                <a:ext uri="{FF2B5EF4-FFF2-40B4-BE49-F238E27FC236}">
                  <a16:creationId xmlns:a16="http://schemas.microsoft.com/office/drawing/2014/main" id="{26A28826-2D55-486B-AE62-CBF6F03A7A1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95425" y="2552700"/>
              <a:ext cx="85725" cy="2952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40" name="weighted-vector1.2.value">
              <a:extLst xmlns:a="http://schemas.openxmlformats.org/drawingml/2006/main">
                <a:ext uri="{FF2B5EF4-FFF2-40B4-BE49-F238E27FC236}">
                  <a16:creationId xmlns:a16="http://schemas.microsoft.com/office/drawing/2014/main" id="{612FB6E4-0BB9-4446-B9B5-922A4525E43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95425" y="2700338"/>
              <a:ext cx="85725" cy="14763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41" name="weighted-vector1.3">
              <a:extLst xmlns:a="http://schemas.openxmlformats.org/drawingml/2006/main">
                <a:ext uri="{FF2B5EF4-FFF2-40B4-BE49-F238E27FC236}">
                  <a16:creationId xmlns:a16="http://schemas.microsoft.com/office/drawing/2014/main" id="{8B78854B-33CA-47AF-85BE-F4057FEB9C3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00200" y="2552700"/>
              <a:ext cx="85725" cy="2952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42" name="weighted-vector1.3.value">
              <a:extLst xmlns:a="http://schemas.openxmlformats.org/drawingml/2006/main">
                <a:ext uri="{FF2B5EF4-FFF2-40B4-BE49-F238E27FC236}">
                  <a16:creationId xmlns:a16="http://schemas.microsoft.com/office/drawing/2014/main" id="{2D380B79-0445-40D5-B807-32235A3BE6E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00200" y="2656046"/>
              <a:ext cx="85725" cy="191929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344" name="weighted-pair2">
            <a:extLst xmlns:a="http://schemas.openxmlformats.org/drawingml/2006/main">
              <a:ext uri="{FF2B5EF4-FFF2-40B4-BE49-F238E27FC236}">
                <a16:creationId xmlns:a16="http://schemas.microsoft.com/office/drawing/2014/main" id="{D17D2746-3FCD-4043-8A5B-E40B6BAD027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19300" y="2333625"/>
            <a:ext cx="590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CED1"/>
            </a:solidFill>
            <a:prstDash val="solid"/>
          </a:ln>
        </p:spPr>
      </p:sp>
      <p:grpSp>
        <p:nvGrpSpPr>
          <p:cNvPr id="860" name="selected-key2"/>
          <p:cNvGrpSpPr/>
          <p:nvPr/>
        </p:nvGrpSpPr>
        <p:grpSpPr>
          <ns1:xfrm xmlns:ns1="http://schemas.openxmlformats.org/drawingml/2006/main">
            <ns1:off x="2114550" y="2362200"/>
            <ns1:ext cx="110966" cy="110966"/>
            <ns1:chOff x="2114550" y="2362200"/>
            <ns1:chExt cx="110966" cy="110966"/>
          </ns1:xfrm>
        </p:grpSpPr>
        <p:sp>
          <p:nvSpPr>
            <p:cNvPr id="345" name="selected-key2.0.0">
              <a:extLst xmlns:a="http://schemas.openxmlformats.org/drawingml/2006/main">
                <a:ext uri="{FF2B5EF4-FFF2-40B4-BE49-F238E27FC236}">
                  <a16:creationId xmlns:a16="http://schemas.microsoft.com/office/drawing/2014/main" id="{41E572E5-C022-4BD8-AC0E-756C6A8687A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14550" y="236220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46" name="selected-key2.0.1">
              <a:extLst xmlns:a="http://schemas.openxmlformats.org/drawingml/2006/main">
                <a:ext uri="{FF2B5EF4-FFF2-40B4-BE49-F238E27FC236}">
                  <a16:creationId xmlns:a16="http://schemas.microsoft.com/office/drawing/2014/main" id="{8198D85A-8EB2-458F-AE37-A5623406A65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37410" y="236220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47" name="selected-key2.0.2">
              <a:extLst xmlns:a="http://schemas.openxmlformats.org/drawingml/2006/main">
                <a:ext uri="{FF2B5EF4-FFF2-40B4-BE49-F238E27FC236}">
                  <a16:creationId xmlns:a16="http://schemas.microsoft.com/office/drawing/2014/main" id="{A2061CB6-908A-40A3-9742-D650EF6618E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60270" y="236220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48" name="selected-key2.0.3">
              <a:extLst xmlns:a="http://schemas.openxmlformats.org/drawingml/2006/main">
                <a:ext uri="{FF2B5EF4-FFF2-40B4-BE49-F238E27FC236}">
                  <a16:creationId xmlns:a16="http://schemas.microsoft.com/office/drawing/2014/main" id="{B24944EC-D539-4019-A7BC-A3D81063863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83130" y="236220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49" name="selected-key2.0.4">
              <a:extLst xmlns:a="http://schemas.openxmlformats.org/drawingml/2006/main">
                <a:ext uri="{FF2B5EF4-FFF2-40B4-BE49-F238E27FC236}">
                  <a16:creationId xmlns:a16="http://schemas.microsoft.com/office/drawing/2014/main" id="{B184B66B-D7F0-439C-932B-798C58854C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05990" y="236220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50" name="selected-key2.1.0">
              <a:extLst xmlns:a="http://schemas.openxmlformats.org/drawingml/2006/main">
                <a:ext uri="{FF2B5EF4-FFF2-40B4-BE49-F238E27FC236}">
                  <a16:creationId xmlns:a16="http://schemas.microsoft.com/office/drawing/2014/main" id="{EEC588DF-1D43-4A69-9060-1F35040699E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14550" y="238506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51" name="selected-key2.1.1">
              <a:extLst xmlns:a="http://schemas.openxmlformats.org/drawingml/2006/main">
                <a:ext uri="{FF2B5EF4-FFF2-40B4-BE49-F238E27FC236}">
                  <a16:creationId xmlns:a16="http://schemas.microsoft.com/office/drawing/2014/main" id="{00BED3AB-835E-4E83-8B83-0DF4BB065C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37410" y="238506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52" name="selected-key2.1.2">
              <a:extLst xmlns:a="http://schemas.openxmlformats.org/drawingml/2006/main">
                <a:ext uri="{FF2B5EF4-FFF2-40B4-BE49-F238E27FC236}">
                  <a16:creationId xmlns:a16="http://schemas.microsoft.com/office/drawing/2014/main" id="{54E35AE0-6AE6-4394-B4F2-20477B30B04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60270" y="238506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53" name="selected-key2.1.3">
              <a:extLst xmlns:a="http://schemas.openxmlformats.org/drawingml/2006/main">
                <a:ext uri="{FF2B5EF4-FFF2-40B4-BE49-F238E27FC236}">
                  <a16:creationId xmlns:a16="http://schemas.microsoft.com/office/drawing/2014/main" id="{32E67FEA-42FF-400A-9747-4753F9C71C4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83130" y="238506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54" name="selected-key2.1.4">
              <a:extLst xmlns:a="http://schemas.openxmlformats.org/drawingml/2006/main">
                <a:ext uri="{FF2B5EF4-FFF2-40B4-BE49-F238E27FC236}">
                  <a16:creationId xmlns:a16="http://schemas.microsoft.com/office/drawing/2014/main" id="{7CCEF4E4-5FA7-410C-8C99-4E71DFE58E6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05990" y="238506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55" name="selected-key2.2.0">
              <a:extLst xmlns:a="http://schemas.openxmlformats.org/drawingml/2006/main">
                <a:ext uri="{FF2B5EF4-FFF2-40B4-BE49-F238E27FC236}">
                  <a16:creationId xmlns:a16="http://schemas.microsoft.com/office/drawing/2014/main" id="{FA85C1BD-77F2-4600-BE13-FFEB5509FB6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14550" y="240792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56" name="selected-key2.2.1">
              <a:extLst xmlns:a="http://schemas.openxmlformats.org/drawingml/2006/main">
                <a:ext uri="{FF2B5EF4-FFF2-40B4-BE49-F238E27FC236}">
                  <a16:creationId xmlns:a16="http://schemas.microsoft.com/office/drawing/2014/main" id="{8700B505-B7AB-41D9-A076-6570FA91B1D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37410" y="240792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57" name="selected-key2.2.2">
              <a:extLst xmlns:a="http://schemas.openxmlformats.org/drawingml/2006/main">
                <a:ext uri="{FF2B5EF4-FFF2-40B4-BE49-F238E27FC236}">
                  <a16:creationId xmlns:a16="http://schemas.microsoft.com/office/drawing/2014/main" id="{4143E528-CC24-4476-BAB4-E5D8E78F5DC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60270" y="240792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58" name="selected-key2.2.3">
              <a:extLst xmlns:a="http://schemas.openxmlformats.org/drawingml/2006/main">
                <a:ext uri="{FF2B5EF4-FFF2-40B4-BE49-F238E27FC236}">
                  <a16:creationId xmlns:a16="http://schemas.microsoft.com/office/drawing/2014/main" id="{3EC2EB1D-1188-4723-95C0-DFB4F4B12F4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83130" y="240792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59" name="selected-key2.2.4">
              <a:extLst xmlns:a="http://schemas.openxmlformats.org/drawingml/2006/main">
                <a:ext uri="{FF2B5EF4-FFF2-40B4-BE49-F238E27FC236}">
                  <a16:creationId xmlns:a16="http://schemas.microsoft.com/office/drawing/2014/main" id="{3ED7FA46-9755-4A44-B5E6-ABE464DB19A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05990" y="240792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60" name="selected-key2.3.0">
              <a:extLst xmlns:a="http://schemas.openxmlformats.org/drawingml/2006/main">
                <a:ext uri="{FF2B5EF4-FFF2-40B4-BE49-F238E27FC236}">
                  <a16:creationId xmlns:a16="http://schemas.microsoft.com/office/drawing/2014/main" id="{0473E522-66E9-4765-96D1-C961294A447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14550" y="243078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61" name="selected-key2.3.1">
              <a:extLst xmlns:a="http://schemas.openxmlformats.org/drawingml/2006/main">
                <a:ext uri="{FF2B5EF4-FFF2-40B4-BE49-F238E27FC236}">
                  <a16:creationId xmlns:a16="http://schemas.microsoft.com/office/drawing/2014/main" id="{609F9997-AFA5-4A43-9E5A-0CF3340AF02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37410" y="243078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62" name="selected-key2.3.2">
              <a:extLst xmlns:a="http://schemas.openxmlformats.org/drawingml/2006/main">
                <a:ext uri="{FF2B5EF4-FFF2-40B4-BE49-F238E27FC236}">
                  <a16:creationId xmlns:a16="http://schemas.microsoft.com/office/drawing/2014/main" id="{5C6AEDB5-4112-4BFB-B57A-9591403702C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60270" y="243078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63" name="selected-key2.3.3">
              <a:extLst xmlns:a="http://schemas.openxmlformats.org/drawingml/2006/main">
                <a:ext uri="{FF2B5EF4-FFF2-40B4-BE49-F238E27FC236}">
                  <a16:creationId xmlns:a16="http://schemas.microsoft.com/office/drawing/2014/main" id="{EC3CE477-B9E0-4EFA-99EB-A821F6B4DD0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83130" y="243078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64" name="selected-key2.3.4">
              <a:extLst xmlns:a="http://schemas.openxmlformats.org/drawingml/2006/main">
                <a:ext uri="{FF2B5EF4-FFF2-40B4-BE49-F238E27FC236}">
                  <a16:creationId xmlns:a16="http://schemas.microsoft.com/office/drawing/2014/main" id="{8FE49AC4-7E89-4625-8562-2CE0F82C203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05990" y="243078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65" name="selected-key2.4.0">
              <a:extLst xmlns:a="http://schemas.openxmlformats.org/drawingml/2006/main">
                <a:ext uri="{FF2B5EF4-FFF2-40B4-BE49-F238E27FC236}">
                  <a16:creationId xmlns:a16="http://schemas.microsoft.com/office/drawing/2014/main" id="{FA556FEB-D2FC-469E-BD10-9A570ED34C4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14550" y="245364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66" name="selected-key2.4.1">
              <a:extLst xmlns:a="http://schemas.openxmlformats.org/drawingml/2006/main">
                <a:ext uri="{FF2B5EF4-FFF2-40B4-BE49-F238E27FC236}">
                  <a16:creationId xmlns:a16="http://schemas.microsoft.com/office/drawing/2014/main" id="{E7354A30-3366-4C50-94F6-3CBA5459F24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37410" y="245364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67" name="selected-key2.4.2">
              <a:extLst xmlns:a="http://schemas.openxmlformats.org/drawingml/2006/main">
                <a:ext uri="{FF2B5EF4-FFF2-40B4-BE49-F238E27FC236}">
                  <a16:creationId xmlns:a16="http://schemas.microsoft.com/office/drawing/2014/main" id="{211E89C4-E7FA-4680-8A9A-A2C643D84D1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60270" y="245364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68" name="selected-key2.4.3">
              <a:extLst xmlns:a="http://schemas.openxmlformats.org/drawingml/2006/main">
                <a:ext uri="{FF2B5EF4-FFF2-40B4-BE49-F238E27FC236}">
                  <a16:creationId xmlns:a16="http://schemas.microsoft.com/office/drawing/2014/main" id="{53FEA7C0-4138-4AFD-B262-6D021C62B0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83130" y="245364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69" name="selected-key2.4.4">
              <a:extLst xmlns:a="http://schemas.openxmlformats.org/drawingml/2006/main">
                <a:ext uri="{FF2B5EF4-FFF2-40B4-BE49-F238E27FC236}">
                  <a16:creationId xmlns:a16="http://schemas.microsoft.com/office/drawing/2014/main" id="{387200EC-D6B6-4C91-9C1E-F907092B530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05990" y="245364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370" name="selected-name2">
            <a:extLst xmlns:a="http://schemas.openxmlformats.org/drawingml/2006/main">
              <a:ext uri="{FF2B5EF4-FFF2-40B4-BE49-F238E27FC236}">
                <a16:creationId xmlns:a16="http://schemas.microsoft.com/office/drawing/2014/main" id="{4DEF4EEC-2F68-44E4-BAF2-3F97F98DD81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66950" y="2295525"/>
            <a:ext cx="276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v₄</a:t>
            </a:r>
          </a:p>
        </p:txBody>
      </p:sp>
      <p:grpSp>
        <p:nvGrpSpPr>
          <p:cNvPr id="861" name="weighted-vector2"/>
          <p:cNvGrpSpPr/>
          <p:nvPr/>
        </p:nvGrpSpPr>
        <p:grpSpPr>
          <ns1:xfrm xmlns:ns1="http://schemas.openxmlformats.org/drawingml/2006/main">
            <ns1:off x="2105025" y="2552700"/>
            <ns1:ext cx="400050" cy="295276"/>
            <ns1:chOff x="2105025" y="2552700"/>
            <ns1:chExt cx="400050" cy="295276"/>
          </ns1:xfrm>
        </p:grpSpPr>
        <p:sp>
          <p:nvSpPr>
            <p:cNvPr id="371" name="weighted-vector2.0">
              <a:extLst xmlns:a="http://schemas.openxmlformats.org/drawingml/2006/main">
                <a:ext uri="{FF2B5EF4-FFF2-40B4-BE49-F238E27FC236}">
                  <a16:creationId xmlns:a16="http://schemas.microsoft.com/office/drawing/2014/main" id="{8A12F4BB-C887-472F-9230-85A7752ACDB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05025" y="2552700"/>
              <a:ext cx="85725" cy="2952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72" name="weighted-vector2.0.value">
              <a:extLst xmlns:a="http://schemas.openxmlformats.org/drawingml/2006/main">
                <a:ext uri="{FF2B5EF4-FFF2-40B4-BE49-F238E27FC236}">
                  <a16:creationId xmlns:a16="http://schemas.microsoft.com/office/drawing/2014/main" id="{F5CE0DE7-9EDC-44AA-96DB-78BC215F4A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05025" y="2685574"/>
              <a:ext cx="85725" cy="16240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73" name="weighted-vector2.1">
              <a:extLst xmlns:a="http://schemas.openxmlformats.org/drawingml/2006/main">
                <a:ext uri="{FF2B5EF4-FFF2-40B4-BE49-F238E27FC236}">
                  <a16:creationId xmlns:a16="http://schemas.microsoft.com/office/drawing/2014/main" id="{7D56058D-0F0C-4233-BC9D-5DBDD673EA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09800" y="2552700"/>
              <a:ext cx="85725" cy="2952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74" name="weighted-vector2.1.value">
              <a:extLst xmlns:a="http://schemas.openxmlformats.org/drawingml/2006/main">
                <a:ext uri="{FF2B5EF4-FFF2-40B4-BE49-F238E27FC236}">
                  <a16:creationId xmlns:a16="http://schemas.microsoft.com/office/drawing/2014/main" id="{5A971A8A-076B-4166-B4DE-3A9D4632D01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09800" y="2670810"/>
              <a:ext cx="85725" cy="17716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75" name="weighted-vector2.2">
              <a:extLst xmlns:a="http://schemas.openxmlformats.org/drawingml/2006/main">
                <a:ext uri="{FF2B5EF4-FFF2-40B4-BE49-F238E27FC236}">
                  <a16:creationId xmlns:a16="http://schemas.microsoft.com/office/drawing/2014/main" id="{D5D241B2-BCD8-48F6-AE09-DFF9022ECFA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14575" y="2552700"/>
              <a:ext cx="85725" cy="2952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76" name="weighted-vector2.2.value">
              <a:extLst xmlns:a="http://schemas.openxmlformats.org/drawingml/2006/main">
                <a:ext uri="{FF2B5EF4-FFF2-40B4-BE49-F238E27FC236}">
                  <a16:creationId xmlns:a16="http://schemas.microsoft.com/office/drawing/2014/main" id="{49C397D6-5219-41E1-83D7-3A3DB3B1429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14575" y="2700338"/>
              <a:ext cx="85725" cy="14763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77" name="weighted-vector2.3">
              <a:extLst xmlns:a="http://schemas.openxmlformats.org/drawingml/2006/main">
                <a:ext uri="{FF2B5EF4-FFF2-40B4-BE49-F238E27FC236}">
                  <a16:creationId xmlns:a16="http://schemas.microsoft.com/office/drawing/2014/main" id="{A38364A3-5966-4619-AF6F-D9C250108E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419350" y="2552700"/>
              <a:ext cx="85725" cy="2952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78" name="weighted-vector2.3.value">
              <a:extLst xmlns:a="http://schemas.openxmlformats.org/drawingml/2006/main">
                <a:ext uri="{FF2B5EF4-FFF2-40B4-BE49-F238E27FC236}">
                  <a16:creationId xmlns:a16="http://schemas.microsoft.com/office/drawing/2014/main" id="{225D9643-FB1E-49A8-B87A-9A2E84C71EF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419350" y="2656046"/>
              <a:ext cx="85725" cy="191929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380" name="weighted-pair3">
            <a:extLst xmlns:a="http://schemas.openxmlformats.org/drawingml/2006/main">
              <a:ext uri="{FF2B5EF4-FFF2-40B4-BE49-F238E27FC236}">
                <a16:creationId xmlns:a16="http://schemas.microsoft.com/office/drawing/2014/main" id="{A97CF21B-ACE3-4FE9-8CDE-F1FBA1F3F5E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38450" y="2333625"/>
            <a:ext cx="590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CED1"/>
            </a:solidFill>
            <a:prstDash val="solid"/>
          </a:ln>
        </p:spPr>
      </p:sp>
      <p:grpSp>
        <p:nvGrpSpPr>
          <p:cNvPr id="862" name="selected-key3"/>
          <p:cNvGrpSpPr/>
          <p:nvPr/>
        </p:nvGrpSpPr>
        <p:grpSpPr>
          <ns1:xfrm xmlns:ns1="http://schemas.openxmlformats.org/drawingml/2006/main">
            <ns1:off x="2933700" y="2362200"/>
            <ns1:ext cx="110966" cy="110966"/>
            <ns1:chOff x="2933700" y="2362200"/>
            <ns1:chExt cx="110966" cy="110966"/>
          </ns1:xfrm>
        </p:grpSpPr>
        <p:sp>
          <p:nvSpPr>
            <p:cNvPr id="381" name="selected-key3.0.0">
              <a:extLst xmlns:a="http://schemas.openxmlformats.org/drawingml/2006/main">
                <a:ext uri="{FF2B5EF4-FFF2-40B4-BE49-F238E27FC236}">
                  <a16:creationId xmlns:a16="http://schemas.microsoft.com/office/drawing/2014/main" id="{EF58BFEA-6E70-41E6-B5C6-4D1204A8464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33700" y="236220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82" name="selected-key3.0.1">
              <a:extLst xmlns:a="http://schemas.openxmlformats.org/drawingml/2006/main">
                <a:ext uri="{FF2B5EF4-FFF2-40B4-BE49-F238E27FC236}">
                  <a16:creationId xmlns:a16="http://schemas.microsoft.com/office/drawing/2014/main" id="{FFE22886-41BC-4C6F-A393-398FFDF72E4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56560" y="236220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83" name="selected-key3.0.2">
              <a:extLst xmlns:a="http://schemas.openxmlformats.org/drawingml/2006/main">
                <a:ext uri="{FF2B5EF4-FFF2-40B4-BE49-F238E27FC236}">
                  <a16:creationId xmlns:a16="http://schemas.microsoft.com/office/drawing/2014/main" id="{04746538-11A9-45B5-AC8C-D645414FF1C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9420" y="236220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84" name="selected-key3.0.3">
              <a:extLst xmlns:a="http://schemas.openxmlformats.org/drawingml/2006/main">
                <a:ext uri="{FF2B5EF4-FFF2-40B4-BE49-F238E27FC236}">
                  <a16:creationId xmlns:a16="http://schemas.microsoft.com/office/drawing/2014/main" id="{557E1911-A294-4E6C-8E46-C8E9C7F0E86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02280" y="236220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85" name="selected-key3.0.4">
              <a:extLst xmlns:a="http://schemas.openxmlformats.org/drawingml/2006/main">
                <a:ext uri="{FF2B5EF4-FFF2-40B4-BE49-F238E27FC236}">
                  <a16:creationId xmlns:a16="http://schemas.microsoft.com/office/drawing/2014/main" id="{E4266204-0E46-454B-9BF9-365EA24A6FC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25140" y="236220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86" name="selected-key3.1.0">
              <a:extLst xmlns:a="http://schemas.openxmlformats.org/drawingml/2006/main">
                <a:ext uri="{FF2B5EF4-FFF2-40B4-BE49-F238E27FC236}">
                  <a16:creationId xmlns:a16="http://schemas.microsoft.com/office/drawing/2014/main" id="{0A0E58A1-FDC7-49D3-A13E-1C52F76FCB2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33700" y="238506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87" name="selected-key3.1.1">
              <a:extLst xmlns:a="http://schemas.openxmlformats.org/drawingml/2006/main">
                <a:ext uri="{FF2B5EF4-FFF2-40B4-BE49-F238E27FC236}">
                  <a16:creationId xmlns:a16="http://schemas.microsoft.com/office/drawing/2014/main" id="{6D062694-848F-4783-8ADC-B4024D56C40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56560" y="238506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88" name="selected-key3.1.2">
              <a:extLst xmlns:a="http://schemas.openxmlformats.org/drawingml/2006/main">
                <a:ext uri="{FF2B5EF4-FFF2-40B4-BE49-F238E27FC236}">
                  <a16:creationId xmlns:a16="http://schemas.microsoft.com/office/drawing/2014/main" id="{6D9EDC26-2DE9-49AD-9952-DF9257468A0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9420" y="238506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89" name="selected-key3.1.3">
              <a:extLst xmlns:a="http://schemas.openxmlformats.org/drawingml/2006/main">
                <a:ext uri="{FF2B5EF4-FFF2-40B4-BE49-F238E27FC236}">
                  <a16:creationId xmlns:a16="http://schemas.microsoft.com/office/drawing/2014/main" id="{52860981-CDF6-4AD9-97EC-EE99CDC5E92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02280" y="238506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0" name="selected-key3.1.4">
              <a:extLst xmlns:a="http://schemas.openxmlformats.org/drawingml/2006/main">
                <a:ext uri="{FF2B5EF4-FFF2-40B4-BE49-F238E27FC236}">
                  <a16:creationId xmlns:a16="http://schemas.microsoft.com/office/drawing/2014/main" id="{459E8B54-02AE-4D7C-8C80-12BF01F50A5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25140" y="238506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1" name="selected-key3.2.0">
              <a:extLst xmlns:a="http://schemas.openxmlformats.org/drawingml/2006/main">
                <a:ext uri="{FF2B5EF4-FFF2-40B4-BE49-F238E27FC236}">
                  <a16:creationId xmlns:a16="http://schemas.microsoft.com/office/drawing/2014/main" id="{0ED99039-334E-4F8F-BE92-3E06E75F676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33700" y="240792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2" name="selected-key3.2.1">
              <a:extLst xmlns:a="http://schemas.openxmlformats.org/drawingml/2006/main">
                <a:ext uri="{FF2B5EF4-FFF2-40B4-BE49-F238E27FC236}">
                  <a16:creationId xmlns:a16="http://schemas.microsoft.com/office/drawing/2014/main" id="{6A00591B-9628-4364-BF17-12FFAE11D57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56560" y="240792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3" name="selected-key3.2.2">
              <a:extLst xmlns:a="http://schemas.openxmlformats.org/drawingml/2006/main">
                <a:ext uri="{FF2B5EF4-FFF2-40B4-BE49-F238E27FC236}">
                  <a16:creationId xmlns:a16="http://schemas.microsoft.com/office/drawing/2014/main" id="{6630BA10-F4DC-4A45-A26E-25E225FB9E6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9420" y="240792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4" name="selected-key3.2.3">
              <a:extLst xmlns:a="http://schemas.openxmlformats.org/drawingml/2006/main">
                <a:ext uri="{FF2B5EF4-FFF2-40B4-BE49-F238E27FC236}">
                  <a16:creationId xmlns:a16="http://schemas.microsoft.com/office/drawing/2014/main" id="{8F51F685-AD80-4B46-8398-DFB656A8A06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02280" y="240792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5" name="selected-key3.2.4">
              <a:extLst xmlns:a="http://schemas.openxmlformats.org/drawingml/2006/main">
                <a:ext uri="{FF2B5EF4-FFF2-40B4-BE49-F238E27FC236}">
                  <a16:creationId xmlns:a16="http://schemas.microsoft.com/office/drawing/2014/main" id="{3008FBF1-5DFB-4D35-9C84-2531EE9223F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25140" y="240792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6" name="selected-key3.3.0">
              <a:extLst xmlns:a="http://schemas.openxmlformats.org/drawingml/2006/main">
                <a:ext uri="{FF2B5EF4-FFF2-40B4-BE49-F238E27FC236}">
                  <a16:creationId xmlns:a16="http://schemas.microsoft.com/office/drawing/2014/main" id="{0D24AAD8-7821-457F-830C-A626FDB0E04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33700" y="243078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7" name="selected-key3.3.1">
              <a:extLst xmlns:a="http://schemas.openxmlformats.org/drawingml/2006/main">
                <a:ext uri="{FF2B5EF4-FFF2-40B4-BE49-F238E27FC236}">
                  <a16:creationId xmlns:a16="http://schemas.microsoft.com/office/drawing/2014/main" id="{9639E0A7-B6D4-4FA6-843D-3EB606B2ADB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56560" y="243078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8" name="selected-key3.3.2">
              <a:extLst xmlns:a="http://schemas.openxmlformats.org/drawingml/2006/main">
                <a:ext uri="{FF2B5EF4-FFF2-40B4-BE49-F238E27FC236}">
                  <a16:creationId xmlns:a16="http://schemas.microsoft.com/office/drawing/2014/main" id="{DD9D7F10-EF6C-405C-A2DE-E08945FAC38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9420" y="243078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9" name="selected-key3.3.3">
              <a:extLst xmlns:a="http://schemas.openxmlformats.org/drawingml/2006/main">
                <a:ext uri="{FF2B5EF4-FFF2-40B4-BE49-F238E27FC236}">
                  <a16:creationId xmlns:a16="http://schemas.microsoft.com/office/drawing/2014/main" id="{14EFF47A-DC80-4A9C-8A87-C3A4BBF54DE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02280" y="243078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00" name="selected-key3.3.4">
              <a:extLst xmlns:a="http://schemas.openxmlformats.org/drawingml/2006/main">
                <a:ext uri="{FF2B5EF4-FFF2-40B4-BE49-F238E27FC236}">
                  <a16:creationId xmlns:a16="http://schemas.microsoft.com/office/drawing/2014/main" id="{44725608-6B31-403B-9198-BC177EC4600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25140" y="243078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01" name="selected-key3.4.0">
              <a:extLst xmlns:a="http://schemas.openxmlformats.org/drawingml/2006/main">
                <a:ext uri="{FF2B5EF4-FFF2-40B4-BE49-F238E27FC236}">
                  <a16:creationId xmlns:a16="http://schemas.microsoft.com/office/drawing/2014/main" id="{CE84D90C-DE89-4668-82AE-BE9A743582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33700" y="245364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02" name="selected-key3.4.1">
              <a:extLst xmlns:a="http://schemas.openxmlformats.org/drawingml/2006/main">
                <a:ext uri="{FF2B5EF4-FFF2-40B4-BE49-F238E27FC236}">
                  <a16:creationId xmlns:a16="http://schemas.microsoft.com/office/drawing/2014/main" id="{AB7E5E4F-478C-40A6-88A7-9611277FB47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56560" y="245364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03" name="selected-key3.4.2">
              <a:extLst xmlns:a="http://schemas.openxmlformats.org/drawingml/2006/main">
                <a:ext uri="{FF2B5EF4-FFF2-40B4-BE49-F238E27FC236}">
                  <a16:creationId xmlns:a16="http://schemas.microsoft.com/office/drawing/2014/main" id="{05F8E196-43A9-4D16-945A-8B5F1FE34E8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9420" y="245364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04" name="selected-key3.4.3">
              <a:extLst xmlns:a="http://schemas.openxmlformats.org/drawingml/2006/main">
                <a:ext uri="{FF2B5EF4-FFF2-40B4-BE49-F238E27FC236}">
                  <a16:creationId xmlns:a16="http://schemas.microsoft.com/office/drawing/2014/main" id="{98787608-3244-4D2D-8B12-405CD0F68BE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02280" y="245364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05" name="selected-key3.4.4">
              <a:extLst xmlns:a="http://schemas.openxmlformats.org/drawingml/2006/main">
                <a:ext uri="{FF2B5EF4-FFF2-40B4-BE49-F238E27FC236}">
                  <a16:creationId xmlns:a16="http://schemas.microsoft.com/office/drawing/2014/main" id="{5E5C0C73-40BD-4B7E-86E2-3665A52BE89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25140" y="2453640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406" name="selected-name3">
            <a:extLst xmlns:a="http://schemas.openxmlformats.org/drawingml/2006/main">
              <a:ext uri="{FF2B5EF4-FFF2-40B4-BE49-F238E27FC236}">
                <a16:creationId xmlns:a16="http://schemas.microsoft.com/office/drawing/2014/main" id="{82F26BA6-9DFD-4986-A482-4D8CC09758E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86100" y="2295525"/>
            <a:ext cx="276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v₆</a:t>
            </a:r>
          </a:p>
        </p:txBody>
      </p:sp>
      <p:grpSp>
        <p:nvGrpSpPr>
          <p:cNvPr id="863" name="weighted-vector3"/>
          <p:cNvGrpSpPr/>
          <p:nvPr/>
        </p:nvGrpSpPr>
        <p:grpSpPr>
          <ns1:xfrm xmlns:ns1="http://schemas.openxmlformats.org/drawingml/2006/main">
            <ns1:off x="2924175" y="2552700"/>
            <ns1:ext cx="400050" cy="295276"/>
            <ns1:chOff x="2924175" y="2552700"/>
            <ns1:chExt cx="400050" cy="295276"/>
          </ns1:xfrm>
        </p:grpSpPr>
        <p:sp>
          <p:nvSpPr>
            <p:cNvPr id="407" name="weighted-vector3.0">
              <a:extLst xmlns:a="http://schemas.openxmlformats.org/drawingml/2006/main">
                <a:ext uri="{FF2B5EF4-FFF2-40B4-BE49-F238E27FC236}">
                  <a16:creationId xmlns:a16="http://schemas.microsoft.com/office/drawing/2014/main" id="{0564C2C1-2F9A-4449-93B0-200AEFF8C72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24175" y="2552700"/>
              <a:ext cx="85725" cy="2952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08" name="weighted-vector3.0.value">
              <a:extLst xmlns:a="http://schemas.openxmlformats.org/drawingml/2006/main">
                <a:ext uri="{FF2B5EF4-FFF2-40B4-BE49-F238E27FC236}">
                  <a16:creationId xmlns:a16="http://schemas.microsoft.com/office/drawing/2014/main" id="{7CF6261E-EB53-4630-B283-08040B7464A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24175" y="2656046"/>
              <a:ext cx="85725" cy="191929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09" name="weighted-vector3.1">
              <a:extLst xmlns:a="http://schemas.openxmlformats.org/drawingml/2006/main">
                <a:ext uri="{FF2B5EF4-FFF2-40B4-BE49-F238E27FC236}">
                  <a16:creationId xmlns:a16="http://schemas.microsoft.com/office/drawing/2014/main" id="{1DEFF86C-E84D-42B0-B0E5-B23CD0F39ED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28950" y="2552700"/>
              <a:ext cx="85725" cy="2952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10" name="weighted-vector3.1.value">
              <a:extLst xmlns:a="http://schemas.openxmlformats.org/drawingml/2006/main">
                <a:ext uri="{FF2B5EF4-FFF2-40B4-BE49-F238E27FC236}">
                  <a16:creationId xmlns:a16="http://schemas.microsoft.com/office/drawing/2014/main" id="{9D84874F-0CB0-463D-88A9-1D1B87C3BA7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28950" y="2700338"/>
              <a:ext cx="85725" cy="14763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11" name="weighted-vector3.2">
              <a:extLst xmlns:a="http://schemas.openxmlformats.org/drawingml/2006/main">
                <a:ext uri="{FF2B5EF4-FFF2-40B4-BE49-F238E27FC236}">
                  <a16:creationId xmlns:a16="http://schemas.microsoft.com/office/drawing/2014/main" id="{2871FFC9-3277-4801-9C11-B87C5C79093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33725" y="2552700"/>
              <a:ext cx="85725" cy="2952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12" name="weighted-vector3.2.value">
              <a:extLst xmlns:a="http://schemas.openxmlformats.org/drawingml/2006/main">
                <a:ext uri="{FF2B5EF4-FFF2-40B4-BE49-F238E27FC236}">
                  <a16:creationId xmlns:a16="http://schemas.microsoft.com/office/drawing/2014/main" id="{3D01BC48-5EA8-43D1-B845-A0071B7171B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33725" y="2700338"/>
              <a:ext cx="85725" cy="14763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13" name="weighted-vector3.3">
              <a:extLst xmlns:a="http://schemas.openxmlformats.org/drawingml/2006/main">
                <a:ext uri="{FF2B5EF4-FFF2-40B4-BE49-F238E27FC236}">
                  <a16:creationId xmlns:a16="http://schemas.microsoft.com/office/drawing/2014/main" id="{25CC8CA1-5525-4B0A-9B55-69C048970B7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38500" y="2552700"/>
              <a:ext cx="85725" cy="2952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14" name="weighted-vector3.3.value">
              <a:extLst xmlns:a="http://schemas.openxmlformats.org/drawingml/2006/main">
                <a:ext uri="{FF2B5EF4-FFF2-40B4-BE49-F238E27FC236}">
                  <a16:creationId xmlns:a16="http://schemas.microsoft.com/office/drawing/2014/main" id="{3FE41775-2C83-4E7B-9FA5-CE613DFF8DF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38500" y="2656046"/>
              <a:ext cx="85725" cy="191929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416" name="aggregate">
            <a:extLst xmlns:a="http://schemas.openxmlformats.org/drawingml/2006/main">
              <a:ext uri="{FF2B5EF4-FFF2-40B4-BE49-F238E27FC236}">
                <a16:creationId xmlns:a16="http://schemas.microsoft.com/office/drawing/2014/main" id="{08EEC367-2495-4FE2-8480-7123F689215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86275" y="2524125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B"/>
          </a:solidFill>
          <a:ln xmlns:a="http://schemas.openxmlformats.org/drawingml/2006/main" w="9525">
            <a:solidFill>
              <a:srgbClr val="497665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Aggregate</a:t>
            </a:r>
          </a:p>
        </p:txBody>
      </p:sp>
      <p:cxnSp>
        <p:nvCxnSpPr>
          <p:cNvPr id="840" name="token-edge"/>
          <p:cNvCxnSpPr>
            <a:stCxn xmlns:a="http://schemas.openxmlformats.org/drawingml/2006/main" id="163" idx="2"/>
            <a:endCxn xmlns:a="http://schemas.openxmlformats.org/drawingml/2006/main" id="416" idx="0"/>
          </p:cNvCxnSpPr>
          <p:nvPr/>
        </p:nvCxnSpPr>
        <p:spPr>
          <a:xfrm xmlns:a="http://schemas.openxmlformats.org/drawingml/2006/main">
            <a:off x="5019675" y="1476375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487F98"/>
            </a:solidFill>
            <a:prstDash val="solid"/>
            <a:round/>
            <a:tailEnd type="triangle" w="med" len="med"/>
          </a:ln>
        </p:spPr>
      </p:cxnSp>
      <p:cxnSp>
        <p:nvCxnSpPr>
          <p:cNvPr id="841" name="weights-edge"/>
          <p:cNvCxnSpPr>
            <a:stCxn xmlns:a="http://schemas.openxmlformats.org/drawingml/2006/main" id="271" idx="3"/>
            <a:endCxn xmlns:a="http://schemas.openxmlformats.org/drawingml/2006/main" id="416" idx="1"/>
          </p:cNvCxnSpPr>
          <p:nvPr/>
        </p:nvCxnSpPr>
        <p:spPr>
          <a:xfrm xmlns:a="http://schemas.openxmlformats.org/drawingml/2006/main">
            <a:off x="3790950" y="2781300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 cap="rnd">
            <a:solidFill>
              <a:srgbClr val="BD7854"/>
            </a:solidFill>
            <a:prstDash val="solid"/>
            <a:round/>
            <a:tailEnd type="triangle" w="med" len="med"/>
          </a:ln>
        </p:spPr>
      </p:cxnSp>
      <p:sp>
        <p:nvSpPr>
          <p:cNvPr id="419" name="summary">
            <a:extLst xmlns:a="http://schemas.openxmlformats.org/drawingml/2006/main">
              <a:ext uri="{FF2B5EF4-FFF2-40B4-BE49-F238E27FC236}">
                <a16:creationId xmlns:a16="http://schemas.microsoft.com/office/drawing/2014/main" id="{107C5459-734F-4C60-B31A-BA0895C22A7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38825" y="2552700"/>
            <a:ext cx="38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9525">
            <a:solidFill>
              <a:srgbClr val="487F98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cxnSp>
        <p:nvCxnSpPr>
          <p:cNvPr id="843" name="summary-edge"/>
          <p:cNvCxnSpPr>
            <a:stCxn xmlns:a="http://schemas.openxmlformats.org/drawingml/2006/main" id="416" idx="3"/>
            <a:endCxn xmlns:a="http://schemas.openxmlformats.org/drawingml/2006/main" id="419" idx="1"/>
          </p:cNvCxnSpPr>
          <p:nvPr/>
        </p:nvCxnSpPr>
        <p:spPr>
          <a:xfrm xmlns:a="http://schemas.openxmlformats.org/drawingml/2006/main">
            <a:off x="5553075" y="27813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sp>
        <p:nvSpPr>
          <p:cNvPr id="421" name="aggregation-equation">
            <a:extLst xmlns:a="http://schemas.openxmlformats.org/drawingml/2006/main">
              <a:ext uri="{FF2B5EF4-FFF2-40B4-BE49-F238E27FC236}">
                <a16:creationId xmlns:a16="http://schemas.microsoft.com/office/drawing/2014/main" id="{B815D040-BAA9-4F39-BCE1-A26AA2BACAF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81500" y="3209925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z = Σᵢ wᵢvᵢ</a:t>
            </a:r>
          </a:p>
        </p:txBody>
      </p:sp>
      <p:sp>
        <p:nvSpPr>
          <p:cNvPr id="422" name="normalization">
            <a:extLst xmlns:a="http://schemas.openxmlformats.org/drawingml/2006/main">
              <a:ext uri="{FF2B5EF4-FFF2-40B4-BE49-F238E27FC236}">
                <a16:creationId xmlns:a16="http://schemas.microsoft.com/office/drawing/2014/main" id="{B1290864-8A75-4B30-889D-C2BE17E6EAC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66850" y="3314700"/>
            <a:ext cx="1133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Σᵢ wᵢ = 1</a:t>
            </a:r>
          </a:p>
        </p:txBody>
      </p:sp>
      <p:sp>
        <p:nvSpPr>
          <p:cNvPr id="423" name="disclosure">
            <a:extLst xmlns:a="http://schemas.openxmlformats.org/drawingml/2006/main">
              <a:ext uri="{FF2B5EF4-FFF2-40B4-BE49-F238E27FC236}">
                <a16:creationId xmlns:a16="http://schemas.microsoft.com/office/drawing/2014/main" id="{98A56448-1069-420B-911C-571C81340B8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571875"/>
            <a:ext cx="605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Patterns identify tokens. Each lower frame pairs vᵢ with wᵢ; feature bars are schematic.</a:t>
            </a:r>
          </a:p>
        </p:txBody>
      </p:sp>
    </p:spTree>
    <p:extLst>
      <p:ext uri="{BB962C8B-B14F-4D97-AF65-F5344CB8AC3E}">
        <p14:creationId xmlns:p14="http://schemas.microsoft.com/office/powerpoint/2010/main" val="2271921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2026-09-29T15:29:25.0500000Z</dcterms:created>
  <dcterms:modified xsi:type="dcterms:W3CDTF">2026-09-29T15:29:25.0500000Z</dcterms:modified>
</coreProperties>
</file>