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b0f66130cc423f" /><Relationship Type="http://schemas.openxmlformats.org/officeDocument/2006/relationships/extended-properties" Target="/docProps/app.xml" Id="R1973496e114e48d6" /><Relationship Type="http://schemas.openxmlformats.org/officeDocument/2006/relationships/officeDocument" Target="/ppt/presentation.xml" Id="R86c38ef643b546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c5fd0bae144e5c"/>
  </p:sldMasterIdLst>
  <p:notesMasterIdLst>
    <p:notesMasterId xmlns:r="http://schemas.openxmlformats.org/officeDocument/2006/relationships" r:id="R376d431f02544ffc"/>
  </p:notesMasterIdLst>
  <p:sldIdLst>
    <p:sldId xmlns:r="http://schemas.openxmlformats.org/officeDocument/2006/relationships" id="256" r:id="R7812e042d0104c0e"/>
  </p:sldIdLst>
  <p:sldSz cx="64008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6a4165313842a3" /><Relationship Type="http://schemas.openxmlformats.org/officeDocument/2006/relationships/slideMaster" Target="/ppt/slideMasters/slideMaster1.xml" Id="Ra7c5fd0bae144e5c" /><Relationship Type="http://schemas.openxmlformats.org/officeDocument/2006/relationships/notesMaster" Target="/ppt/notesMasters/notesMaster1.xml" Id="R376d431f02544ffc" /><Relationship Type="http://schemas.openxmlformats.org/officeDocument/2006/relationships/presProps" Target="/ppt/presProps.xml" Id="R19c61f60cc5a47b5" /><Relationship Type="http://schemas.openxmlformats.org/officeDocument/2006/relationships/tableStyles" Target="/ppt/tableStyles.xml" Id="Rc65436328d8746ab" /><Relationship Type="http://schemas.openxmlformats.org/officeDocument/2006/relationships/slide" Target="/ppt/slides/slide1.xml" Id="R7812e042d0104c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4ea9d07bc34b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6ecee5952a4c88" /><Relationship Type="http://schemas.openxmlformats.org/officeDocument/2006/relationships/notesMaster" Target="/ppt/notesMasters/notesMaster1.xml" Id="R9a79061cf8cf47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Cross-modal correspondence</a:t>
            </a:r>
          </a:p>
          <a:p xmlns:a="http://schemas.openxmlformats.org/drawingml/2006/main">
            <a:r>
              <a:t>Original schematic examples. The visible grouping, ports and identity markers reflect the supplied review. No empirical results are shown. Publication width 177.8 mm. Input briefs: examples/tasks.json. Reference study: https://arxiv.org/abs/2111.06377 ; https://arxiv.org/abs/2103.00020 ; https://arxiv.org/abs/1505.04597 ; https://arxiv.org/abs/1706.03762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65cfc3856b4b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d667a8bf9f41eb" /><Relationship Type="http://schemas.openxmlformats.org/officeDocument/2006/relationships/slideLayout" Target="/ppt/slideLayouts/slideLayout1.xml" Id="R9d31481e249f42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31481e249f42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c17b44c3c44a4" /><Relationship Type="http://schemas.openxmlformats.org/officeDocument/2006/relationships/notesSlide" Target="/ppt/notesSlides/notesSlide1.xml" Id="R52d584bbe90e4f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1" name="a-title">
            <a:extLst xmlns:a="http://schemas.openxmlformats.org/drawingml/2006/main">
              <a:ext uri="{FF2B5EF4-FFF2-40B4-BE49-F238E27FC236}">
                <a16:creationId xmlns:a16="http://schemas.microsoft.com/office/drawing/2014/main" id="{D04B6BD9-BEBD-4EA5-9279-3D0448B261F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95250"/>
            <a:ext cx="3124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(a) Paired representations</a:t>
            </a:r>
          </a:p>
        </p:txBody>
      </p:sp>
      <p:sp>
        <p:nvSpPr>
          <p:cNvPr id="2" name="b-title">
            <a:extLst xmlns:a="http://schemas.openxmlformats.org/drawingml/2006/main">
              <a:ext uri="{FF2B5EF4-FFF2-40B4-BE49-F238E27FC236}">
                <a16:creationId xmlns:a16="http://schemas.microsoft.com/office/drawing/2014/main" id="{B7CA71C5-C63F-4373-BEFC-E7D181BFFF2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33775" y="95250"/>
            <a:ext cx="2695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(b) Pairwise correspondence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9F7E42E-FC6F-42FC-BBC3-55B19677CED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666750"/>
            <a:ext cx="114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D7854"/>
            </a:solidFill>
            <a:prstDash val="solid"/>
          </a:ln>
        </p:spPr>
      </p:sp>
      <p:sp>
        <p:nvSpPr>
          <p:cNvPr id="4" name="text-label">
            <a:extLst xmlns:a="http://schemas.openxmlformats.org/drawingml/2006/main">
              <a:ext uri="{FF2B5EF4-FFF2-40B4-BE49-F238E27FC236}">
                <a16:creationId xmlns:a16="http://schemas.microsoft.com/office/drawing/2014/main" id="{2A8A8ECE-472E-43DF-A274-7B4D4096D36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9550" y="1504950"/>
            <a:ext cx="1066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grpSp>
        <p:nvGrpSpPr>
          <p:cNvPr id="671" name="caption-key0"/>
          <p:cNvGrpSpPr/>
          <p:nvPr/>
        </p:nvGrpSpPr>
        <p:grpSpPr>
          <ns1:xfrm xmlns:ns1="http://schemas.openxmlformats.org/drawingml/2006/main">
            <ns1:off x="228600" y="733425"/>
            <ns1:ext cx="110966" cy="110966"/>
            <ns1:chOff x="228600" y="733425"/>
            <ns1:chExt cx="110966" cy="110966"/>
          </ns1:xfrm>
        </p:grpSpPr>
        <p:sp>
          <p:nvSpPr>
            <p:cNvPr id="5" name="caption-key0.0.0">
              <a:extLst xmlns:a="http://schemas.openxmlformats.org/drawingml/2006/main">
                <a:ext uri="{FF2B5EF4-FFF2-40B4-BE49-F238E27FC236}">
                  <a16:creationId xmlns:a16="http://schemas.microsoft.com/office/drawing/2014/main" id="{7102A9A9-3B9F-48BA-A06D-C921F25487E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7334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" name="caption-key0.0.1">
              <a:extLst xmlns:a="http://schemas.openxmlformats.org/drawingml/2006/main">
                <a:ext uri="{FF2B5EF4-FFF2-40B4-BE49-F238E27FC236}">
                  <a16:creationId xmlns:a16="http://schemas.microsoft.com/office/drawing/2014/main" id="{F4FCD4C4-2525-4139-A39B-19133B1E635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1460" y="7334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" name="caption-key0.0.2">
              <a:extLst xmlns:a="http://schemas.openxmlformats.org/drawingml/2006/main">
                <a:ext uri="{FF2B5EF4-FFF2-40B4-BE49-F238E27FC236}">
                  <a16:creationId xmlns:a16="http://schemas.microsoft.com/office/drawing/2014/main" id="{BE4AA38E-BF18-4427-B0AA-3600C19B063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320" y="7334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" name="caption-key0.0.3">
              <a:extLst xmlns:a="http://schemas.openxmlformats.org/drawingml/2006/main">
                <a:ext uri="{FF2B5EF4-FFF2-40B4-BE49-F238E27FC236}">
                  <a16:creationId xmlns:a16="http://schemas.microsoft.com/office/drawing/2014/main" id="{DEC79232-A513-4152-B8F4-441CABF3D0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" y="7334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" name="caption-key0.0.4">
              <a:extLst xmlns:a="http://schemas.openxmlformats.org/drawingml/2006/main">
                <a:ext uri="{FF2B5EF4-FFF2-40B4-BE49-F238E27FC236}">
                  <a16:creationId xmlns:a16="http://schemas.microsoft.com/office/drawing/2014/main" id="{F3BF56DF-B6C4-4F64-9EE4-E755A1F75C7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" y="7334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" name="caption-key0.1.0">
              <a:extLst xmlns:a="http://schemas.openxmlformats.org/drawingml/2006/main">
                <a:ext uri="{FF2B5EF4-FFF2-40B4-BE49-F238E27FC236}">
                  <a16:creationId xmlns:a16="http://schemas.microsoft.com/office/drawing/2014/main" id="{AB0A3E6A-DA6A-43D5-86E3-165A03CC899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7562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" name="caption-key0.1.1">
              <a:extLst xmlns:a="http://schemas.openxmlformats.org/drawingml/2006/main">
                <a:ext uri="{FF2B5EF4-FFF2-40B4-BE49-F238E27FC236}">
                  <a16:creationId xmlns:a16="http://schemas.microsoft.com/office/drawing/2014/main" id="{69ED424A-0CC0-47FB-99EE-B34FDD2438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1460" y="7562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" name="caption-key0.1.2">
              <a:extLst xmlns:a="http://schemas.openxmlformats.org/drawingml/2006/main">
                <a:ext uri="{FF2B5EF4-FFF2-40B4-BE49-F238E27FC236}">
                  <a16:creationId xmlns:a16="http://schemas.microsoft.com/office/drawing/2014/main" id="{5328905E-6838-4206-BA5D-396382C4006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320" y="7562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3" name="caption-key0.1.3">
              <a:extLst xmlns:a="http://schemas.openxmlformats.org/drawingml/2006/main">
                <a:ext uri="{FF2B5EF4-FFF2-40B4-BE49-F238E27FC236}">
                  <a16:creationId xmlns:a16="http://schemas.microsoft.com/office/drawing/2014/main" id="{B0499BF5-8890-4D45-ACFD-5271205D12F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" y="7562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" name="caption-key0.1.4">
              <a:extLst xmlns:a="http://schemas.openxmlformats.org/drawingml/2006/main">
                <a:ext uri="{FF2B5EF4-FFF2-40B4-BE49-F238E27FC236}">
                  <a16:creationId xmlns:a16="http://schemas.microsoft.com/office/drawing/2014/main" id="{250436A0-3A43-4C60-A2ED-3AF2F11CF98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" y="7562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" name="caption-key0.2.0">
              <a:extLst xmlns:a="http://schemas.openxmlformats.org/drawingml/2006/main">
                <a:ext uri="{FF2B5EF4-FFF2-40B4-BE49-F238E27FC236}">
                  <a16:creationId xmlns:a16="http://schemas.microsoft.com/office/drawing/2014/main" id="{3BFE8143-379C-4814-86B4-D70466FF73C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7791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" name="caption-key0.2.1">
              <a:extLst xmlns:a="http://schemas.openxmlformats.org/drawingml/2006/main">
                <a:ext uri="{FF2B5EF4-FFF2-40B4-BE49-F238E27FC236}">
                  <a16:creationId xmlns:a16="http://schemas.microsoft.com/office/drawing/2014/main" id="{60BBEFD2-4E7B-4FC9-88D8-E13D375686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1460" y="7791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" name="caption-key0.2.2">
              <a:extLst xmlns:a="http://schemas.openxmlformats.org/drawingml/2006/main">
                <a:ext uri="{FF2B5EF4-FFF2-40B4-BE49-F238E27FC236}">
                  <a16:creationId xmlns:a16="http://schemas.microsoft.com/office/drawing/2014/main" id="{8F5908FA-185B-41F7-9449-B5652FEB84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320" y="7791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" name="caption-key0.2.3">
              <a:extLst xmlns:a="http://schemas.openxmlformats.org/drawingml/2006/main">
                <a:ext uri="{FF2B5EF4-FFF2-40B4-BE49-F238E27FC236}">
                  <a16:creationId xmlns:a16="http://schemas.microsoft.com/office/drawing/2014/main" id="{E27CC6FC-1FF0-4C28-A4D7-3EA36C043D6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" y="7791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" name="caption-key0.2.4">
              <a:extLst xmlns:a="http://schemas.openxmlformats.org/drawingml/2006/main">
                <a:ext uri="{FF2B5EF4-FFF2-40B4-BE49-F238E27FC236}">
                  <a16:creationId xmlns:a16="http://schemas.microsoft.com/office/drawing/2014/main" id="{E452304E-391A-40C3-8808-A84B4CFB7F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" y="7791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" name="caption-key0.3.0">
              <a:extLst xmlns:a="http://schemas.openxmlformats.org/drawingml/2006/main">
                <a:ext uri="{FF2B5EF4-FFF2-40B4-BE49-F238E27FC236}">
                  <a16:creationId xmlns:a16="http://schemas.microsoft.com/office/drawing/2014/main" id="{FC3B2DC8-658D-44A4-B394-99333DF1D1F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8020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1" name="caption-key0.3.1">
              <a:extLst xmlns:a="http://schemas.openxmlformats.org/drawingml/2006/main">
                <a:ext uri="{FF2B5EF4-FFF2-40B4-BE49-F238E27FC236}">
                  <a16:creationId xmlns:a16="http://schemas.microsoft.com/office/drawing/2014/main" id="{3ED2893F-E74C-4419-A065-F77260F60A5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1460" y="8020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" name="caption-key0.3.2">
              <a:extLst xmlns:a="http://schemas.openxmlformats.org/drawingml/2006/main">
                <a:ext uri="{FF2B5EF4-FFF2-40B4-BE49-F238E27FC236}">
                  <a16:creationId xmlns:a16="http://schemas.microsoft.com/office/drawing/2014/main" id="{2B6D154F-7171-460E-8CF0-AFF5E2E9994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320" y="8020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" name="caption-key0.3.3">
              <a:extLst xmlns:a="http://schemas.openxmlformats.org/drawingml/2006/main">
                <a:ext uri="{FF2B5EF4-FFF2-40B4-BE49-F238E27FC236}">
                  <a16:creationId xmlns:a16="http://schemas.microsoft.com/office/drawing/2014/main" id="{5CB71AC0-4622-4D50-9621-AAACC6BFA8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" y="8020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4" name="caption-key0.3.4">
              <a:extLst xmlns:a="http://schemas.openxmlformats.org/drawingml/2006/main">
                <a:ext uri="{FF2B5EF4-FFF2-40B4-BE49-F238E27FC236}">
                  <a16:creationId xmlns:a16="http://schemas.microsoft.com/office/drawing/2014/main" id="{079629ED-3AE4-4B60-8F31-43DFB7D3115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" y="8020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" name="caption-key0.4.0">
              <a:extLst xmlns:a="http://schemas.openxmlformats.org/drawingml/2006/main">
                <a:ext uri="{FF2B5EF4-FFF2-40B4-BE49-F238E27FC236}">
                  <a16:creationId xmlns:a16="http://schemas.microsoft.com/office/drawing/2014/main" id="{8C656AC4-8576-4B9D-AA0B-F975A61259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8248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" name="caption-key0.4.1">
              <a:extLst xmlns:a="http://schemas.openxmlformats.org/drawingml/2006/main">
                <a:ext uri="{FF2B5EF4-FFF2-40B4-BE49-F238E27FC236}">
                  <a16:creationId xmlns:a16="http://schemas.microsoft.com/office/drawing/2014/main" id="{CD8E2FFA-A07A-487C-8BFA-B3A144E853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1460" y="8248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7" name="caption-key0.4.2">
              <a:extLst xmlns:a="http://schemas.openxmlformats.org/drawingml/2006/main">
                <a:ext uri="{FF2B5EF4-FFF2-40B4-BE49-F238E27FC236}">
                  <a16:creationId xmlns:a16="http://schemas.microsoft.com/office/drawing/2014/main" id="{F55B6B76-22BF-493F-ADA8-953698C4E3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320" y="8248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" name="caption-key0.4.3">
              <a:extLst xmlns:a="http://schemas.openxmlformats.org/drawingml/2006/main">
                <a:ext uri="{FF2B5EF4-FFF2-40B4-BE49-F238E27FC236}">
                  <a16:creationId xmlns:a16="http://schemas.microsoft.com/office/drawing/2014/main" id="{C3EE858C-CC4C-4830-B756-0E7D8C51EF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" y="8248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" name="caption-key0.4.4">
              <a:extLst xmlns:a="http://schemas.openxmlformats.org/drawingml/2006/main">
                <a:ext uri="{FF2B5EF4-FFF2-40B4-BE49-F238E27FC236}">
                  <a16:creationId xmlns:a16="http://schemas.microsoft.com/office/drawing/2014/main" id="{CF162870-1BA7-4C21-8864-9868651D1C3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" y="8248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30" name="caption0">
            <a:extLst xmlns:a="http://schemas.openxmlformats.org/drawingml/2006/main">
              <a:ext uri="{FF2B5EF4-FFF2-40B4-BE49-F238E27FC236}">
                <a16:creationId xmlns:a16="http://schemas.microsoft.com/office/drawing/2014/main" id="{6170C819-157B-4F5E-843A-87F0ABD635E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0050" y="685800"/>
            <a:ext cx="885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horizontal</a:t>
            </a:r>
          </a:p>
        </p:txBody>
      </p:sp>
      <p:grpSp>
        <p:nvGrpSpPr>
          <p:cNvPr id="672" name="caption-key1"/>
          <p:cNvGrpSpPr/>
          <p:nvPr/>
        </p:nvGrpSpPr>
        <p:grpSpPr>
          <ns1:xfrm xmlns:ns1="http://schemas.openxmlformats.org/drawingml/2006/main">
            <ns1:off x="228600" y="904875"/>
            <ns1:ext cx="110966" cy="110966"/>
            <ns1:chOff x="228600" y="904875"/>
            <ns1:chExt cx="110966" cy="110966"/>
          </ns1:xfrm>
        </p:grpSpPr>
        <p:sp>
          <p:nvSpPr>
            <p:cNvPr id="31" name="caption-key1.0.0">
              <a:extLst xmlns:a="http://schemas.openxmlformats.org/drawingml/2006/main">
                <a:ext uri="{FF2B5EF4-FFF2-40B4-BE49-F238E27FC236}">
                  <a16:creationId xmlns:a16="http://schemas.microsoft.com/office/drawing/2014/main" id="{9A8C434A-129D-47F2-8920-4F39431D60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90487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" name="caption-key1.0.1">
              <a:extLst xmlns:a="http://schemas.openxmlformats.org/drawingml/2006/main">
                <a:ext uri="{FF2B5EF4-FFF2-40B4-BE49-F238E27FC236}">
                  <a16:creationId xmlns:a16="http://schemas.microsoft.com/office/drawing/2014/main" id="{9C3C5C4A-4315-4F67-B757-07D716F6A19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1460" y="90487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" name="caption-key1.0.2">
              <a:extLst xmlns:a="http://schemas.openxmlformats.org/drawingml/2006/main">
                <a:ext uri="{FF2B5EF4-FFF2-40B4-BE49-F238E27FC236}">
                  <a16:creationId xmlns:a16="http://schemas.microsoft.com/office/drawing/2014/main" id="{8682D448-1A35-4F07-8DC8-0DC5343DD5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320" y="90487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4" name="caption-key1.0.3">
              <a:extLst xmlns:a="http://schemas.openxmlformats.org/drawingml/2006/main">
                <a:ext uri="{FF2B5EF4-FFF2-40B4-BE49-F238E27FC236}">
                  <a16:creationId xmlns:a16="http://schemas.microsoft.com/office/drawing/2014/main" id="{D1793B2C-4645-4EC4-AD4E-778714332F8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" y="90487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" name="caption-key1.0.4">
              <a:extLst xmlns:a="http://schemas.openxmlformats.org/drawingml/2006/main">
                <a:ext uri="{FF2B5EF4-FFF2-40B4-BE49-F238E27FC236}">
                  <a16:creationId xmlns:a16="http://schemas.microsoft.com/office/drawing/2014/main" id="{08CEB1F8-2321-45A1-8F6D-7E6AB3D5637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" y="90487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" name="caption-key1.1.0">
              <a:extLst xmlns:a="http://schemas.openxmlformats.org/drawingml/2006/main">
                <a:ext uri="{FF2B5EF4-FFF2-40B4-BE49-F238E27FC236}">
                  <a16:creationId xmlns:a16="http://schemas.microsoft.com/office/drawing/2014/main" id="{4297AAA2-9229-4221-8B7D-F12DE5453C9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92773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7" name="caption-key1.1.1">
              <a:extLst xmlns:a="http://schemas.openxmlformats.org/drawingml/2006/main">
                <a:ext uri="{FF2B5EF4-FFF2-40B4-BE49-F238E27FC236}">
                  <a16:creationId xmlns:a16="http://schemas.microsoft.com/office/drawing/2014/main" id="{03457E3E-9B28-40BF-A5A5-3480E31FEFB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1460" y="92773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8" name="caption-key1.1.2">
              <a:extLst xmlns:a="http://schemas.openxmlformats.org/drawingml/2006/main">
                <a:ext uri="{FF2B5EF4-FFF2-40B4-BE49-F238E27FC236}">
                  <a16:creationId xmlns:a16="http://schemas.microsoft.com/office/drawing/2014/main" id="{A570A20F-7CE9-43FF-BFE1-B72BCDF621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320" y="92773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" name="caption-key1.1.3">
              <a:extLst xmlns:a="http://schemas.openxmlformats.org/drawingml/2006/main">
                <a:ext uri="{FF2B5EF4-FFF2-40B4-BE49-F238E27FC236}">
                  <a16:creationId xmlns:a16="http://schemas.microsoft.com/office/drawing/2014/main" id="{19BBBC39-2302-42A9-86BF-92F026322E6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" y="92773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0" name="caption-key1.1.4">
              <a:extLst xmlns:a="http://schemas.openxmlformats.org/drawingml/2006/main">
                <a:ext uri="{FF2B5EF4-FFF2-40B4-BE49-F238E27FC236}">
                  <a16:creationId xmlns:a16="http://schemas.microsoft.com/office/drawing/2014/main" id="{AFC057AD-CF56-4961-9D7A-F021DC7BD6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" y="92773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" name="caption-key1.2.0">
              <a:extLst xmlns:a="http://schemas.openxmlformats.org/drawingml/2006/main">
                <a:ext uri="{FF2B5EF4-FFF2-40B4-BE49-F238E27FC236}">
                  <a16:creationId xmlns:a16="http://schemas.microsoft.com/office/drawing/2014/main" id="{C9AEEC66-D896-4716-96F9-DA8ECA274F9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95059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2" name="caption-key1.2.1">
              <a:extLst xmlns:a="http://schemas.openxmlformats.org/drawingml/2006/main">
                <a:ext uri="{FF2B5EF4-FFF2-40B4-BE49-F238E27FC236}">
                  <a16:creationId xmlns:a16="http://schemas.microsoft.com/office/drawing/2014/main" id="{A18A4F70-56D8-4724-B2AA-D401D02592D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1460" y="95059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3" name="caption-key1.2.2">
              <a:extLst xmlns:a="http://schemas.openxmlformats.org/drawingml/2006/main">
                <a:ext uri="{FF2B5EF4-FFF2-40B4-BE49-F238E27FC236}">
                  <a16:creationId xmlns:a16="http://schemas.microsoft.com/office/drawing/2014/main" id="{E85C4792-DCAA-4AC5-BDBE-4D9BD1B08D1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320" y="95059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4" name="caption-key1.2.3">
              <a:extLst xmlns:a="http://schemas.openxmlformats.org/drawingml/2006/main">
                <a:ext uri="{FF2B5EF4-FFF2-40B4-BE49-F238E27FC236}">
                  <a16:creationId xmlns:a16="http://schemas.microsoft.com/office/drawing/2014/main" id="{ACE9EC15-AA1C-4284-A4DA-FE0E5F7E987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" y="95059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5" name="caption-key1.2.4">
              <a:extLst xmlns:a="http://schemas.openxmlformats.org/drawingml/2006/main">
                <a:ext uri="{FF2B5EF4-FFF2-40B4-BE49-F238E27FC236}">
                  <a16:creationId xmlns:a16="http://schemas.microsoft.com/office/drawing/2014/main" id="{D2B95A1F-EE5E-481E-A188-687A39617E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" y="95059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6" name="caption-key1.3.0">
              <a:extLst xmlns:a="http://schemas.openxmlformats.org/drawingml/2006/main">
                <a:ext uri="{FF2B5EF4-FFF2-40B4-BE49-F238E27FC236}">
                  <a16:creationId xmlns:a16="http://schemas.microsoft.com/office/drawing/2014/main" id="{392855F6-B07F-4F60-9C66-6C114C54E6D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97345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7" name="caption-key1.3.1">
              <a:extLst xmlns:a="http://schemas.openxmlformats.org/drawingml/2006/main">
                <a:ext uri="{FF2B5EF4-FFF2-40B4-BE49-F238E27FC236}">
                  <a16:creationId xmlns:a16="http://schemas.microsoft.com/office/drawing/2014/main" id="{266448DA-D8AE-4F61-B8A4-20A19E6D44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1460" y="97345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8" name="caption-key1.3.2">
              <a:extLst xmlns:a="http://schemas.openxmlformats.org/drawingml/2006/main">
                <a:ext uri="{FF2B5EF4-FFF2-40B4-BE49-F238E27FC236}">
                  <a16:creationId xmlns:a16="http://schemas.microsoft.com/office/drawing/2014/main" id="{87AF1F22-B484-4455-A60C-E5652D6CE1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320" y="97345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9" name="caption-key1.3.3">
              <a:extLst xmlns:a="http://schemas.openxmlformats.org/drawingml/2006/main">
                <a:ext uri="{FF2B5EF4-FFF2-40B4-BE49-F238E27FC236}">
                  <a16:creationId xmlns:a16="http://schemas.microsoft.com/office/drawing/2014/main" id="{935F71BD-19EC-4A9E-B1D9-739262134ED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" y="97345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0" name="caption-key1.3.4">
              <a:extLst xmlns:a="http://schemas.openxmlformats.org/drawingml/2006/main">
                <a:ext uri="{FF2B5EF4-FFF2-40B4-BE49-F238E27FC236}">
                  <a16:creationId xmlns:a16="http://schemas.microsoft.com/office/drawing/2014/main" id="{19D2E981-045F-4F8A-81DF-572D6812915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" y="97345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1" name="caption-key1.4.0">
              <a:extLst xmlns:a="http://schemas.openxmlformats.org/drawingml/2006/main">
                <a:ext uri="{FF2B5EF4-FFF2-40B4-BE49-F238E27FC236}">
                  <a16:creationId xmlns:a16="http://schemas.microsoft.com/office/drawing/2014/main" id="{FF46AC0A-4C5B-46EE-9D61-3026F13704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99631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2" name="caption-key1.4.1">
              <a:extLst xmlns:a="http://schemas.openxmlformats.org/drawingml/2006/main">
                <a:ext uri="{FF2B5EF4-FFF2-40B4-BE49-F238E27FC236}">
                  <a16:creationId xmlns:a16="http://schemas.microsoft.com/office/drawing/2014/main" id="{E982D4A6-AE4A-4C00-BFFF-81A3449030C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1460" y="99631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3" name="caption-key1.4.2">
              <a:extLst xmlns:a="http://schemas.openxmlformats.org/drawingml/2006/main">
                <a:ext uri="{FF2B5EF4-FFF2-40B4-BE49-F238E27FC236}">
                  <a16:creationId xmlns:a16="http://schemas.microsoft.com/office/drawing/2014/main" id="{2ED3D0B6-CD62-4F2A-9211-84ED9951F2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320" y="99631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4" name="caption-key1.4.3">
              <a:extLst xmlns:a="http://schemas.openxmlformats.org/drawingml/2006/main">
                <a:ext uri="{FF2B5EF4-FFF2-40B4-BE49-F238E27FC236}">
                  <a16:creationId xmlns:a16="http://schemas.microsoft.com/office/drawing/2014/main" id="{1F4BC131-6AC1-45EE-9CC3-60BDF82503F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" y="99631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5" name="caption-key1.4.4">
              <a:extLst xmlns:a="http://schemas.openxmlformats.org/drawingml/2006/main">
                <a:ext uri="{FF2B5EF4-FFF2-40B4-BE49-F238E27FC236}">
                  <a16:creationId xmlns:a16="http://schemas.microsoft.com/office/drawing/2014/main" id="{C7D4B4E9-2A82-4F4C-90AB-E178F17CF2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" y="99631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56" name="caption1">
            <a:extLst xmlns:a="http://schemas.openxmlformats.org/drawingml/2006/main">
              <a:ext uri="{FF2B5EF4-FFF2-40B4-BE49-F238E27FC236}">
                <a16:creationId xmlns:a16="http://schemas.microsoft.com/office/drawing/2014/main" id="{0206C53A-B82D-45E2-AE59-A8C504CB1A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0050" y="857250"/>
            <a:ext cx="885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vertical</a:t>
            </a:r>
          </a:p>
        </p:txBody>
      </p:sp>
      <p:grpSp>
        <p:nvGrpSpPr>
          <p:cNvPr id="673" name="caption-key2"/>
          <p:cNvGrpSpPr/>
          <p:nvPr/>
        </p:nvGrpSpPr>
        <p:grpSpPr>
          <ns1:xfrm xmlns:ns1="http://schemas.openxmlformats.org/drawingml/2006/main">
            <ns1:off x="228600" y="1076325"/>
            <ns1:ext cx="110966" cy="110966"/>
            <ns1:chOff x="228600" y="1076325"/>
            <ns1:chExt cx="110966" cy="110966"/>
          </ns1:xfrm>
        </p:grpSpPr>
        <p:sp>
          <p:nvSpPr>
            <p:cNvPr id="57" name="caption-key2.0.0">
              <a:extLst xmlns:a="http://schemas.openxmlformats.org/drawingml/2006/main">
                <a:ext uri="{FF2B5EF4-FFF2-40B4-BE49-F238E27FC236}">
                  <a16:creationId xmlns:a16="http://schemas.microsoft.com/office/drawing/2014/main" id="{BE4B65B7-5B93-4036-B771-135801D1F6F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10763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8" name="caption-key2.0.1">
              <a:extLst xmlns:a="http://schemas.openxmlformats.org/drawingml/2006/main">
                <a:ext uri="{FF2B5EF4-FFF2-40B4-BE49-F238E27FC236}">
                  <a16:creationId xmlns:a16="http://schemas.microsoft.com/office/drawing/2014/main" id="{ED126B68-4119-46B0-A313-3A6251B8BA1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1460" y="10763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9" name="caption-key2.0.2">
              <a:extLst xmlns:a="http://schemas.openxmlformats.org/drawingml/2006/main">
                <a:ext uri="{FF2B5EF4-FFF2-40B4-BE49-F238E27FC236}">
                  <a16:creationId xmlns:a16="http://schemas.microsoft.com/office/drawing/2014/main" id="{F78C8EF8-327D-4B24-82EA-717F50F9EA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320" y="10763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0" name="caption-key2.0.3">
              <a:extLst xmlns:a="http://schemas.openxmlformats.org/drawingml/2006/main">
                <a:ext uri="{FF2B5EF4-FFF2-40B4-BE49-F238E27FC236}">
                  <a16:creationId xmlns:a16="http://schemas.microsoft.com/office/drawing/2014/main" id="{63A3C478-D974-40B7-8F43-4ED2F1BCD7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" y="10763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1" name="caption-key2.0.4">
              <a:extLst xmlns:a="http://schemas.openxmlformats.org/drawingml/2006/main">
                <a:ext uri="{FF2B5EF4-FFF2-40B4-BE49-F238E27FC236}">
                  <a16:creationId xmlns:a16="http://schemas.microsoft.com/office/drawing/2014/main" id="{09A499D8-2259-476A-8422-6DC085B9EB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" y="10763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2" name="caption-key2.1.0">
              <a:extLst xmlns:a="http://schemas.openxmlformats.org/drawingml/2006/main">
                <a:ext uri="{FF2B5EF4-FFF2-40B4-BE49-F238E27FC236}">
                  <a16:creationId xmlns:a16="http://schemas.microsoft.com/office/drawing/2014/main" id="{60C9139F-7009-4C05-99F1-7BC991A9458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10991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3" name="caption-key2.1.1">
              <a:extLst xmlns:a="http://schemas.openxmlformats.org/drawingml/2006/main">
                <a:ext uri="{FF2B5EF4-FFF2-40B4-BE49-F238E27FC236}">
                  <a16:creationId xmlns:a16="http://schemas.microsoft.com/office/drawing/2014/main" id="{D7DF7A39-AACD-42D9-A6AB-AFF55B63BD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1460" y="10991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4" name="caption-key2.1.2">
              <a:extLst xmlns:a="http://schemas.openxmlformats.org/drawingml/2006/main">
                <a:ext uri="{FF2B5EF4-FFF2-40B4-BE49-F238E27FC236}">
                  <a16:creationId xmlns:a16="http://schemas.microsoft.com/office/drawing/2014/main" id="{FC5E7DF2-6FF0-4B7E-817D-482EDD17862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320" y="10991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5" name="caption-key2.1.3">
              <a:extLst xmlns:a="http://schemas.openxmlformats.org/drawingml/2006/main">
                <a:ext uri="{FF2B5EF4-FFF2-40B4-BE49-F238E27FC236}">
                  <a16:creationId xmlns:a16="http://schemas.microsoft.com/office/drawing/2014/main" id="{1C1BAF56-885F-4248-9E89-CB6D15164F7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" y="10991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6" name="caption-key2.1.4">
              <a:extLst xmlns:a="http://schemas.openxmlformats.org/drawingml/2006/main">
                <a:ext uri="{FF2B5EF4-FFF2-40B4-BE49-F238E27FC236}">
                  <a16:creationId xmlns:a16="http://schemas.microsoft.com/office/drawing/2014/main" id="{9379A04D-89D7-4B5D-97F0-F1708C03C88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" y="10991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7" name="caption-key2.2.0">
              <a:extLst xmlns:a="http://schemas.openxmlformats.org/drawingml/2006/main">
                <a:ext uri="{FF2B5EF4-FFF2-40B4-BE49-F238E27FC236}">
                  <a16:creationId xmlns:a16="http://schemas.microsoft.com/office/drawing/2014/main" id="{0F0B5F5E-95E8-46B7-AC08-07A0E29DA76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11220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8" name="caption-key2.2.1">
              <a:extLst xmlns:a="http://schemas.openxmlformats.org/drawingml/2006/main">
                <a:ext uri="{FF2B5EF4-FFF2-40B4-BE49-F238E27FC236}">
                  <a16:creationId xmlns:a16="http://schemas.microsoft.com/office/drawing/2014/main" id="{4B5297D2-3B4A-4ACB-AE7C-0F69A6036F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1460" y="11220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9" name="caption-key2.2.2">
              <a:extLst xmlns:a="http://schemas.openxmlformats.org/drawingml/2006/main">
                <a:ext uri="{FF2B5EF4-FFF2-40B4-BE49-F238E27FC236}">
                  <a16:creationId xmlns:a16="http://schemas.microsoft.com/office/drawing/2014/main" id="{9875CB13-E14C-4AAE-97C0-82770F2F4BD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320" y="11220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0" name="caption-key2.2.3">
              <a:extLst xmlns:a="http://schemas.openxmlformats.org/drawingml/2006/main">
                <a:ext uri="{FF2B5EF4-FFF2-40B4-BE49-F238E27FC236}">
                  <a16:creationId xmlns:a16="http://schemas.microsoft.com/office/drawing/2014/main" id="{983FB41E-AEA4-4A5B-8563-3AE3C66A8D3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" y="11220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1" name="caption-key2.2.4">
              <a:extLst xmlns:a="http://schemas.openxmlformats.org/drawingml/2006/main">
                <a:ext uri="{FF2B5EF4-FFF2-40B4-BE49-F238E27FC236}">
                  <a16:creationId xmlns:a16="http://schemas.microsoft.com/office/drawing/2014/main" id="{9CE8CDFC-BC12-42C6-8030-1493C4B14A3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" y="11220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2" name="caption-key2.3.0">
              <a:extLst xmlns:a="http://schemas.openxmlformats.org/drawingml/2006/main">
                <a:ext uri="{FF2B5EF4-FFF2-40B4-BE49-F238E27FC236}">
                  <a16:creationId xmlns:a16="http://schemas.microsoft.com/office/drawing/2014/main" id="{D69A19AA-3028-4732-A7A5-E06EF473809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11449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3" name="caption-key2.3.1">
              <a:extLst xmlns:a="http://schemas.openxmlformats.org/drawingml/2006/main">
                <a:ext uri="{FF2B5EF4-FFF2-40B4-BE49-F238E27FC236}">
                  <a16:creationId xmlns:a16="http://schemas.microsoft.com/office/drawing/2014/main" id="{F1B2B652-6331-42D5-AD72-ACFE53D6594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1460" y="11449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4" name="caption-key2.3.2">
              <a:extLst xmlns:a="http://schemas.openxmlformats.org/drawingml/2006/main">
                <a:ext uri="{FF2B5EF4-FFF2-40B4-BE49-F238E27FC236}">
                  <a16:creationId xmlns:a16="http://schemas.microsoft.com/office/drawing/2014/main" id="{7A9D41BE-D6FF-403A-805C-14871EE9309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320" y="11449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5" name="caption-key2.3.3">
              <a:extLst xmlns:a="http://schemas.openxmlformats.org/drawingml/2006/main">
                <a:ext uri="{FF2B5EF4-FFF2-40B4-BE49-F238E27FC236}">
                  <a16:creationId xmlns:a16="http://schemas.microsoft.com/office/drawing/2014/main" id="{CF14DC09-16D4-4248-988B-45A7122A9B9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" y="11449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6" name="caption-key2.3.4">
              <a:extLst xmlns:a="http://schemas.openxmlformats.org/drawingml/2006/main">
                <a:ext uri="{FF2B5EF4-FFF2-40B4-BE49-F238E27FC236}">
                  <a16:creationId xmlns:a16="http://schemas.microsoft.com/office/drawing/2014/main" id="{3D902EBF-D001-437D-AFAB-33AA70FAC31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" y="11449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7" name="caption-key2.4.0">
              <a:extLst xmlns:a="http://schemas.openxmlformats.org/drawingml/2006/main">
                <a:ext uri="{FF2B5EF4-FFF2-40B4-BE49-F238E27FC236}">
                  <a16:creationId xmlns:a16="http://schemas.microsoft.com/office/drawing/2014/main" id="{CB68A4A9-C1E6-4904-BEF6-E13D555DC32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11677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8" name="caption-key2.4.1">
              <a:extLst xmlns:a="http://schemas.openxmlformats.org/drawingml/2006/main">
                <a:ext uri="{FF2B5EF4-FFF2-40B4-BE49-F238E27FC236}">
                  <a16:creationId xmlns:a16="http://schemas.microsoft.com/office/drawing/2014/main" id="{52F4AAFE-C35A-456F-8B25-15CB4E1A550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1460" y="11677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9" name="caption-key2.4.2">
              <a:extLst xmlns:a="http://schemas.openxmlformats.org/drawingml/2006/main">
                <a:ext uri="{FF2B5EF4-FFF2-40B4-BE49-F238E27FC236}">
                  <a16:creationId xmlns:a16="http://schemas.microsoft.com/office/drawing/2014/main" id="{CED2D385-5650-47B7-93DF-D35DE4B88FE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320" y="11677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0" name="caption-key2.4.3">
              <a:extLst xmlns:a="http://schemas.openxmlformats.org/drawingml/2006/main">
                <a:ext uri="{FF2B5EF4-FFF2-40B4-BE49-F238E27FC236}">
                  <a16:creationId xmlns:a16="http://schemas.microsoft.com/office/drawing/2014/main" id="{1D7DEDD7-34C9-4DF6-9023-22BD6A1D3C5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" y="11677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1" name="caption-key2.4.4">
              <a:extLst xmlns:a="http://schemas.openxmlformats.org/drawingml/2006/main">
                <a:ext uri="{FF2B5EF4-FFF2-40B4-BE49-F238E27FC236}">
                  <a16:creationId xmlns:a16="http://schemas.microsoft.com/office/drawing/2014/main" id="{9551FC1A-E638-4739-9AD0-3DDBB65C07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" y="11677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82" name="caption2">
            <a:extLst xmlns:a="http://schemas.openxmlformats.org/drawingml/2006/main">
              <a:ext uri="{FF2B5EF4-FFF2-40B4-BE49-F238E27FC236}">
                <a16:creationId xmlns:a16="http://schemas.microsoft.com/office/drawing/2014/main" id="{71CC4D3C-01EA-49B9-B4E6-1E09081C8E8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0050" y="1028700"/>
            <a:ext cx="885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cross</a:t>
            </a:r>
          </a:p>
        </p:txBody>
      </p:sp>
      <p:grpSp>
        <p:nvGrpSpPr>
          <p:cNvPr id="674" name="caption-key3"/>
          <p:cNvGrpSpPr/>
          <p:nvPr/>
        </p:nvGrpSpPr>
        <p:grpSpPr>
          <ns1:xfrm xmlns:ns1="http://schemas.openxmlformats.org/drawingml/2006/main">
            <ns1:off x="228600" y="1247775"/>
            <ns1:ext cx="110966" cy="110966"/>
            <ns1:chOff x="228600" y="1247775"/>
            <ns1:chExt cx="110966" cy="110966"/>
          </ns1:xfrm>
        </p:grpSpPr>
        <p:sp>
          <p:nvSpPr>
            <p:cNvPr id="83" name="caption-key3.0.0">
              <a:extLst xmlns:a="http://schemas.openxmlformats.org/drawingml/2006/main">
                <a:ext uri="{FF2B5EF4-FFF2-40B4-BE49-F238E27FC236}">
                  <a16:creationId xmlns:a16="http://schemas.microsoft.com/office/drawing/2014/main" id="{DABB3F91-C877-4D3E-A0C6-FAD26BCD08D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124777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4" name="caption-key3.0.1">
              <a:extLst xmlns:a="http://schemas.openxmlformats.org/drawingml/2006/main">
                <a:ext uri="{FF2B5EF4-FFF2-40B4-BE49-F238E27FC236}">
                  <a16:creationId xmlns:a16="http://schemas.microsoft.com/office/drawing/2014/main" id="{65A32F67-1522-4E99-BB86-0CCF2EC96D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1460" y="124777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5" name="caption-key3.0.2">
              <a:extLst xmlns:a="http://schemas.openxmlformats.org/drawingml/2006/main">
                <a:ext uri="{FF2B5EF4-FFF2-40B4-BE49-F238E27FC236}">
                  <a16:creationId xmlns:a16="http://schemas.microsoft.com/office/drawing/2014/main" id="{9C7F5615-42CC-47B0-98AE-FC0E4E3CB57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320" y="124777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6" name="caption-key3.0.3">
              <a:extLst xmlns:a="http://schemas.openxmlformats.org/drawingml/2006/main">
                <a:ext uri="{FF2B5EF4-FFF2-40B4-BE49-F238E27FC236}">
                  <a16:creationId xmlns:a16="http://schemas.microsoft.com/office/drawing/2014/main" id="{B0A324CC-7781-462F-BFDF-64FA805ECCC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" y="124777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7" name="caption-key3.0.4">
              <a:extLst xmlns:a="http://schemas.openxmlformats.org/drawingml/2006/main">
                <a:ext uri="{FF2B5EF4-FFF2-40B4-BE49-F238E27FC236}">
                  <a16:creationId xmlns:a16="http://schemas.microsoft.com/office/drawing/2014/main" id="{E05C7285-2BC1-4EE5-B52B-CECC73ABDA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" y="124777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8" name="caption-key3.1.0">
              <a:extLst xmlns:a="http://schemas.openxmlformats.org/drawingml/2006/main">
                <a:ext uri="{FF2B5EF4-FFF2-40B4-BE49-F238E27FC236}">
                  <a16:creationId xmlns:a16="http://schemas.microsoft.com/office/drawing/2014/main" id="{0C184006-04FB-4408-B784-9000B1DC7C2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127063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9" name="caption-key3.1.1">
              <a:extLst xmlns:a="http://schemas.openxmlformats.org/drawingml/2006/main">
                <a:ext uri="{FF2B5EF4-FFF2-40B4-BE49-F238E27FC236}">
                  <a16:creationId xmlns:a16="http://schemas.microsoft.com/office/drawing/2014/main" id="{C9B0C4F1-6C0C-4251-A384-09148B0438B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1460" y="127063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0" name="caption-key3.1.2">
              <a:extLst xmlns:a="http://schemas.openxmlformats.org/drawingml/2006/main">
                <a:ext uri="{FF2B5EF4-FFF2-40B4-BE49-F238E27FC236}">
                  <a16:creationId xmlns:a16="http://schemas.microsoft.com/office/drawing/2014/main" id="{E1DB4B0A-0F0D-4B98-984D-E298491CFB3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320" y="127063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1" name="caption-key3.1.3">
              <a:extLst xmlns:a="http://schemas.openxmlformats.org/drawingml/2006/main">
                <a:ext uri="{FF2B5EF4-FFF2-40B4-BE49-F238E27FC236}">
                  <a16:creationId xmlns:a16="http://schemas.microsoft.com/office/drawing/2014/main" id="{4D31CEC1-1BCA-4A87-B55E-11B52C4FE30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" y="127063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2" name="caption-key3.1.4">
              <a:extLst xmlns:a="http://schemas.openxmlformats.org/drawingml/2006/main">
                <a:ext uri="{FF2B5EF4-FFF2-40B4-BE49-F238E27FC236}">
                  <a16:creationId xmlns:a16="http://schemas.microsoft.com/office/drawing/2014/main" id="{3CDFB9BB-E912-428F-A1C8-F24F6A4B0D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" y="127063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3" name="caption-key3.2.0">
              <a:extLst xmlns:a="http://schemas.openxmlformats.org/drawingml/2006/main">
                <a:ext uri="{FF2B5EF4-FFF2-40B4-BE49-F238E27FC236}">
                  <a16:creationId xmlns:a16="http://schemas.microsoft.com/office/drawing/2014/main" id="{5311FD4F-43E7-4629-8637-DB332B45176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129349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4" name="caption-key3.2.1">
              <a:extLst xmlns:a="http://schemas.openxmlformats.org/drawingml/2006/main">
                <a:ext uri="{FF2B5EF4-FFF2-40B4-BE49-F238E27FC236}">
                  <a16:creationId xmlns:a16="http://schemas.microsoft.com/office/drawing/2014/main" id="{03877211-76E9-4BB1-A8B0-BC21A43C0EF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1460" y="129349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5" name="caption-key3.2.2">
              <a:extLst xmlns:a="http://schemas.openxmlformats.org/drawingml/2006/main">
                <a:ext uri="{FF2B5EF4-FFF2-40B4-BE49-F238E27FC236}">
                  <a16:creationId xmlns:a16="http://schemas.microsoft.com/office/drawing/2014/main" id="{9302C078-C862-47FD-8DFA-A4C59AB561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320" y="129349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6" name="caption-key3.2.3">
              <a:extLst xmlns:a="http://schemas.openxmlformats.org/drawingml/2006/main">
                <a:ext uri="{FF2B5EF4-FFF2-40B4-BE49-F238E27FC236}">
                  <a16:creationId xmlns:a16="http://schemas.microsoft.com/office/drawing/2014/main" id="{AAB6AE74-84D9-4A77-A000-5C7958D1699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" y="129349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7" name="caption-key3.2.4">
              <a:extLst xmlns:a="http://schemas.openxmlformats.org/drawingml/2006/main">
                <a:ext uri="{FF2B5EF4-FFF2-40B4-BE49-F238E27FC236}">
                  <a16:creationId xmlns:a16="http://schemas.microsoft.com/office/drawing/2014/main" id="{501F7BAD-68F6-4BF5-B458-333046F8CD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" y="129349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8" name="caption-key3.3.0">
              <a:extLst xmlns:a="http://schemas.openxmlformats.org/drawingml/2006/main">
                <a:ext uri="{FF2B5EF4-FFF2-40B4-BE49-F238E27FC236}">
                  <a16:creationId xmlns:a16="http://schemas.microsoft.com/office/drawing/2014/main" id="{A1234D1A-EDDB-4E93-9472-235843DF78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131635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9" name="caption-key3.3.1">
              <a:extLst xmlns:a="http://schemas.openxmlformats.org/drawingml/2006/main">
                <a:ext uri="{FF2B5EF4-FFF2-40B4-BE49-F238E27FC236}">
                  <a16:creationId xmlns:a16="http://schemas.microsoft.com/office/drawing/2014/main" id="{0DEB3DE0-AE60-4CF0-9BD7-CE4A6232FA4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1460" y="131635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0" name="caption-key3.3.2">
              <a:extLst xmlns:a="http://schemas.openxmlformats.org/drawingml/2006/main">
                <a:ext uri="{FF2B5EF4-FFF2-40B4-BE49-F238E27FC236}">
                  <a16:creationId xmlns:a16="http://schemas.microsoft.com/office/drawing/2014/main" id="{2998C981-DD9C-484A-87CC-D7A1DA9EF46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320" y="131635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1" name="caption-key3.3.3">
              <a:extLst xmlns:a="http://schemas.openxmlformats.org/drawingml/2006/main">
                <a:ext uri="{FF2B5EF4-FFF2-40B4-BE49-F238E27FC236}">
                  <a16:creationId xmlns:a16="http://schemas.microsoft.com/office/drawing/2014/main" id="{B6A61F3C-80FF-424B-AFC4-EB553747EC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" y="131635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2" name="caption-key3.3.4">
              <a:extLst xmlns:a="http://schemas.openxmlformats.org/drawingml/2006/main">
                <a:ext uri="{FF2B5EF4-FFF2-40B4-BE49-F238E27FC236}">
                  <a16:creationId xmlns:a16="http://schemas.microsoft.com/office/drawing/2014/main" id="{3BA0EDFE-EAAC-4415-9B1A-75F4E91402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" y="131635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3" name="caption-key3.4.0">
              <a:extLst xmlns:a="http://schemas.openxmlformats.org/drawingml/2006/main">
                <a:ext uri="{FF2B5EF4-FFF2-40B4-BE49-F238E27FC236}">
                  <a16:creationId xmlns:a16="http://schemas.microsoft.com/office/drawing/2014/main" id="{849B06AF-0865-4FBD-A311-893C19597A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133921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4" name="caption-key3.4.1">
              <a:extLst xmlns:a="http://schemas.openxmlformats.org/drawingml/2006/main">
                <a:ext uri="{FF2B5EF4-FFF2-40B4-BE49-F238E27FC236}">
                  <a16:creationId xmlns:a16="http://schemas.microsoft.com/office/drawing/2014/main" id="{A42F8A0B-CFF9-4E13-A703-46B7300B523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1460" y="133921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5" name="caption-key3.4.2">
              <a:extLst xmlns:a="http://schemas.openxmlformats.org/drawingml/2006/main">
                <a:ext uri="{FF2B5EF4-FFF2-40B4-BE49-F238E27FC236}">
                  <a16:creationId xmlns:a16="http://schemas.microsoft.com/office/drawing/2014/main" id="{B8AB3EDF-0172-4D72-AD74-FB747A80EE9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320" y="133921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6" name="caption-key3.4.3">
              <a:extLst xmlns:a="http://schemas.openxmlformats.org/drawingml/2006/main">
                <a:ext uri="{FF2B5EF4-FFF2-40B4-BE49-F238E27FC236}">
                  <a16:creationId xmlns:a16="http://schemas.microsoft.com/office/drawing/2014/main" id="{ED0AFA98-68CC-451B-A945-0BE440DD64C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" y="133921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7" name="caption-key3.4.4">
              <a:extLst xmlns:a="http://schemas.openxmlformats.org/drawingml/2006/main">
                <a:ext uri="{FF2B5EF4-FFF2-40B4-BE49-F238E27FC236}">
                  <a16:creationId xmlns:a16="http://schemas.microsoft.com/office/drawing/2014/main" id="{3D2EF2A5-3304-451F-BE45-01342A17C4F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" y="133921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108" name="caption3">
            <a:extLst xmlns:a="http://schemas.openxmlformats.org/drawingml/2006/main">
              <a:ext uri="{FF2B5EF4-FFF2-40B4-BE49-F238E27FC236}">
                <a16:creationId xmlns:a16="http://schemas.microsoft.com/office/drawing/2014/main" id="{0FAC2B18-2021-4B27-9C6E-C7D0F93D202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0050" y="1200150"/>
            <a:ext cx="885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ring</a:t>
            </a:r>
          </a:p>
        </p:txBody>
      </p:sp>
      <p:sp>
        <p:nvSpPr>
          <p:cNvPr id="109" name="image">
            <a:extLst xmlns:a="http://schemas.openxmlformats.org/drawingml/2006/main">
              <a:ext uri="{FF2B5EF4-FFF2-40B4-BE49-F238E27FC236}">
                <a16:creationId xmlns:a16="http://schemas.microsoft.com/office/drawing/2014/main" id="{147C6181-3409-4F64-871B-D50CD3572FC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2076450"/>
            <a:ext cx="11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87F98"/>
            </a:solidFill>
            <a:prstDash val="solid"/>
          </a:ln>
        </p:spPr>
      </p:sp>
      <p:sp>
        <p:nvSpPr>
          <p:cNvPr id="110" name="image-label">
            <a:extLst xmlns:a="http://schemas.openxmlformats.org/drawingml/2006/main">
              <a:ext uri="{FF2B5EF4-FFF2-40B4-BE49-F238E27FC236}">
                <a16:creationId xmlns:a16="http://schemas.microsoft.com/office/drawing/2014/main" id="{4DBA5E79-FECA-477A-991C-AEE8669FE50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9550" y="3038475"/>
            <a:ext cx="1066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grpSp>
        <p:nvGrpSpPr>
          <p:cNvPr id="675" name="sample0"/>
          <p:cNvGrpSpPr/>
          <p:nvPr/>
        </p:nvGrpSpPr>
        <p:grpSpPr>
          <ns1:xfrm xmlns:ns1="http://schemas.openxmlformats.org/drawingml/2006/main">
            <ns1:off x="323850" y="2143125"/>
            <ns1:ext cx="320516" cy="320516"/>
            <ns1:chOff x="323850" y="2143125"/>
            <ns1:chExt cx="320516" cy="320516"/>
          </ns1:xfrm>
        </p:grpSpPr>
        <p:sp>
          <p:nvSpPr>
            <p:cNvPr id="111" name="sample0.0.0">
              <a:extLst xmlns:a="http://schemas.openxmlformats.org/drawingml/2006/main">
                <a:ext uri="{FF2B5EF4-FFF2-40B4-BE49-F238E27FC236}">
                  <a16:creationId xmlns:a16="http://schemas.microsoft.com/office/drawing/2014/main" id="{939D5886-CB80-4D32-9437-B814AF21952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3850" y="214312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2" name="sample0.0.1">
              <a:extLst xmlns:a="http://schemas.openxmlformats.org/drawingml/2006/main">
                <a:ext uri="{FF2B5EF4-FFF2-40B4-BE49-F238E27FC236}">
                  <a16:creationId xmlns:a16="http://schemas.microsoft.com/office/drawing/2014/main" id="{2D7094E8-BD09-4C27-A8A8-6C531FCA36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620" y="214312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3" name="sample0.0.2">
              <a:extLst xmlns:a="http://schemas.openxmlformats.org/drawingml/2006/main">
                <a:ext uri="{FF2B5EF4-FFF2-40B4-BE49-F238E27FC236}">
                  <a16:creationId xmlns:a16="http://schemas.microsoft.com/office/drawing/2014/main" id="{2B28812A-A919-400D-BDAD-1870DD55031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3390" y="214312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4" name="sample0.0.3">
              <a:extLst xmlns:a="http://schemas.openxmlformats.org/drawingml/2006/main">
                <a:ext uri="{FF2B5EF4-FFF2-40B4-BE49-F238E27FC236}">
                  <a16:creationId xmlns:a16="http://schemas.microsoft.com/office/drawing/2014/main" id="{4AAB503F-48A0-4F73-910F-7E111FAAED2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8160" y="214312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5" name="sample0.0.4">
              <a:extLst xmlns:a="http://schemas.openxmlformats.org/drawingml/2006/main">
                <a:ext uri="{FF2B5EF4-FFF2-40B4-BE49-F238E27FC236}">
                  <a16:creationId xmlns:a16="http://schemas.microsoft.com/office/drawing/2014/main" id="{2C9232E2-319F-4EB7-82BD-501191396B3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2930" y="214312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6" name="sample0.1.0">
              <a:extLst xmlns:a="http://schemas.openxmlformats.org/drawingml/2006/main">
                <a:ext uri="{FF2B5EF4-FFF2-40B4-BE49-F238E27FC236}">
                  <a16:creationId xmlns:a16="http://schemas.microsoft.com/office/drawing/2014/main" id="{2364E7B1-86F5-4D34-BBC6-03DC734EFE0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3850" y="220789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7" name="sample0.1.1">
              <a:extLst xmlns:a="http://schemas.openxmlformats.org/drawingml/2006/main">
                <a:ext uri="{FF2B5EF4-FFF2-40B4-BE49-F238E27FC236}">
                  <a16:creationId xmlns:a16="http://schemas.microsoft.com/office/drawing/2014/main" id="{39169B90-3870-4CA6-903A-447DD39401B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620" y="220789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8" name="sample0.1.2">
              <a:extLst xmlns:a="http://schemas.openxmlformats.org/drawingml/2006/main">
                <a:ext uri="{FF2B5EF4-FFF2-40B4-BE49-F238E27FC236}">
                  <a16:creationId xmlns:a16="http://schemas.microsoft.com/office/drawing/2014/main" id="{E38B06D7-3B61-44D8-8681-1D87FD1909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3390" y="220789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9" name="sample0.1.3">
              <a:extLst xmlns:a="http://schemas.openxmlformats.org/drawingml/2006/main">
                <a:ext uri="{FF2B5EF4-FFF2-40B4-BE49-F238E27FC236}">
                  <a16:creationId xmlns:a16="http://schemas.microsoft.com/office/drawing/2014/main" id="{D8C56F1B-377C-4254-8E37-0B13F784F2C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8160" y="220789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0" name="sample0.1.4">
              <a:extLst xmlns:a="http://schemas.openxmlformats.org/drawingml/2006/main">
                <a:ext uri="{FF2B5EF4-FFF2-40B4-BE49-F238E27FC236}">
                  <a16:creationId xmlns:a16="http://schemas.microsoft.com/office/drawing/2014/main" id="{F8F84CBE-672E-4ADB-95C3-E91D5F72C40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2930" y="220789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1" name="sample0.2.0">
              <a:extLst xmlns:a="http://schemas.openxmlformats.org/drawingml/2006/main">
                <a:ext uri="{FF2B5EF4-FFF2-40B4-BE49-F238E27FC236}">
                  <a16:creationId xmlns:a16="http://schemas.microsoft.com/office/drawing/2014/main" id="{0423E1AE-B2EA-48E6-A833-4D13ED8BD2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3850" y="227266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2" name="sample0.2.1">
              <a:extLst xmlns:a="http://schemas.openxmlformats.org/drawingml/2006/main">
                <a:ext uri="{FF2B5EF4-FFF2-40B4-BE49-F238E27FC236}">
                  <a16:creationId xmlns:a16="http://schemas.microsoft.com/office/drawing/2014/main" id="{F3A31C09-74D9-4CAC-8E35-0F74968C14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620" y="227266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3" name="sample0.2.2">
              <a:extLst xmlns:a="http://schemas.openxmlformats.org/drawingml/2006/main">
                <a:ext uri="{FF2B5EF4-FFF2-40B4-BE49-F238E27FC236}">
                  <a16:creationId xmlns:a16="http://schemas.microsoft.com/office/drawing/2014/main" id="{7DABAB28-FDEA-45C8-8AB6-A34FD828A3A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3390" y="227266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4" name="sample0.2.3">
              <a:extLst xmlns:a="http://schemas.openxmlformats.org/drawingml/2006/main">
                <a:ext uri="{FF2B5EF4-FFF2-40B4-BE49-F238E27FC236}">
                  <a16:creationId xmlns:a16="http://schemas.microsoft.com/office/drawing/2014/main" id="{118DFAFE-CD15-41F0-AF6A-1B868A68557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8160" y="227266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5" name="sample0.2.4">
              <a:extLst xmlns:a="http://schemas.openxmlformats.org/drawingml/2006/main">
                <a:ext uri="{FF2B5EF4-FFF2-40B4-BE49-F238E27FC236}">
                  <a16:creationId xmlns:a16="http://schemas.microsoft.com/office/drawing/2014/main" id="{2D39854B-C2E2-4E0A-A10E-5F8DD0AEB9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2930" y="227266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6" name="sample0.3.0">
              <a:extLst xmlns:a="http://schemas.openxmlformats.org/drawingml/2006/main">
                <a:ext uri="{FF2B5EF4-FFF2-40B4-BE49-F238E27FC236}">
                  <a16:creationId xmlns:a16="http://schemas.microsoft.com/office/drawing/2014/main" id="{CE80F41A-086D-49AE-B431-9DD09A2E1A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3850" y="233743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7" name="sample0.3.1">
              <a:extLst xmlns:a="http://schemas.openxmlformats.org/drawingml/2006/main">
                <a:ext uri="{FF2B5EF4-FFF2-40B4-BE49-F238E27FC236}">
                  <a16:creationId xmlns:a16="http://schemas.microsoft.com/office/drawing/2014/main" id="{4E0F7C17-0BF0-4033-BBDB-4A0CC8821E7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620" y="233743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8" name="sample0.3.2">
              <a:extLst xmlns:a="http://schemas.openxmlformats.org/drawingml/2006/main">
                <a:ext uri="{FF2B5EF4-FFF2-40B4-BE49-F238E27FC236}">
                  <a16:creationId xmlns:a16="http://schemas.microsoft.com/office/drawing/2014/main" id="{58848D9A-76FA-4912-A752-AB7084A526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3390" y="233743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9" name="sample0.3.3">
              <a:extLst xmlns:a="http://schemas.openxmlformats.org/drawingml/2006/main">
                <a:ext uri="{FF2B5EF4-FFF2-40B4-BE49-F238E27FC236}">
                  <a16:creationId xmlns:a16="http://schemas.microsoft.com/office/drawing/2014/main" id="{1D2E1459-0A78-4FDF-AC1B-DADED03896B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8160" y="233743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30" name="sample0.3.4">
              <a:extLst xmlns:a="http://schemas.openxmlformats.org/drawingml/2006/main">
                <a:ext uri="{FF2B5EF4-FFF2-40B4-BE49-F238E27FC236}">
                  <a16:creationId xmlns:a16="http://schemas.microsoft.com/office/drawing/2014/main" id="{F1F4F169-ED95-4E46-846D-EDD6F123ACB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2930" y="233743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31" name="sample0.4.0">
              <a:extLst xmlns:a="http://schemas.openxmlformats.org/drawingml/2006/main">
                <a:ext uri="{FF2B5EF4-FFF2-40B4-BE49-F238E27FC236}">
                  <a16:creationId xmlns:a16="http://schemas.microsoft.com/office/drawing/2014/main" id="{4805DA99-A798-47FE-AE33-94C3E5F0E95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3850" y="240220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32" name="sample0.4.1">
              <a:extLst xmlns:a="http://schemas.openxmlformats.org/drawingml/2006/main">
                <a:ext uri="{FF2B5EF4-FFF2-40B4-BE49-F238E27FC236}">
                  <a16:creationId xmlns:a16="http://schemas.microsoft.com/office/drawing/2014/main" id="{94F8F49D-49BD-4ADC-99E4-7C5F1E00D18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620" y="240220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33" name="sample0.4.2">
              <a:extLst xmlns:a="http://schemas.openxmlformats.org/drawingml/2006/main">
                <a:ext uri="{FF2B5EF4-FFF2-40B4-BE49-F238E27FC236}">
                  <a16:creationId xmlns:a16="http://schemas.microsoft.com/office/drawing/2014/main" id="{FADA0BC6-F62E-41E1-9683-44B1FC2E202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3390" y="240220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34" name="sample0.4.3">
              <a:extLst xmlns:a="http://schemas.openxmlformats.org/drawingml/2006/main">
                <a:ext uri="{FF2B5EF4-FFF2-40B4-BE49-F238E27FC236}">
                  <a16:creationId xmlns:a16="http://schemas.microsoft.com/office/drawing/2014/main" id="{BD6B8B56-1FB9-4F16-928A-EFD4730D698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8160" y="240220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35" name="sample0.4.4">
              <a:extLst xmlns:a="http://schemas.openxmlformats.org/drawingml/2006/main">
                <a:ext uri="{FF2B5EF4-FFF2-40B4-BE49-F238E27FC236}">
                  <a16:creationId xmlns:a16="http://schemas.microsoft.com/office/drawing/2014/main" id="{EA25703B-25D7-4BE3-9D78-B0E855692C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2930" y="240220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676" name="sample1"/>
          <p:cNvGrpSpPr/>
          <p:nvPr/>
        </p:nvGrpSpPr>
        <p:grpSpPr>
          <ns1:xfrm xmlns:ns1="http://schemas.openxmlformats.org/drawingml/2006/main">
            <ns1:off x="790575" y="2143125"/>
            <ns1:ext cx="320516" cy="320516"/>
            <ns1:chOff x="790575" y="2143125"/>
            <ns1:chExt cx="320516" cy="320516"/>
          </ns1:xfrm>
        </p:grpSpPr>
        <p:sp>
          <p:nvSpPr>
            <p:cNvPr id="136" name="sample1.0.0">
              <a:extLst xmlns:a="http://schemas.openxmlformats.org/drawingml/2006/main">
                <a:ext uri="{FF2B5EF4-FFF2-40B4-BE49-F238E27FC236}">
                  <a16:creationId xmlns:a16="http://schemas.microsoft.com/office/drawing/2014/main" id="{5BA21D88-2505-43EF-8CFF-1E6F5E835FD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214312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37" name="sample1.0.1">
              <a:extLst xmlns:a="http://schemas.openxmlformats.org/drawingml/2006/main">
                <a:ext uri="{FF2B5EF4-FFF2-40B4-BE49-F238E27FC236}">
                  <a16:creationId xmlns:a16="http://schemas.microsoft.com/office/drawing/2014/main" id="{5505D763-AC26-4F8F-BAE6-202D9A335A4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5345" y="214312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38" name="sample1.0.2">
              <a:extLst xmlns:a="http://schemas.openxmlformats.org/drawingml/2006/main">
                <a:ext uri="{FF2B5EF4-FFF2-40B4-BE49-F238E27FC236}">
                  <a16:creationId xmlns:a16="http://schemas.microsoft.com/office/drawing/2014/main" id="{4A353F03-AC85-4CC5-B97B-CE6044FEF1D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0115" y="214312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39" name="sample1.0.3">
              <a:extLst xmlns:a="http://schemas.openxmlformats.org/drawingml/2006/main">
                <a:ext uri="{FF2B5EF4-FFF2-40B4-BE49-F238E27FC236}">
                  <a16:creationId xmlns:a16="http://schemas.microsoft.com/office/drawing/2014/main" id="{CF13709D-8FBD-473A-AE5E-FC6074966E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4885" y="214312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0" name="sample1.0.4">
              <a:extLst xmlns:a="http://schemas.openxmlformats.org/drawingml/2006/main">
                <a:ext uri="{FF2B5EF4-FFF2-40B4-BE49-F238E27FC236}">
                  <a16:creationId xmlns:a16="http://schemas.microsoft.com/office/drawing/2014/main" id="{CD2CA36B-8AC2-41A9-8A3C-108C6E99B29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9655" y="214312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1" name="sample1.1.0">
              <a:extLst xmlns:a="http://schemas.openxmlformats.org/drawingml/2006/main">
                <a:ext uri="{FF2B5EF4-FFF2-40B4-BE49-F238E27FC236}">
                  <a16:creationId xmlns:a16="http://schemas.microsoft.com/office/drawing/2014/main" id="{8B1523C0-906A-40B9-A7F5-97D60BE5A89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220789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2" name="sample1.1.1">
              <a:extLst xmlns:a="http://schemas.openxmlformats.org/drawingml/2006/main">
                <a:ext uri="{FF2B5EF4-FFF2-40B4-BE49-F238E27FC236}">
                  <a16:creationId xmlns:a16="http://schemas.microsoft.com/office/drawing/2014/main" id="{43675D7E-0035-4AAE-A5E0-23D226384A0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5345" y="220789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3" name="sample1.1.2">
              <a:extLst xmlns:a="http://schemas.openxmlformats.org/drawingml/2006/main">
                <a:ext uri="{FF2B5EF4-FFF2-40B4-BE49-F238E27FC236}">
                  <a16:creationId xmlns:a16="http://schemas.microsoft.com/office/drawing/2014/main" id="{C39CB317-7634-423F-9E73-18069E77AF5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0115" y="220789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4" name="sample1.1.3">
              <a:extLst xmlns:a="http://schemas.openxmlformats.org/drawingml/2006/main">
                <a:ext uri="{FF2B5EF4-FFF2-40B4-BE49-F238E27FC236}">
                  <a16:creationId xmlns:a16="http://schemas.microsoft.com/office/drawing/2014/main" id="{C2FF21E3-28CC-4A0B-9511-AF010E3A946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4885" y="220789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5" name="sample1.1.4">
              <a:extLst xmlns:a="http://schemas.openxmlformats.org/drawingml/2006/main">
                <a:ext uri="{FF2B5EF4-FFF2-40B4-BE49-F238E27FC236}">
                  <a16:creationId xmlns:a16="http://schemas.microsoft.com/office/drawing/2014/main" id="{597E7DD5-3BDF-4E35-8EC3-77F4E3FBEE0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9655" y="220789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6" name="sample1.2.0">
              <a:extLst xmlns:a="http://schemas.openxmlformats.org/drawingml/2006/main">
                <a:ext uri="{FF2B5EF4-FFF2-40B4-BE49-F238E27FC236}">
                  <a16:creationId xmlns:a16="http://schemas.microsoft.com/office/drawing/2014/main" id="{D9542E54-475D-46E6-982D-70650C91A64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227266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7" name="sample1.2.1">
              <a:extLst xmlns:a="http://schemas.openxmlformats.org/drawingml/2006/main">
                <a:ext uri="{FF2B5EF4-FFF2-40B4-BE49-F238E27FC236}">
                  <a16:creationId xmlns:a16="http://schemas.microsoft.com/office/drawing/2014/main" id="{BE3937B8-936B-4CAE-B577-8FCBCA8E4D9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5345" y="227266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8" name="sample1.2.2">
              <a:extLst xmlns:a="http://schemas.openxmlformats.org/drawingml/2006/main">
                <a:ext uri="{FF2B5EF4-FFF2-40B4-BE49-F238E27FC236}">
                  <a16:creationId xmlns:a16="http://schemas.microsoft.com/office/drawing/2014/main" id="{D5738817-655A-4897-99DF-F6402E13AE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0115" y="227266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9" name="sample1.2.3">
              <a:extLst xmlns:a="http://schemas.openxmlformats.org/drawingml/2006/main">
                <a:ext uri="{FF2B5EF4-FFF2-40B4-BE49-F238E27FC236}">
                  <a16:creationId xmlns:a16="http://schemas.microsoft.com/office/drawing/2014/main" id="{BC5B3166-06B1-4A46-835C-58AFA853373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4885" y="227266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0" name="sample1.2.4">
              <a:extLst xmlns:a="http://schemas.openxmlformats.org/drawingml/2006/main">
                <a:ext uri="{FF2B5EF4-FFF2-40B4-BE49-F238E27FC236}">
                  <a16:creationId xmlns:a16="http://schemas.microsoft.com/office/drawing/2014/main" id="{74357B0C-3D85-4DD0-A87C-C22A3F4411D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9655" y="227266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1" name="sample1.3.0">
              <a:extLst xmlns:a="http://schemas.openxmlformats.org/drawingml/2006/main">
                <a:ext uri="{FF2B5EF4-FFF2-40B4-BE49-F238E27FC236}">
                  <a16:creationId xmlns:a16="http://schemas.microsoft.com/office/drawing/2014/main" id="{D9816B66-8F50-4DD3-BC25-F7F181276B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233743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2" name="sample1.3.1">
              <a:extLst xmlns:a="http://schemas.openxmlformats.org/drawingml/2006/main">
                <a:ext uri="{FF2B5EF4-FFF2-40B4-BE49-F238E27FC236}">
                  <a16:creationId xmlns:a16="http://schemas.microsoft.com/office/drawing/2014/main" id="{3B56826A-95AF-4094-B2F4-35F097DE28D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5345" y="233743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3" name="sample1.3.2">
              <a:extLst xmlns:a="http://schemas.openxmlformats.org/drawingml/2006/main">
                <a:ext uri="{FF2B5EF4-FFF2-40B4-BE49-F238E27FC236}">
                  <a16:creationId xmlns:a16="http://schemas.microsoft.com/office/drawing/2014/main" id="{4AD97562-2FD7-43BE-86C3-0599578323D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0115" y="233743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4" name="sample1.3.3">
              <a:extLst xmlns:a="http://schemas.openxmlformats.org/drawingml/2006/main">
                <a:ext uri="{FF2B5EF4-FFF2-40B4-BE49-F238E27FC236}">
                  <a16:creationId xmlns:a16="http://schemas.microsoft.com/office/drawing/2014/main" id="{B0ED5BC6-FA22-46A2-BFDC-560AAE438F5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4885" y="233743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5" name="sample1.3.4">
              <a:extLst xmlns:a="http://schemas.openxmlformats.org/drawingml/2006/main">
                <a:ext uri="{FF2B5EF4-FFF2-40B4-BE49-F238E27FC236}">
                  <a16:creationId xmlns:a16="http://schemas.microsoft.com/office/drawing/2014/main" id="{A94BA696-6BE2-4E61-8403-4A43E0F5F72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9655" y="233743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6" name="sample1.4.0">
              <a:extLst xmlns:a="http://schemas.openxmlformats.org/drawingml/2006/main">
                <a:ext uri="{FF2B5EF4-FFF2-40B4-BE49-F238E27FC236}">
                  <a16:creationId xmlns:a16="http://schemas.microsoft.com/office/drawing/2014/main" id="{85F90E0E-EF29-4877-91AE-1BD09118444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240220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7" name="sample1.4.1">
              <a:extLst xmlns:a="http://schemas.openxmlformats.org/drawingml/2006/main">
                <a:ext uri="{FF2B5EF4-FFF2-40B4-BE49-F238E27FC236}">
                  <a16:creationId xmlns:a16="http://schemas.microsoft.com/office/drawing/2014/main" id="{C2EE6C60-908B-4D19-90B8-D75F006F6AF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5345" y="240220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8" name="sample1.4.2">
              <a:extLst xmlns:a="http://schemas.openxmlformats.org/drawingml/2006/main">
                <a:ext uri="{FF2B5EF4-FFF2-40B4-BE49-F238E27FC236}">
                  <a16:creationId xmlns:a16="http://schemas.microsoft.com/office/drawing/2014/main" id="{184A9276-609B-429D-BA3C-E916B00548E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0115" y="240220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9" name="sample1.4.3">
              <a:extLst xmlns:a="http://schemas.openxmlformats.org/drawingml/2006/main">
                <a:ext uri="{FF2B5EF4-FFF2-40B4-BE49-F238E27FC236}">
                  <a16:creationId xmlns:a16="http://schemas.microsoft.com/office/drawing/2014/main" id="{D8DE0ED3-D4B9-4FA3-A73C-278170DCAD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4885" y="240220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0" name="sample1.4.4">
              <a:extLst xmlns:a="http://schemas.openxmlformats.org/drawingml/2006/main">
                <a:ext uri="{FF2B5EF4-FFF2-40B4-BE49-F238E27FC236}">
                  <a16:creationId xmlns:a16="http://schemas.microsoft.com/office/drawing/2014/main" id="{7223D2DB-A423-44D1-81CB-59D4703E92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9655" y="2402205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677" name="sample2"/>
          <p:cNvGrpSpPr/>
          <p:nvPr/>
        </p:nvGrpSpPr>
        <p:grpSpPr>
          <ns1:xfrm xmlns:ns1="http://schemas.openxmlformats.org/drawingml/2006/main">
            <ns1:off x="323850" y="2552700"/>
            <ns1:ext cx="320516" cy="320516"/>
            <ns1:chOff x="323850" y="2552700"/>
            <ns1:chExt cx="320516" cy="320516"/>
          </ns1:xfrm>
        </p:grpSpPr>
        <p:sp>
          <p:nvSpPr>
            <p:cNvPr id="161" name="sample2.0.0">
              <a:extLst xmlns:a="http://schemas.openxmlformats.org/drawingml/2006/main">
                <a:ext uri="{FF2B5EF4-FFF2-40B4-BE49-F238E27FC236}">
                  <a16:creationId xmlns:a16="http://schemas.microsoft.com/office/drawing/2014/main" id="{C7278198-CBAF-46C2-A595-13F3D08809A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3850" y="255270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2" name="sample2.0.1">
              <a:extLst xmlns:a="http://schemas.openxmlformats.org/drawingml/2006/main">
                <a:ext uri="{FF2B5EF4-FFF2-40B4-BE49-F238E27FC236}">
                  <a16:creationId xmlns:a16="http://schemas.microsoft.com/office/drawing/2014/main" id="{E79996B2-E786-426F-BA08-9616C8BC27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620" y="255270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3" name="sample2.0.2">
              <a:extLst xmlns:a="http://schemas.openxmlformats.org/drawingml/2006/main">
                <a:ext uri="{FF2B5EF4-FFF2-40B4-BE49-F238E27FC236}">
                  <a16:creationId xmlns:a16="http://schemas.microsoft.com/office/drawing/2014/main" id="{2F351C93-8937-4992-8CDE-9152D4CD7ED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3390" y="255270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4" name="sample2.0.3">
              <a:extLst xmlns:a="http://schemas.openxmlformats.org/drawingml/2006/main">
                <a:ext uri="{FF2B5EF4-FFF2-40B4-BE49-F238E27FC236}">
                  <a16:creationId xmlns:a16="http://schemas.microsoft.com/office/drawing/2014/main" id="{FF03C6C5-7F33-46B5-BE59-D56BD40A025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8160" y="255270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5" name="sample2.0.4">
              <a:extLst xmlns:a="http://schemas.openxmlformats.org/drawingml/2006/main">
                <a:ext uri="{FF2B5EF4-FFF2-40B4-BE49-F238E27FC236}">
                  <a16:creationId xmlns:a16="http://schemas.microsoft.com/office/drawing/2014/main" id="{8735EA98-CC27-41ED-9A79-9A898C53F1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2930" y="255270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6" name="sample2.1.0">
              <a:extLst xmlns:a="http://schemas.openxmlformats.org/drawingml/2006/main">
                <a:ext uri="{FF2B5EF4-FFF2-40B4-BE49-F238E27FC236}">
                  <a16:creationId xmlns:a16="http://schemas.microsoft.com/office/drawing/2014/main" id="{6721B126-EA99-4A72-9B62-EE5ADC7A74D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3850" y="261747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7" name="sample2.1.1">
              <a:extLst xmlns:a="http://schemas.openxmlformats.org/drawingml/2006/main">
                <a:ext uri="{FF2B5EF4-FFF2-40B4-BE49-F238E27FC236}">
                  <a16:creationId xmlns:a16="http://schemas.microsoft.com/office/drawing/2014/main" id="{7097A9EF-C24A-44ED-BE61-10E8A177F47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620" y="261747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8" name="sample2.1.2">
              <a:extLst xmlns:a="http://schemas.openxmlformats.org/drawingml/2006/main">
                <a:ext uri="{FF2B5EF4-FFF2-40B4-BE49-F238E27FC236}">
                  <a16:creationId xmlns:a16="http://schemas.microsoft.com/office/drawing/2014/main" id="{3F6D8F39-8F5D-4D7F-97B4-18FAD7C0C61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3390" y="261747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9" name="sample2.1.3">
              <a:extLst xmlns:a="http://schemas.openxmlformats.org/drawingml/2006/main">
                <a:ext uri="{FF2B5EF4-FFF2-40B4-BE49-F238E27FC236}">
                  <a16:creationId xmlns:a16="http://schemas.microsoft.com/office/drawing/2014/main" id="{B32DE55A-714F-4DD4-82C1-40EC2B37DE0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8160" y="261747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0" name="sample2.1.4">
              <a:extLst xmlns:a="http://schemas.openxmlformats.org/drawingml/2006/main">
                <a:ext uri="{FF2B5EF4-FFF2-40B4-BE49-F238E27FC236}">
                  <a16:creationId xmlns:a16="http://schemas.microsoft.com/office/drawing/2014/main" id="{A038B9B1-828C-4918-8C3E-49F9540D29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2930" y="261747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1" name="sample2.2.0">
              <a:extLst xmlns:a="http://schemas.openxmlformats.org/drawingml/2006/main">
                <a:ext uri="{FF2B5EF4-FFF2-40B4-BE49-F238E27FC236}">
                  <a16:creationId xmlns:a16="http://schemas.microsoft.com/office/drawing/2014/main" id="{617B9365-BC47-4ECA-B70E-EAF27BF83FF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3850" y="268224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2" name="sample2.2.1">
              <a:extLst xmlns:a="http://schemas.openxmlformats.org/drawingml/2006/main">
                <a:ext uri="{FF2B5EF4-FFF2-40B4-BE49-F238E27FC236}">
                  <a16:creationId xmlns:a16="http://schemas.microsoft.com/office/drawing/2014/main" id="{9BED8ADD-F965-4E6F-8FA5-2609D35DD43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620" y="268224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3" name="sample2.2.2">
              <a:extLst xmlns:a="http://schemas.openxmlformats.org/drawingml/2006/main">
                <a:ext uri="{FF2B5EF4-FFF2-40B4-BE49-F238E27FC236}">
                  <a16:creationId xmlns:a16="http://schemas.microsoft.com/office/drawing/2014/main" id="{D8461F90-D6A9-409F-BB65-1BA65E9466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3390" y="268224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4" name="sample2.2.3">
              <a:extLst xmlns:a="http://schemas.openxmlformats.org/drawingml/2006/main">
                <a:ext uri="{FF2B5EF4-FFF2-40B4-BE49-F238E27FC236}">
                  <a16:creationId xmlns:a16="http://schemas.microsoft.com/office/drawing/2014/main" id="{93C049FD-28C5-4902-BC9D-4B26EFDF6E7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8160" y="268224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5" name="sample2.2.4">
              <a:extLst xmlns:a="http://schemas.openxmlformats.org/drawingml/2006/main">
                <a:ext uri="{FF2B5EF4-FFF2-40B4-BE49-F238E27FC236}">
                  <a16:creationId xmlns:a16="http://schemas.microsoft.com/office/drawing/2014/main" id="{9EAB0593-228F-4B26-8E97-293F9307107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2930" y="268224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6" name="sample2.3.0">
              <a:extLst xmlns:a="http://schemas.openxmlformats.org/drawingml/2006/main">
                <a:ext uri="{FF2B5EF4-FFF2-40B4-BE49-F238E27FC236}">
                  <a16:creationId xmlns:a16="http://schemas.microsoft.com/office/drawing/2014/main" id="{E53E2EDB-5E96-497C-A8A3-E2C54453F3A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3850" y="274701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7" name="sample2.3.1">
              <a:extLst xmlns:a="http://schemas.openxmlformats.org/drawingml/2006/main">
                <a:ext uri="{FF2B5EF4-FFF2-40B4-BE49-F238E27FC236}">
                  <a16:creationId xmlns:a16="http://schemas.microsoft.com/office/drawing/2014/main" id="{3C4D0B43-E966-46E2-99D0-2C85A80CEE6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620" y="274701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8" name="sample2.3.2">
              <a:extLst xmlns:a="http://schemas.openxmlformats.org/drawingml/2006/main">
                <a:ext uri="{FF2B5EF4-FFF2-40B4-BE49-F238E27FC236}">
                  <a16:creationId xmlns:a16="http://schemas.microsoft.com/office/drawing/2014/main" id="{D11F1A0D-2F37-476B-9A5F-26F8F11F7FD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3390" y="274701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9" name="sample2.3.3">
              <a:extLst xmlns:a="http://schemas.openxmlformats.org/drawingml/2006/main">
                <a:ext uri="{FF2B5EF4-FFF2-40B4-BE49-F238E27FC236}">
                  <a16:creationId xmlns:a16="http://schemas.microsoft.com/office/drawing/2014/main" id="{399F11A1-6346-4B86-ACFF-224F4CA0555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8160" y="274701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0" name="sample2.3.4">
              <a:extLst xmlns:a="http://schemas.openxmlformats.org/drawingml/2006/main">
                <a:ext uri="{FF2B5EF4-FFF2-40B4-BE49-F238E27FC236}">
                  <a16:creationId xmlns:a16="http://schemas.microsoft.com/office/drawing/2014/main" id="{029BF895-02D6-44A9-BDD0-5B6B949CF7C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2930" y="274701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1" name="sample2.4.0">
              <a:extLst xmlns:a="http://schemas.openxmlformats.org/drawingml/2006/main">
                <a:ext uri="{FF2B5EF4-FFF2-40B4-BE49-F238E27FC236}">
                  <a16:creationId xmlns:a16="http://schemas.microsoft.com/office/drawing/2014/main" id="{82FB6CFC-07CE-4B0F-9B62-2D8A937BB37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3850" y="281178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2" name="sample2.4.1">
              <a:extLst xmlns:a="http://schemas.openxmlformats.org/drawingml/2006/main">
                <a:ext uri="{FF2B5EF4-FFF2-40B4-BE49-F238E27FC236}">
                  <a16:creationId xmlns:a16="http://schemas.microsoft.com/office/drawing/2014/main" id="{7DD7384F-BC79-4841-B163-C500FE8F1FB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620" y="281178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3" name="sample2.4.2">
              <a:extLst xmlns:a="http://schemas.openxmlformats.org/drawingml/2006/main">
                <a:ext uri="{FF2B5EF4-FFF2-40B4-BE49-F238E27FC236}">
                  <a16:creationId xmlns:a16="http://schemas.microsoft.com/office/drawing/2014/main" id="{C3B5DCF6-6C76-41D1-990E-3FD88E0EBA0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3390" y="281178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4" name="sample2.4.3">
              <a:extLst xmlns:a="http://schemas.openxmlformats.org/drawingml/2006/main">
                <a:ext uri="{FF2B5EF4-FFF2-40B4-BE49-F238E27FC236}">
                  <a16:creationId xmlns:a16="http://schemas.microsoft.com/office/drawing/2014/main" id="{D769DC72-462F-4D5E-8207-3E2C6362349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8160" y="281178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5" name="sample2.4.4">
              <a:extLst xmlns:a="http://schemas.openxmlformats.org/drawingml/2006/main">
                <a:ext uri="{FF2B5EF4-FFF2-40B4-BE49-F238E27FC236}">
                  <a16:creationId xmlns:a16="http://schemas.microsoft.com/office/drawing/2014/main" id="{60E36CA4-9C3F-410C-AD16-85E2C17FCF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2930" y="281178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678" name="sample3"/>
          <p:cNvGrpSpPr/>
          <p:nvPr/>
        </p:nvGrpSpPr>
        <p:grpSpPr>
          <ns1:xfrm xmlns:ns1="http://schemas.openxmlformats.org/drawingml/2006/main">
            <ns1:off x="790575" y="2552700"/>
            <ns1:ext cx="320516" cy="320516"/>
            <ns1:chOff x="790575" y="2552700"/>
            <ns1:chExt cx="320516" cy="320516"/>
          </ns1:xfrm>
        </p:grpSpPr>
        <p:sp>
          <p:nvSpPr>
            <p:cNvPr id="186" name="sample3.0.0">
              <a:extLst xmlns:a="http://schemas.openxmlformats.org/drawingml/2006/main">
                <a:ext uri="{FF2B5EF4-FFF2-40B4-BE49-F238E27FC236}">
                  <a16:creationId xmlns:a16="http://schemas.microsoft.com/office/drawing/2014/main" id="{4D5A8862-E16C-4EB6-BCA0-49AFD98C0E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255270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7" name="sample3.0.1">
              <a:extLst xmlns:a="http://schemas.openxmlformats.org/drawingml/2006/main">
                <a:ext uri="{FF2B5EF4-FFF2-40B4-BE49-F238E27FC236}">
                  <a16:creationId xmlns:a16="http://schemas.microsoft.com/office/drawing/2014/main" id="{1562163B-FE30-47B7-9682-2B528CC816B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5345" y="255270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8" name="sample3.0.2">
              <a:extLst xmlns:a="http://schemas.openxmlformats.org/drawingml/2006/main">
                <a:ext uri="{FF2B5EF4-FFF2-40B4-BE49-F238E27FC236}">
                  <a16:creationId xmlns:a16="http://schemas.microsoft.com/office/drawing/2014/main" id="{4B6DB663-2235-4F61-90B1-E2E391D89B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0115" y="255270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9" name="sample3.0.3">
              <a:extLst xmlns:a="http://schemas.openxmlformats.org/drawingml/2006/main">
                <a:ext uri="{FF2B5EF4-FFF2-40B4-BE49-F238E27FC236}">
                  <a16:creationId xmlns:a16="http://schemas.microsoft.com/office/drawing/2014/main" id="{04D7E914-F959-4C21-9EC9-C4177F64C2A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4885" y="255270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0" name="sample3.0.4">
              <a:extLst xmlns:a="http://schemas.openxmlformats.org/drawingml/2006/main">
                <a:ext uri="{FF2B5EF4-FFF2-40B4-BE49-F238E27FC236}">
                  <a16:creationId xmlns:a16="http://schemas.microsoft.com/office/drawing/2014/main" id="{997FDD50-015F-477B-9A45-233E6E8CC65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9655" y="255270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1" name="sample3.1.0">
              <a:extLst xmlns:a="http://schemas.openxmlformats.org/drawingml/2006/main">
                <a:ext uri="{FF2B5EF4-FFF2-40B4-BE49-F238E27FC236}">
                  <a16:creationId xmlns:a16="http://schemas.microsoft.com/office/drawing/2014/main" id="{4F6B061C-B071-45F8-BFEE-9E67D923460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261747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2" name="sample3.1.1">
              <a:extLst xmlns:a="http://schemas.openxmlformats.org/drawingml/2006/main">
                <a:ext uri="{FF2B5EF4-FFF2-40B4-BE49-F238E27FC236}">
                  <a16:creationId xmlns:a16="http://schemas.microsoft.com/office/drawing/2014/main" id="{8460FFD5-6D76-4EBB-AAC0-EE7517F429A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5345" y="261747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3" name="sample3.1.2">
              <a:extLst xmlns:a="http://schemas.openxmlformats.org/drawingml/2006/main">
                <a:ext uri="{FF2B5EF4-FFF2-40B4-BE49-F238E27FC236}">
                  <a16:creationId xmlns:a16="http://schemas.microsoft.com/office/drawing/2014/main" id="{64284750-D7D7-4FA0-80A4-2D296A4FDD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0115" y="261747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4" name="sample3.1.3">
              <a:extLst xmlns:a="http://schemas.openxmlformats.org/drawingml/2006/main">
                <a:ext uri="{FF2B5EF4-FFF2-40B4-BE49-F238E27FC236}">
                  <a16:creationId xmlns:a16="http://schemas.microsoft.com/office/drawing/2014/main" id="{8F89C994-18FB-49D3-B2D8-A1F600A5675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4885" y="261747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5" name="sample3.1.4">
              <a:extLst xmlns:a="http://schemas.openxmlformats.org/drawingml/2006/main">
                <a:ext uri="{FF2B5EF4-FFF2-40B4-BE49-F238E27FC236}">
                  <a16:creationId xmlns:a16="http://schemas.microsoft.com/office/drawing/2014/main" id="{197B88C7-9B77-490B-AEFD-D5341B6A65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9655" y="261747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6" name="sample3.2.0">
              <a:extLst xmlns:a="http://schemas.openxmlformats.org/drawingml/2006/main">
                <a:ext uri="{FF2B5EF4-FFF2-40B4-BE49-F238E27FC236}">
                  <a16:creationId xmlns:a16="http://schemas.microsoft.com/office/drawing/2014/main" id="{1C54BB4E-7207-4717-B160-FFC8D365963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268224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7" name="sample3.2.1">
              <a:extLst xmlns:a="http://schemas.openxmlformats.org/drawingml/2006/main">
                <a:ext uri="{FF2B5EF4-FFF2-40B4-BE49-F238E27FC236}">
                  <a16:creationId xmlns:a16="http://schemas.microsoft.com/office/drawing/2014/main" id="{4DC95FD9-412C-40BE-A181-8EA337B2D07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5345" y="268224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8" name="sample3.2.2">
              <a:extLst xmlns:a="http://schemas.openxmlformats.org/drawingml/2006/main">
                <a:ext uri="{FF2B5EF4-FFF2-40B4-BE49-F238E27FC236}">
                  <a16:creationId xmlns:a16="http://schemas.microsoft.com/office/drawing/2014/main" id="{7A89174A-D0FE-4B52-A677-56DA9BB2FA5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0115" y="268224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9" name="sample3.2.3">
              <a:extLst xmlns:a="http://schemas.openxmlformats.org/drawingml/2006/main">
                <a:ext uri="{FF2B5EF4-FFF2-40B4-BE49-F238E27FC236}">
                  <a16:creationId xmlns:a16="http://schemas.microsoft.com/office/drawing/2014/main" id="{4C2E4CF5-FEC5-4F8C-B0B7-A4BD991FD0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4885" y="268224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0" name="sample3.2.4">
              <a:extLst xmlns:a="http://schemas.openxmlformats.org/drawingml/2006/main">
                <a:ext uri="{FF2B5EF4-FFF2-40B4-BE49-F238E27FC236}">
                  <a16:creationId xmlns:a16="http://schemas.microsoft.com/office/drawing/2014/main" id="{EE344A84-F986-4876-B135-E4A91FF62F3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9655" y="268224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1" name="sample3.3.0">
              <a:extLst xmlns:a="http://schemas.openxmlformats.org/drawingml/2006/main">
                <a:ext uri="{FF2B5EF4-FFF2-40B4-BE49-F238E27FC236}">
                  <a16:creationId xmlns:a16="http://schemas.microsoft.com/office/drawing/2014/main" id="{16398C76-247C-4F0B-BD25-B003CB396D3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274701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2" name="sample3.3.1">
              <a:extLst xmlns:a="http://schemas.openxmlformats.org/drawingml/2006/main">
                <a:ext uri="{FF2B5EF4-FFF2-40B4-BE49-F238E27FC236}">
                  <a16:creationId xmlns:a16="http://schemas.microsoft.com/office/drawing/2014/main" id="{A85CD860-2228-49BB-B689-BE40A082A96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5345" y="274701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3" name="sample3.3.2">
              <a:extLst xmlns:a="http://schemas.openxmlformats.org/drawingml/2006/main">
                <a:ext uri="{FF2B5EF4-FFF2-40B4-BE49-F238E27FC236}">
                  <a16:creationId xmlns:a16="http://schemas.microsoft.com/office/drawing/2014/main" id="{8BB2F17F-B6E3-43D1-B276-8AC9D2FF574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0115" y="274701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4" name="sample3.3.3">
              <a:extLst xmlns:a="http://schemas.openxmlformats.org/drawingml/2006/main">
                <a:ext uri="{FF2B5EF4-FFF2-40B4-BE49-F238E27FC236}">
                  <a16:creationId xmlns:a16="http://schemas.microsoft.com/office/drawing/2014/main" id="{31C0576B-93EE-417F-8FF2-2832AD3B59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4885" y="274701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5" name="sample3.3.4">
              <a:extLst xmlns:a="http://schemas.openxmlformats.org/drawingml/2006/main">
                <a:ext uri="{FF2B5EF4-FFF2-40B4-BE49-F238E27FC236}">
                  <a16:creationId xmlns:a16="http://schemas.microsoft.com/office/drawing/2014/main" id="{45E78C3C-3433-4A50-9374-B5F1056E276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9655" y="274701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6" name="sample3.4.0">
              <a:extLst xmlns:a="http://schemas.openxmlformats.org/drawingml/2006/main">
                <a:ext uri="{FF2B5EF4-FFF2-40B4-BE49-F238E27FC236}">
                  <a16:creationId xmlns:a16="http://schemas.microsoft.com/office/drawing/2014/main" id="{A4B30D64-7BE8-4F6D-8313-9CFC40AC76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281178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7" name="sample3.4.1">
              <a:extLst xmlns:a="http://schemas.openxmlformats.org/drawingml/2006/main">
                <a:ext uri="{FF2B5EF4-FFF2-40B4-BE49-F238E27FC236}">
                  <a16:creationId xmlns:a16="http://schemas.microsoft.com/office/drawing/2014/main" id="{3F1B1A23-A694-4D1C-9DF7-1678474A001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5345" y="281178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8" name="sample3.4.2">
              <a:extLst xmlns:a="http://schemas.openxmlformats.org/drawingml/2006/main">
                <a:ext uri="{FF2B5EF4-FFF2-40B4-BE49-F238E27FC236}">
                  <a16:creationId xmlns:a16="http://schemas.microsoft.com/office/drawing/2014/main" id="{E9DBBAC9-E7E5-4150-8FA3-FDB2975DAAB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0115" y="281178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9" name="sample3.4.3">
              <a:extLst xmlns:a="http://schemas.openxmlformats.org/drawingml/2006/main">
                <a:ext uri="{FF2B5EF4-FFF2-40B4-BE49-F238E27FC236}">
                  <a16:creationId xmlns:a16="http://schemas.microsoft.com/office/drawing/2014/main" id="{0BCA7ADA-0859-4960-BC69-39E65AC2DD9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4885" y="281178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10" name="sample3.4.4">
              <a:extLst xmlns:a="http://schemas.openxmlformats.org/drawingml/2006/main">
                <a:ext uri="{FF2B5EF4-FFF2-40B4-BE49-F238E27FC236}">
                  <a16:creationId xmlns:a16="http://schemas.microsoft.com/office/drawing/2014/main" id="{E9E76055-F92F-4430-84F0-308B62C32A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9655" y="2811780"/>
              <a:ext cx="61436" cy="6143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211" name="text-encoder">
            <a:extLst xmlns:a="http://schemas.openxmlformats.org/drawingml/2006/main">
              <a:ext uri="{FF2B5EF4-FFF2-40B4-BE49-F238E27FC236}">
                <a16:creationId xmlns:a16="http://schemas.microsoft.com/office/drawing/2014/main" id="{1DECA659-3196-4197-82BD-E91D7CE723E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00200" y="81915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CE4"/>
          </a:solidFill>
          <a:ln xmlns:a="http://schemas.openxmlformats.org/drawingml/2006/main" w="9525">
            <a:solidFill>
              <a:srgbClr val="BD7854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Text</a:t>
            </a:r>
          </a:p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212" name="image-encoder">
            <a:extLst xmlns:a="http://schemas.openxmlformats.org/drawingml/2006/main">
              <a:ext uri="{FF2B5EF4-FFF2-40B4-BE49-F238E27FC236}">
                <a16:creationId xmlns:a16="http://schemas.microsoft.com/office/drawing/2014/main" id="{63E0F7C3-1841-45B1-806E-B3E800EAE58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00200" y="2276475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487F98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Vision</a:t>
            </a:r>
          </a:p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cxnSp>
        <p:nvCxnSpPr>
          <p:cNvPr id="663" name="language"/>
          <p:cNvCxnSpPr>
            <a:stCxn xmlns:a="http://schemas.openxmlformats.org/drawingml/2006/main" id="3" idx="3"/>
            <a:endCxn xmlns:a="http://schemas.openxmlformats.org/drawingml/2006/main" id="211" idx="1"/>
          </p:cNvCxnSpPr>
          <p:nvPr/>
        </p:nvCxnSpPr>
        <p:spPr>
          <a:xfrm xmlns:a="http://schemas.openxmlformats.org/drawingml/2006/main">
            <a:off x="1314450" y="10763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BD7854"/>
            </a:solidFill>
            <a:prstDash val="solid"/>
            <a:round/>
            <a:tailEnd type="triangle" w="med" len="med"/>
          </a:ln>
        </p:spPr>
      </p:cxnSp>
      <p:cxnSp>
        <p:nvCxnSpPr>
          <p:cNvPr id="664" name="vision"/>
          <p:cNvCxnSpPr>
            <a:stCxn xmlns:a="http://schemas.openxmlformats.org/drawingml/2006/main" id="109" idx="3"/>
            <a:endCxn xmlns:a="http://schemas.openxmlformats.org/drawingml/2006/main" id="212" idx="1"/>
          </p:cNvCxnSpPr>
          <p:nvPr/>
        </p:nvCxnSpPr>
        <p:spPr>
          <a:xfrm xmlns:a="http://schemas.openxmlformats.org/drawingml/2006/main">
            <a:off x="1314450" y="25336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487F98"/>
            </a:solidFill>
            <a:prstDash val="solid"/>
            <a:round/>
            <a:tailEnd type="triangle" w="med" len="med"/>
          </a:ln>
        </p:spPr>
      </p:cxnSp>
      <p:sp>
        <p:nvSpPr>
          <p:cNvPr id="215" name="x-label">
            <a:extLst xmlns:a="http://schemas.openxmlformats.org/drawingml/2006/main">
              <a:ext uri="{FF2B5EF4-FFF2-40B4-BE49-F238E27FC236}">
                <a16:creationId xmlns:a16="http://schemas.microsoft.com/office/drawing/2014/main" id="{B28A9404-70E7-4ACA-9F8B-49146196824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71950" y="600075"/>
            <a:ext cx="1981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Text embeddings</a:t>
            </a:r>
          </a:p>
        </p:txBody>
      </p:sp>
      <p:sp>
        <p:nvSpPr>
          <p:cNvPr id="216" name="y-label">
            <a:extLst xmlns:a="http://schemas.openxmlformats.org/drawingml/2006/main">
              <a:ext uri="{FF2B5EF4-FFF2-40B4-BE49-F238E27FC236}">
                <a16:creationId xmlns:a16="http://schemas.microsoft.com/office/drawing/2014/main" id="{536FF0AB-F6C7-42A9-B89E-63B373A0EE5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95575" y="2000250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Image</a:t>
            </a:r>
          </a:p>
          <a:p xmlns:a="http://schemas.openxmlformats.org/drawingml/2006/main">
            <a:pPr algn="ctr">
              <a:defRPr sz="825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embeddings</a:t>
            </a:r>
          </a:p>
        </p:txBody>
      </p:sp>
      <p:sp>
        <p:nvSpPr>
          <p:cNvPr id="217" name="text-axis">
            <a:extLst xmlns:a="http://schemas.openxmlformats.org/drawingml/2006/main">
              <a:ext uri="{FF2B5EF4-FFF2-40B4-BE49-F238E27FC236}">
                <a16:creationId xmlns:a16="http://schemas.microsoft.com/office/drawing/2014/main" id="{58415386-5B1D-4AC7-A99D-1D4E78B1C09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71950" y="89535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D7854"/>
            </a:solidFill>
            <a:prstDash val="solid"/>
          </a:ln>
        </p:spPr>
      </p:sp>
      <p:sp>
        <p:nvSpPr>
          <p:cNvPr id="218" name="image-axis">
            <a:extLst xmlns:a="http://schemas.openxmlformats.org/drawingml/2006/main">
              <a:ext uri="{FF2B5EF4-FFF2-40B4-BE49-F238E27FC236}">
                <a16:creationId xmlns:a16="http://schemas.microsoft.com/office/drawing/2014/main" id="{DD13BE66-4C0F-4343-981C-A199EE84541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24275" y="1562100"/>
            <a:ext cx="381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87F98"/>
            </a:solidFill>
            <a:prstDash val="solid"/>
          </a:ln>
        </p:spPr>
      </p:sp>
      <p:cxnSp>
        <p:nvCxnSpPr>
          <p:cNvPr id="669" name="text-axis-flow"/>
          <p:cNvCxnSpPr>
            <a:stCxn xmlns:a="http://schemas.openxmlformats.org/drawingml/2006/main" id="211" idx="3"/>
            <a:endCxn xmlns:a="http://schemas.openxmlformats.org/drawingml/2006/main" id="217" idx="1"/>
          </p:cNvCxnSpPr>
          <p:nvPr/>
        </p:nvCxnSpPr>
        <p:spPr>
          <a:xfrm xmlns:a="http://schemas.openxmlformats.org/drawingml/2006/main">
            <a:off x="2552700" y="1076325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BD7854"/>
            </a:solidFill>
            <a:prstDash val="solid"/>
            <a:round/>
            <a:tailEnd type="triangle" w="med" len="med"/>
          </a:ln>
        </p:spPr>
      </p:cxnSp>
      <p:cxnSp>
        <p:nvCxnSpPr>
          <p:cNvPr id="670" name="image-axis-flow"/>
          <p:cNvCxnSpPr>
            <a:stCxn xmlns:a="http://schemas.openxmlformats.org/drawingml/2006/main" id="212" idx="3"/>
            <a:endCxn xmlns:a="http://schemas.openxmlformats.org/drawingml/2006/main" id="218" idx="1"/>
          </p:cNvCxnSpPr>
          <p:nvPr/>
        </p:nvCxnSpPr>
        <p:spPr>
          <a:xfrm xmlns:a="http://schemas.openxmlformats.org/drawingml/2006/main" flipV="1">
            <a:off x="2552700" y="2476500"/>
            <a:ext cx="1171575" cy="57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487F98"/>
            </a:solidFill>
            <a:prstDash val="solid"/>
            <a:round/>
            <a:tailEnd type="triangle" w="med" len="med"/>
          </a:ln>
        </p:spPr>
      </p:cxnSp>
      <p:grpSp>
        <p:nvGrpSpPr>
          <p:cNvPr id="688" name="column-embeddings"/>
          <p:cNvGrpSpPr/>
          <p:nvPr/>
        </p:nvGrpSpPr>
        <p:grpSpPr>
          <ns1:xfrm xmlns:ns1="http://schemas.openxmlformats.org/drawingml/2006/main">
            <ns1:off x="4171950" y="895350"/>
            <ns1:ext cx="1971675" cy="361950"/>
            <ns1:chOff x="4171950" y="895350"/>
            <ns1:chExt cx="1971675" cy="361950"/>
          </ns1:xfrm>
        </p:grpSpPr>
        <p:sp>
          <p:nvSpPr>
            <p:cNvPr id="221" name="col0">
              <a:extLst xmlns:a="http://schemas.openxmlformats.org/drawingml/2006/main">
                <a:ext uri="{FF2B5EF4-FFF2-40B4-BE49-F238E27FC236}">
                  <a16:creationId xmlns:a16="http://schemas.microsoft.com/office/drawing/2014/main" id="{CD570255-AD4F-4675-AA1A-AF4498577CC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71950" y="895350"/>
              <a:ext cx="485775" cy="3619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6ECE4"/>
            </a:solidFill>
            <a:ln xmlns:a="http://schemas.openxmlformats.org/drawingml/2006/main" w="4763">
              <a:solidFill>
                <a:srgbClr val="BD7854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T₁</a:t>
              </a:r>
            </a:p>
          </p:txBody>
        </p:sp>
        <p:sp>
          <p:nvSpPr>
            <p:cNvPr id="274" name="col1">
              <a:extLst xmlns:a="http://schemas.openxmlformats.org/drawingml/2006/main">
                <a:ext uri="{FF2B5EF4-FFF2-40B4-BE49-F238E27FC236}">
                  <a16:creationId xmlns:a16="http://schemas.microsoft.com/office/drawing/2014/main" id="{FC72CCF2-54DA-4CDE-92A6-2AAAAD6A8FD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67250" y="895350"/>
              <a:ext cx="485775" cy="3619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6ECE4"/>
            </a:solidFill>
            <a:ln xmlns:a="http://schemas.openxmlformats.org/drawingml/2006/main" w="4763">
              <a:solidFill>
                <a:srgbClr val="BD7854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T₂</a:t>
              </a:r>
            </a:p>
          </p:txBody>
        </p:sp>
        <p:sp>
          <p:nvSpPr>
            <p:cNvPr id="327" name="col2">
              <a:extLst xmlns:a="http://schemas.openxmlformats.org/drawingml/2006/main">
                <a:ext uri="{FF2B5EF4-FFF2-40B4-BE49-F238E27FC236}">
                  <a16:creationId xmlns:a16="http://schemas.microsoft.com/office/drawing/2014/main" id="{5070F366-B2D5-4BDF-AA0F-C6EF1B93D4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62550" y="895350"/>
              <a:ext cx="485775" cy="3619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6ECE4"/>
            </a:solidFill>
            <a:ln xmlns:a="http://schemas.openxmlformats.org/drawingml/2006/main" w="4763">
              <a:solidFill>
                <a:srgbClr val="BD7854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T₃</a:t>
              </a:r>
            </a:p>
          </p:txBody>
        </p:sp>
        <p:sp>
          <p:nvSpPr>
            <p:cNvPr id="380" name="col3">
              <a:extLst xmlns:a="http://schemas.openxmlformats.org/drawingml/2006/main">
                <a:ext uri="{FF2B5EF4-FFF2-40B4-BE49-F238E27FC236}">
                  <a16:creationId xmlns:a16="http://schemas.microsoft.com/office/drawing/2014/main" id="{06591237-BA74-415E-A214-D9B062FCC9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57850" y="895350"/>
              <a:ext cx="485775" cy="3619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6ECE4"/>
            </a:solidFill>
            <a:ln xmlns:a="http://schemas.openxmlformats.org/drawingml/2006/main" w="4763">
              <a:solidFill>
                <a:srgbClr val="BD7854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T₄</a:t>
              </a:r>
            </a:p>
          </p:txBody>
        </p:sp>
      </p:grpSp>
      <p:grpSp>
        <p:nvGrpSpPr>
          <p:cNvPr id="679" name="col-key0"/>
          <p:cNvGrpSpPr/>
          <p:nvPr/>
        </p:nvGrpSpPr>
        <p:grpSpPr>
          <ns1:xfrm xmlns:ns1="http://schemas.openxmlformats.org/drawingml/2006/main">
            <ns1:off x="4210050" y="1000125"/>
            <ns1:ext cx="101441" cy="101441"/>
            <ns1:chOff x="4210050" y="1000125"/>
            <ns1:chExt cx="101441" cy="101441"/>
          </ns1:xfrm>
        </p:grpSpPr>
        <p:sp>
          <p:nvSpPr>
            <p:cNvPr id="222" name="col-key0.0.0">
              <a:extLst xmlns:a="http://schemas.openxmlformats.org/drawingml/2006/main">
                <a:ext uri="{FF2B5EF4-FFF2-40B4-BE49-F238E27FC236}">
                  <a16:creationId xmlns:a16="http://schemas.microsoft.com/office/drawing/2014/main" id="{22AF3FF5-29D7-4A11-BAC6-D58F3AC5CCC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10050" y="100012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3" name="col-key0.0.1">
              <a:extLst xmlns:a="http://schemas.openxmlformats.org/drawingml/2006/main">
                <a:ext uri="{FF2B5EF4-FFF2-40B4-BE49-F238E27FC236}">
                  <a16:creationId xmlns:a16="http://schemas.microsoft.com/office/drawing/2014/main" id="{84F100A3-C490-4A49-9CA9-1E2FD3D46EE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31005" y="100012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4" name="col-key0.0.2">
              <a:extLst xmlns:a="http://schemas.openxmlformats.org/drawingml/2006/main">
                <a:ext uri="{FF2B5EF4-FFF2-40B4-BE49-F238E27FC236}">
                  <a16:creationId xmlns:a16="http://schemas.microsoft.com/office/drawing/2014/main" id="{C9B6847B-06CB-4052-A550-5EC2593FE7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51960" y="100012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5" name="col-key0.0.3">
              <a:extLst xmlns:a="http://schemas.openxmlformats.org/drawingml/2006/main">
                <a:ext uri="{FF2B5EF4-FFF2-40B4-BE49-F238E27FC236}">
                  <a16:creationId xmlns:a16="http://schemas.microsoft.com/office/drawing/2014/main" id="{4421D928-4748-4CA0-B8F5-61D77199B5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72915" y="100012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6" name="col-key0.0.4">
              <a:extLst xmlns:a="http://schemas.openxmlformats.org/drawingml/2006/main">
                <a:ext uri="{FF2B5EF4-FFF2-40B4-BE49-F238E27FC236}">
                  <a16:creationId xmlns:a16="http://schemas.microsoft.com/office/drawing/2014/main" id="{705F164D-72C6-4738-B688-C90D1BCAE89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93870" y="100012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7" name="col-key0.1.0">
              <a:extLst xmlns:a="http://schemas.openxmlformats.org/drawingml/2006/main">
                <a:ext uri="{FF2B5EF4-FFF2-40B4-BE49-F238E27FC236}">
                  <a16:creationId xmlns:a16="http://schemas.microsoft.com/office/drawing/2014/main" id="{1E23AF93-8B02-435B-AA32-AE2746F045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10050" y="102108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8" name="col-key0.1.1">
              <a:extLst xmlns:a="http://schemas.openxmlformats.org/drawingml/2006/main">
                <a:ext uri="{FF2B5EF4-FFF2-40B4-BE49-F238E27FC236}">
                  <a16:creationId xmlns:a16="http://schemas.microsoft.com/office/drawing/2014/main" id="{417D341D-0534-4E7F-AFA1-32B8217903D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31005" y="102108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9" name="col-key0.1.2">
              <a:extLst xmlns:a="http://schemas.openxmlformats.org/drawingml/2006/main">
                <a:ext uri="{FF2B5EF4-FFF2-40B4-BE49-F238E27FC236}">
                  <a16:creationId xmlns:a16="http://schemas.microsoft.com/office/drawing/2014/main" id="{DF052A1C-C9B0-4619-AFFA-EBF4BA43F9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51960" y="102108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0" name="col-key0.1.3">
              <a:extLst xmlns:a="http://schemas.openxmlformats.org/drawingml/2006/main">
                <a:ext uri="{FF2B5EF4-FFF2-40B4-BE49-F238E27FC236}">
                  <a16:creationId xmlns:a16="http://schemas.microsoft.com/office/drawing/2014/main" id="{12055A22-A651-412E-95D9-99EA1A2864C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72915" y="102108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1" name="col-key0.1.4">
              <a:extLst xmlns:a="http://schemas.openxmlformats.org/drawingml/2006/main">
                <a:ext uri="{FF2B5EF4-FFF2-40B4-BE49-F238E27FC236}">
                  <a16:creationId xmlns:a16="http://schemas.microsoft.com/office/drawing/2014/main" id="{F2885C64-BF10-4A40-94D7-8C957B4F863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93870" y="102108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2" name="col-key0.2.0">
              <a:extLst xmlns:a="http://schemas.openxmlformats.org/drawingml/2006/main">
                <a:ext uri="{FF2B5EF4-FFF2-40B4-BE49-F238E27FC236}">
                  <a16:creationId xmlns:a16="http://schemas.microsoft.com/office/drawing/2014/main" id="{3C454398-48F3-431F-BEE2-5F11904442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10050" y="104203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3" name="col-key0.2.1">
              <a:extLst xmlns:a="http://schemas.openxmlformats.org/drawingml/2006/main">
                <a:ext uri="{FF2B5EF4-FFF2-40B4-BE49-F238E27FC236}">
                  <a16:creationId xmlns:a16="http://schemas.microsoft.com/office/drawing/2014/main" id="{F2EFE20A-BB8B-4D50-919A-5C79211586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31005" y="104203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4" name="col-key0.2.2">
              <a:extLst xmlns:a="http://schemas.openxmlformats.org/drawingml/2006/main">
                <a:ext uri="{FF2B5EF4-FFF2-40B4-BE49-F238E27FC236}">
                  <a16:creationId xmlns:a16="http://schemas.microsoft.com/office/drawing/2014/main" id="{A3A5980D-5BE0-4E35-918E-161FB45A160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51960" y="104203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5" name="col-key0.2.3">
              <a:extLst xmlns:a="http://schemas.openxmlformats.org/drawingml/2006/main">
                <a:ext uri="{FF2B5EF4-FFF2-40B4-BE49-F238E27FC236}">
                  <a16:creationId xmlns:a16="http://schemas.microsoft.com/office/drawing/2014/main" id="{E018B3AD-4245-420C-8F36-F0CC99339B3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72915" y="104203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6" name="col-key0.2.4">
              <a:extLst xmlns:a="http://schemas.openxmlformats.org/drawingml/2006/main">
                <a:ext uri="{FF2B5EF4-FFF2-40B4-BE49-F238E27FC236}">
                  <a16:creationId xmlns:a16="http://schemas.microsoft.com/office/drawing/2014/main" id="{F8B713FB-7BF0-46A0-850E-5B29C66CB8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93870" y="104203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7" name="col-key0.3.0">
              <a:extLst xmlns:a="http://schemas.openxmlformats.org/drawingml/2006/main">
                <a:ext uri="{FF2B5EF4-FFF2-40B4-BE49-F238E27FC236}">
                  <a16:creationId xmlns:a16="http://schemas.microsoft.com/office/drawing/2014/main" id="{550DE597-6022-4C82-978D-34973E6C34A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10050" y="106299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8" name="col-key0.3.1">
              <a:extLst xmlns:a="http://schemas.openxmlformats.org/drawingml/2006/main">
                <a:ext uri="{FF2B5EF4-FFF2-40B4-BE49-F238E27FC236}">
                  <a16:creationId xmlns:a16="http://schemas.microsoft.com/office/drawing/2014/main" id="{CAB41705-5A7A-4201-8D23-5548D419DD5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31005" y="106299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9" name="col-key0.3.2">
              <a:extLst xmlns:a="http://schemas.openxmlformats.org/drawingml/2006/main">
                <a:ext uri="{FF2B5EF4-FFF2-40B4-BE49-F238E27FC236}">
                  <a16:creationId xmlns:a16="http://schemas.microsoft.com/office/drawing/2014/main" id="{AC9D3F02-9D67-44A0-8B2E-399A4610BB3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51960" y="106299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40" name="col-key0.3.3">
              <a:extLst xmlns:a="http://schemas.openxmlformats.org/drawingml/2006/main">
                <a:ext uri="{FF2B5EF4-FFF2-40B4-BE49-F238E27FC236}">
                  <a16:creationId xmlns:a16="http://schemas.microsoft.com/office/drawing/2014/main" id="{0D35497B-7E1E-4F15-BE8C-290CF043E2D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72915" y="106299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41" name="col-key0.3.4">
              <a:extLst xmlns:a="http://schemas.openxmlformats.org/drawingml/2006/main">
                <a:ext uri="{FF2B5EF4-FFF2-40B4-BE49-F238E27FC236}">
                  <a16:creationId xmlns:a16="http://schemas.microsoft.com/office/drawing/2014/main" id="{B4E6D65A-5252-4F0E-949B-A786AA352BA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93870" y="106299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42" name="col-key0.4.0">
              <a:extLst xmlns:a="http://schemas.openxmlformats.org/drawingml/2006/main">
                <a:ext uri="{FF2B5EF4-FFF2-40B4-BE49-F238E27FC236}">
                  <a16:creationId xmlns:a16="http://schemas.microsoft.com/office/drawing/2014/main" id="{203F8A5B-2CDF-40E8-9702-13477611755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10050" y="108394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43" name="col-key0.4.1">
              <a:extLst xmlns:a="http://schemas.openxmlformats.org/drawingml/2006/main">
                <a:ext uri="{FF2B5EF4-FFF2-40B4-BE49-F238E27FC236}">
                  <a16:creationId xmlns:a16="http://schemas.microsoft.com/office/drawing/2014/main" id="{7464FFF7-B21C-4EC1-B0CD-9FC86FFBBC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31005" y="108394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44" name="col-key0.4.2">
              <a:extLst xmlns:a="http://schemas.openxmlformats.org/drawingml/2006/main">
                <a:ext uri="{FF2B5EF4-FFF2-40B4-BE49-F238E27FC236}">
                  <a16:creationId xmlns:a16="http://schemas.microsoft.com/office/drawing/2014/main" id="{085B57E2-7169-4637-83AE-4E2D6C5E8A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51960" y="108394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45" name="col-key0.4.3">
              <a:extLst xmlns:a="http://schemas.openxmlformats.org/drawingml/2006/main">
                <a:ext uri="{FF2B5EF4-FFF2-40B4-BE49-F238E27FC236}">
                  <a16:creationId xmlns:a16="http://schemas.microsoft.com/office/drawing/2014/main" id="{E58F19AA-FA10-4624-8636-442B823C1AD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72915" y="108394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46" name="col-key0.4.4">
              <a:extLst xmlns:a="http://schemas.openxmlformats.org/drawingml/2006/main">
                <a:ext uri="{FF2B5EF4-FFF2-40B4-BE49-F238E27FC236}">
                  <a16:creationId xmlns:a16="http://schemas.microsoft.com/office/drawing/2014/main" id="{9014BC7E-7DFA-4093-BD22-8240B6ED79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93870" y="108394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687" name="row-embeddings"/>
          <p:cNvGrpSpPr/>
          <p:nvPr/>
        </p:nvGrpSpPr>
        <p:grpSpPr>
          <ns1:xfrm xmlns:ns1="http://schemas.openxmlformats.org/drawingml/2006/main">
            <ns1:off x="3724275" y="1562100"/>
            <ns1:ext cx="381000" cy="1809750"/>
            <ns1:chOff x="3724275" y="1562100"/>
            <ns1:chExt cx="381000" cy="1809750"/>
          </ns1:xfrm>
        </p:grpSpPr>
        <p:sp>
          <p:nvSpPr>
            <p:cNvPr id="247" name="row0">
              <a:extLst xmlns:a="http://schemas.openxmlformats.org/drawingml/2006/main">
                <a:ext uri="{FF2B5EF4-FFF2-40B4-BE49-F238E27FC236}">
                  <a16:creationId xmlns:a16="http://schemas.microsoft.com/office/drawing/2014/main" id="{9DEB10F4-D5A8-489F-9E51-F67ACD74FB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24275" y="1562100"/>
              <a:ext cx="381000" cy="438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4763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I₁</a:t>
              </a:r>
            </a:p>
          </p:txBody>
        </p:sp>
        <p:sp>
          <p:nvSpPr>
            <p:cNvPr id="300" name="row1">
              <a:extLst xmlns:a="http://schemas.openxmlformats.org/drawingml/2006/main">
                <a:ext uri="{FF2B5EF4-FFF2-40B4-BE49-F238E27FC236}">
                  <a16:creationId xmlns:a16="http://schemas.microsoft.com/office/drawing/2014/main" id="{CE7B4D4C-35A6-4D5F-B042-15F322A2FC6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24275" y="2019300"/>
              <a:ext cx="381000" cy="438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4763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I₂</a:t>
              </a:r>
            </a:p>
          </p:txBody>
        </p:sp>
        <p:sp>
          <p:nvSpPr>
            <p:cNvPr id="353" name="row2">
              <a:extLst xmlns:a="http://schemas.openxmlformats.org/drawingml/2006/main">
                <a:ext uri="{FF2B5EF4-FFF2-40B4-BE49-F238E27FC236}">
                  <a16:creationId xmlns:a16="http://schemas.microsoft.com/office/drawing/2014/main" id="{7796950A-5885-46A6-8811-308CCA1B63D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24275" y="2476500"/>
              <a:ext cx="381000" cy="438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4763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I₃</a:t>
              </a:r>
            </a:p>
          </p:txBody>
        </p:sp>
        <p:sp>
          <p:nvSpPr>
            <p:cNvPr id="406" name="row3">
              <a:extLst xmlns:a="http://schemas.openxmlformats.org/drawingml/2006/main">
                <a:ext uri="{FF2B5EF4-FFF2-40B4-BE49-F238E27FC236}">
                  <a16:creationId xmlns:a16="http://schemas.microsoft.com/office/drawing/2014/main" id="{4219C1EA-5AF7-43E7-B847-8D9635788E4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24275" y="2933700"/>
              <a:ext cx="381000" cy="438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4763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I₄</a:t>
              </a:r>
            </a:p>
          </p:txBody>
        </p:sp>
      </p:grpSp>
      <p:grpSp>
        <p:nvGrpSpPr>
          <p:cNvPr id="680" name="row-key0"/>
          <p:cNvGrpSpPr/>
          <p:nvPr/>
        </p:nvGrpSpPr>
        <p:grpSpPr>
          <ns1:xfrm xmlns:ns1="http://schemas.openxmlformats.org/drawingml/2006/main">
            <ns1:off x="3857625" y="1609725"/>
            <ns1:ext cx="110966" cy="110966"/>
            <ns1:chOff x="3857625" y="1609725"/>
            <ns1:chExt cx="110966" cy="110966"/>
          </ns1:xfrm>
        </p:grpSpPr>
        <p:sp>
          <p:nvSpPr>
            <p:cNvPr id="248" name="row-key0.0.0">
              <a:extLst xmlns:a="http://schemas.openxmlformats.org/drawingml/2006/main">
                <a:ext uri="{FF2B5EF4-FFF2-40B4-BE49-F238E27FC236}">
                  <a16:creationId xmlns:a16="http://schemas.microsoft.com/office/drawing/2014/main" id="{FAD0F3E1-4913-4073-9ACA-F79D9AD0135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16097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49" name="row-key0.0.1">
              <a:extLst xmlns:a="http://schemas.openxmlformats.org/drawingml/2006/main">
                <a:ext uri="{FF2B5EF4-FFF2-40B4-BE49-F238E27FC236}">
                  <a16:creationId xmlns:a16="http://schemas.microsoft.com/office/drawing/2014/main" id="{BCDF53DD-8246-4588-B278-9690BF94D4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0485" y="16097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0" name="row-key0.0.2">
              <a:extLst xmlns:a="http://schemas.openxmlformats.org/drawingml/2006/main">
                <a:ext uri="{FF2B5EF4-FFF2-40B4-BE49-F238E27FC236}">
                  <a16:creationId xmlns:a16="http://schemas.microsoft.com/office/drawing/2014/main" id="{F171E104-F869-4D60-8F78-14673206FEE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3345" y="16097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1" name="row-key0.0.3">
              <a:extLst xmlns:a="http://schemas.openxmlformats.org/drawingml/2006/main">
                <a:ext uri="{FF2B5EF4-FFF2-40B4-BE49-F238E27FC236}">
                  <a16:creationId xmlns:a16="http://schemas.microsoft.com/office/drawing/2014/main" id="{F3154681-1A8E-4DAC-8FD1-1205F40DEA2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26205" y="16097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2" name="row-key0.0.4">
              <a:extLst xmlns:a="http://schemas.openxmlformats.org/drawingml/2006/main">
                <a:ext uri="{FF2B5EF4-FFF2-40B4-BE49-F238E27FC236}">
                  <a16:creationId xmlns:a16="http://schemas.microsoft.com/office/drawing/2014/main" id="{867C9FCE-4B52-493F-8E1B-15F2B5695F3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9065" y="16097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3" name="row-key0.1.0">
              <a:extLst xmlns:a="http://schemas.openxmlformats.org/drawingml/2006/main">
                <a:ext uri="{FF2B5EF4-FFF2-40B4-BE49-F238E27FC236}">
                  <a16:creationId xmlns:a16="http://schemas.microsoft.com/office/drawing/2014/main" id="{E83566CE-3535-43FF-A37E-0BCA3E32F0C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16325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4" name="row-key0.1.1">
              <a:extLst xmlns:a="http://schemas.openxmlformats.org/drawingml/2006/main">
                <a:ext uri="{FF2B5EF4-FFF2-40B4-BE49-F238E27FC236}">
                  <a16:creationId xmlns:a16="http://schemas.microsoft.com/office/drawing/2014/main" id="{76FD37E7-30B2-4BFD-BB64-3365560C8E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0485" y="16325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5" name="row-key0.1.2">
              <a:extLst xmlns:a="http://schemas.openxmlformats.org/drawingml/2006/main">
                <a:ext uri="{FF2B5EF4-FFF2-40B4-BE49-F238E27FC236}">
                  <a16:creationId xmlns:a16="http://schemas.microsoft.com/office/drawing/2014/main" id="{15A5D8F8-742A-43F3-B668-38D3EC32C7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3345" y="16325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6" name="row-key0.1.3">
              <a:extLst xmlns:a="http://schemas.openxmlformats.org/drawingml/2006/main">
                <a:ext uri="{FF2B5EF4-FFF2-40B4-BE49-F238E27FC236}">
                  <a16:creationId xmlns:a16="http://schemas.microsoft.com/office/drawing/2014/main" id="{C4439579-9200-40D7-A25B-EDF41B24347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26205" y="16325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7" name="row-key0.1.4">
              <a:extLst xmlns:a="http://schemas.openxmlformats.org/drawingml/2006/main">
                <a:ext uri="{FF2B5EF4-FFF2-40B4-BE49-F238E27FC236}">
                  <a16:creationId xmlns:a16="http://schemas.microsoft.com/office/drawing/2014/main" id="{162748A7-17BE-4D15-A9CD-D9DA52A9E94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9065" y="16325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8" name="row-key0.2.0">
              <a:extLst xmlns:a="http://schemas.openxmlformats.org/drawingml/2006/main">
                <a:ext uri="{FF2B5EF4-FFF2-40B4-BE49-F238E27FC236}">
                  <a16:creationId xmlns:a16="http://schemas.microsoft.com/office/drawing/2014/main" id="{BE608163-E74F-4CFE-A03D-114F430C02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16554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9" name="row-key0.2.1">
              <a:extLst xmlns:a="http://schemas.openxmlformats.org/drawingml/2006/main">
                <a:ext uri="{FF2B5EF4-FFF2-40B4-BE49-F238E27FC236}">
                  <a16:creationId xmlns:a16="http://schemas.microsoft.com/office/drawing/2014/main" id="{3E215402-59AF-4FC8-BD1F-8BC155ECCF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0485" y="16554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0" name="row-key0.2.2">
              <a:extLst xmlns:a="http://schemas.openxmlformats.org/drawingml/2006/main">
                <a:ext uri="{FF2B5EF4-FFF2-40B4-BE49-F238E27FC236}">
                  <a16:creationId xmlns:a16="http://schemas.microsoft.com/office/drawing/2014/main" id="{33D3252C-FBEC-4DDE-83C4-520090FC41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3345" y="16554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1" name="row-key0.2.3">
              <a:extLst xmlns:a="http://schemas.openxmlformats.org/drawingml/2006/main">
                <a:ext uri="{FF2B5EF4-FFF2-40B4-BE49-F238E27FC236}">
                  <a16:creationId xmlns:a16="http://schemas.microsoft.com/office/drawing/2014/main" id="{7F57802A-2716-45A0-AB63-1E38440B113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26205" y="16554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2" name="row-key0.2.4">
              <a:extLst xmlns:a="http://schemas.openxmlformats.org/drawingml/2006/main">
                <a:ext uri="{FF2B5EF4-FFF2-40B4-BE49-F238E27FC236}">
                  <a16:creationId xmlns:a16="http://schemas.microsoft.com/office/drawing/2014/main" id="{23527AAE-1739-4401-B26B-4BBD925E7A4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9065" y="16554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3" name="row-key0.3.0">
              <a:extLst xmlns:a="http://schemas.openxmlformats.org/drawingml/2006/main">
                <a:ext uri="{FF2B5EF4-FFF2-40B4-BE49-F238E27FC236}">
                  <a16:creationId xmlns:a16="http://schemas.microsoft.com/office/drawing/2014/main" id="{7B6FA1EC-3F30-487C-99FF-7EFABD738C5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16783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4" name="row-key0.3.1">
              <a:extLst xmlns:a="http://schemas.openxmlformats.org/drawingml/2006/main">
                <a:ext uri="{FF2B5EF4-FFF2-40B4-BE49-F238E27FC236}">
                  <a16:creationId xmlns:a16="http://schemas.microsoft.com/office/drawing/2014/main" id="{43F17CEE-705E-47FB-AF24-7AAED2E70F2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0485" y="16783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5" name="row-key0.3.2">
              <a:extLst xmlns:a="http://schemas.openxmlformats.org/drawingml/2006/main">
                <a:ext uri="{FF2B5EF4-FFF2-40B4-BE49-F238E27FC236}">
                  <a16:creationId xmlns:a16="http://schemas.microsoft.com/office/drawing/2014/main" id="{16DDA987-4E3A-432A-A45E-9948F400E0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3345" y="16783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6" name="row-key0.3.3">
              <a:extLst xmlns:a="http://schemas.openxmlformats.org/drawingml/2006/main">
                <a:ext uri="{FF2B5EF4-FFF2-40B4-BE49-F238E27FC236}">
                  <a16:creationId xmlns:a16="http://schemas.microsoft.com/office/drawing/2014/main" id="{8DE7C881-D080-4723-BB7E-59D11DA4285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26205" y="16783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7" name="row-key0.3.4">
              <a:extLst xmlns:a="http://schemas.openxmlformats.org/drawingml/2006/main">
                <a:ext uri="{FF2B5EF4-FFF2-40B4-BE49-F238E27FC236}">
                  <a16:creationId xmlns:a16="http://schemas.microsoft.com/office/drawing/2014/main" id="{728ACA29-15FE-4041-9124-EBAB7B7BE68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9065" y="16783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8" name="row-key0.4.0">
              <a:extLst xmlns:a="http://schemas.openxmlformats.org/drawingml/2006/main">
                <a:ext uri="{FF2B5EF4-FFF2-40B4-BE49-F238E27FC236}">
                  <a16:creationId xmlns:a16="http://schemas.microsoft.com/office/drawing/2014/main" id="{B559BAE6-B188-4FC1-84F0-5DB52B2E997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17011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9" name="row-key0.4.1">
              <a:extLst xmlns:a="http://schemas.openxmlformats.org/drawingml/2006/main">
                <a:ext uri="{FF2B5EF4-FFF2-40B4-BE49-F238E27FC236}">
                  <a16:creationId xmlns:a16="http://schemas.microsoft.com/office/drawing/2014/main" id="{D7FC52DD-1460-46E6-935C-1B3901E6FAF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0485" y="17011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70" name="row-key0.4.2">
              <a:extLst xmlns:a="http://schemas.openxmlformats.org/drawingml/2006/main">
                <a:ext uri="{FF2B5EF4-FFF2-40B4-BE49-F238E27FC236}">
                  <a16:creationId xmlns:a16="http://schemas.microsoft.com/office/drawing/2014/main" id="{DF0AA634-7B25-4D13-A31F-BA1D6553452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3345" y="17011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71" name="row-key0.4.3">
              <a:extLst xmlns:a="http://schemas.openxmlformats.org/drawingml/2006/main">
                <a:ext uri="{FF2B5EF4-FFF2-40B4-BE49-F238E27FC236}">
                  <a16:creationId xmlns:a16="http://schemas.microsoft.com/office/drawing/2014/main" id="{AB69FBDA-F018-4194-A42E-BFE5702933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26205" y="17011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72" name="row-key0.4.4">
              <a:extLst xmlns:a="http://schemas.openxmlformats.org/drawingml/2006/main">
                <a:ext uri="{FF2B5EF4-FFF2-40B4-BE49-F238E27FC236}">
                  <a16:creationId xmlns:a16="http://schemas.microsoft.com/office/drawing/2014/main" id="{2C641145-CE57-4174-87DE-4D54B2255D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9065" y="17011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273" name="column-guide0">
            <a:extLst xmlns:a="http://schemas.openxmlformats.org/drawingml/2006/main">
              <a:ext uri="{FF2B5EF4-FFF2-40B4-BE49-F238E27FC236}">
                <a16:creationId xmlns:a16="http://schemas.microsoft.com/office/drawing/2014/main" id="{6810879E-B9A0-4EED-8359-FB3963308CB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19600" y="1276350"/>
            <a:ext cx="95" cy="247650"/>
          </a:xfrm>
          <a:custGeom xmlns:a="http://schemas.openxmlformats.org/drawingml/2006/main">
            <a:pathLst>
              <a:path w="9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D7854"/>
            </a:solidFill>
            <a:prstDash val="solid"/>
          </a:ln>
        </p:spPr>
      </p:sp>
      <p:grpSp>
        <p:nvGrpSpPr>
          <p:cNvPr id="681" name="col-key1"/>
          <p:cNvGrpSpPr/>
          <p:nvPr/>
        </p:nvGrpSpPr>
        <p:grpSpPr>
          <ns1:xfrm xmlns:ns1="http://schemas.openxmlformats.org/drawingml/2006/main">
            <ns1:off x="4705350" y="1000125"/>
            <ns1:ext cx="101441" cy="101441"/>
            <ns1:chOff x="4705350" y="1000125"/>
            <ns1:chExt cx="101441" cy="101441"/>
          </ns1:xfrm>
        </p:grpSpPr>
        <p:sp>
          <p:nvSpPr>
            <p:cNvPr id="275" name="col-key1.0.0">
              <a:extLst xmlns:a="http://schemas.openxmlformats.org/drawingml/2006/main">
                <a:ext uri="{FF2B5EF4-FFF2-40B4-BE49-F238E27FC236}">
                  <a16:creationId xmlns:a16="http://schemas.microsoft.com/office/drawing/2014/main" id="{20B88FA4-09B5-499C-9461-A57026E143A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05350" y="100012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76" name="col-key1.0.1">
              <a:extLst xmlns:a="http://schemas.openxmlformats.org/drawingml/2006/main">
                <a:ext uri="{FF2B5EF4-FFF2-40B4-BE49-F238E27FC236}">
                  <a16:creationId xmlns:a16="http://schemas.microsoft.com/office/drawing/2014/main" id="{4D382D61-65CC-4C11-8F0F-5DCCCC82AA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26305" y="100012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77" name="col-key1.0.2">
              <a:extLst xmlns:a="http://schemas.openxmlformats.org/drawingml/2006/main">
                <a:ext uri="{FF2B5EF4-FFF2-40B4-BE49-F238E27FC236}">
                  <a16:creationId xmlns:a16="http://schemas.microsoft.com/office/drawing/2014/main" id="{BF6DB44B-EE50-41BE-B991-A1BC0E54C05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47260" y="100012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78" name="col-key1.0.3">
              <a:extLst xmlns:a="http://schemas.openxmlformats.org/drawingml/2006/main">
                <a:ext uri="{FF2B5EF4-FFF2-40B4-BE49-F238E27FC236}">
                  <a16:creationId xmlns:a16="http://schemas.microsoft.com/office/drawing/2014/main" id="{5FC890BA-7FAD-4C22-889E-E2689D74F39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8215" y="100012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79" name="col-key1.0.4">
              <a:extLst xmlns:a="http://schemas.openxmlformats.org/drawingml/2006/main">
                <a:ext uri="{FF2B5EF4-FFF2-40B4-BE49-F238E27FC236}">
                  <a16:creationId xmlns:a16="http://schemas.microsoft.com/office/drawing/2014/main" id="{CD9877A5-B6B8-4FA6-919E-2B4A748A802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89170" y="100012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0" name="col-key1.1.0">
              <a:extLst xmlns:a="http://schemas.openxmlformats.org/drawingml/2006/main">
                <a:ext uri="{FF2B5EF4-FFF2-40B4-BE49-F238E27FC236}">
                  <a16:creationId xmlns:a16="http://schemas.microsoft.com/office/drawing/2014/main" id="{EB89CE59-3E59-44C2-8F0E-B1E6C449F7F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05350" y="102108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1" name="col-key1.1.1">
              <a:extLst xmlns:a="http://schemas.openxmlformats.org/drawingml/2006/main">
                <a:ext uri="{FF2B5EF4-FFF2-40B4-BE49-F238E27FC236}">
                  <a16:creationId xmlns:a16="http://schemas.microsoft.com/office/drawing/2014/main" id="{AE4716FF-AF73-4D70-95E4-4F1ABC20F91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26305" y="102108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2" name="col-key1.1.2">
              <a:extLst xmlns:a="http://schemas.openxmlformats.org/drawingml/2006/main">
                <a:ext uri="{FF2B5EF4-FFF2-40B4-BE49-F238E27FC236}">
                  <a16:creationId xmlns:a16="http://schemas.microsoft.com/office/drawing/2014/main" id="{0A3CE6BD-C6FA-4D7A-8140-941BE6BCDB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47260" y="102108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3" name="col-key1.1.3">
              <a:extLst xmlns:a="http://schemas.openxmlformats.org/drawingml/2006/main">
                <a:ext uri="{FF2B5EF4-FFF2-40B4-BE49-F238E27FC236}">
                  <a16:creationId xmlns:a16="http://schemas.microsoft.com/office/drawing/2014/main" id="{E1E3EF1D-9465-4794-8400-8F3F238C2C7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8215" y="102108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4" name="col-key1.1.4">
              <a:extLst xmlns:a="http://schemas.openxmlformats.org/drawingml/2006/main">
                <a:ext uri="{FF2B5EF4-FFF2-40B4-BE49-F238E27FC236}">
                  <a16:creationId xmlns:a16="http://schemas.microsoft.com/office/drawing/2014/main" id="{1A57A3C3-3A86-4044-BDD8-B2F4FDCD6A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89170" y="102108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5" name="col-key1.2.0">
              <a:extLst xmlns:a="http://schemas.openxmlformats.org/drawingml/2006/main">
                <a:ext uri="{FF2B5EF4-FFF2-40B4-BE49-F238E27FC236}">
                  <a16:creationId xmlns:a16="http://schemas.microsoft.com/office/drawing/2014/main" id="{FEF58D5C-DD4E-4280-A563-CC34FDBDF17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05350" y="104203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6" name="col-key1.2.1">
              <a:extLst xmlns:a="http://schemas.openxmlformats.org/drawingml/2006/main">
                <a:ext uri="{FF2B5EF4-FFF2-40B4-BE49-F238E27FC236}">
                  <a16:creationId xmlns:a16="http://schemas.microsoft.com/office/drawing/2014/main" id="{6A3DE455-CE97-4B84-BAB4-119127181E2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26305" y="104203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7" name="col-key1.2.2">
              <a:extLst xmlns:a="http://schemas.openxmlformats.org/drawingml/2006/main">
                <a:ext uri="{FF2B5EF4-FFF2-40B4-BE49-F238E27FC236}">
                  <a16:creationId xmlns:a16="http://schemas.microsoft.com/office/drawing/2014/main" id="{ADA7B05E-C205-4A45-A2D9-0A4A511D0AF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47260" y="104203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8" name="col-key1.2.3">
              <a:extLst xmlns:a="http://schemas.openxmlformats.org/drawingml/2006/main">
                <a:ext uri="{FF2B5EF4-FFF2-40B4-BE49-F238E27FC236}">
                  <a16:creationId xmlns:a16="http://schemas.microsoft.com/office/drawing/2014/main" id="{AB6ADB00-DB22-4F66-A248-1B13A5EE2E3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8215" y="104203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9" name="col-key1.2.4">
              <a:extLst xmlns:a="http://schemas.openxmlformats.org/drawingml/2006/main">
                <a:ext uri="{FF2B5EF4-FFF2-40B4-BE49-F238E27FC236}">
                  <a16:creationId xmlns:a16="http://schemas.microsoft.com/office/drawing/2014/main" id="{61A3F07A-CE6C-45AE-930A-1E0F1B32A4E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89170" y="104203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0" name="col-key1.3.0">
              <a:extLst xmlns:a="http://schemas.openxmlformats.org/drawingml/2006/main">
                <a:ext uri="{FF2B5EF4-FFF2-40B4-BE49-F238E27FC236}">
                  <a16:creationId xmlns:a16="http://schemas.microsoft.com/office/drawing/2014/main" id="{FD7D3C7B-D3A7-414A-BDE6-94603E6FA7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05350" y="106299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1" name="col-key1.3.1">
              <a:extLst xmlns:a="http://schemas.openxmlformats.org/drawingml/2006/main">
                <a:ext uri="{FF2B5EF4-FFF2-40B4-BE49-F238E27FC236}">
                  <a16:creationId xmlns:a16="http://schemas.microsoft.com/office/drawing/2014/main" id="{169165D3-4CAB-4CBF-9BB2-1B2213CA4FC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26305" y="106299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2" name="col-key1.3.2">
              <a:extLst xmlns:a="http://schemas.openxmlformats.org/drawingml/2006/main">
                <a:ext uri="{FF2B5EF4-FFF2-40B4-BE49-F238E27FC236}">
                  <a16:creationId xmlns:a16="http://schemas.microsoft.com/office/drawing/2014/main" id="{AFE3EF15-5736-4BD9-AE36-2A06802157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47260" y="106299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3" name="col-key1.3.3">
              <a:extLst xmlns:a="http://schemas.openxmlformats.org/drawingml/2006/main">
                <a:ext uri="{FF2B5EF4-FFF2-40B4-BE49-F238E27FC236}">
                  <a16:creationId xmlns:a16="http://schemas.microsoft.com/office/drawing/2014/main" id="{74BC602C-3B73-4C07-BCE6-2C37E913E6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8215" y="106299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4" name="col-key1.3.4">
              <a:extLst xmlns:a="http://schemas.openxmlformats.org/drawingml/2006/main">
                <a:ext uri="{FF2B5EF4-FFF2-40B4-BE49-F238E27FC236}">
                  <a16:creationId xmlns:a16="http://schemas.microsoft.com/office/drawing/2014/main" id="{952F26BA-C330-4039-A9C6-BF318B2D7A5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89170" y="106299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5" name="col-key1.4.0">
              <a:extLst xmlns:a="http://schemas.openxmlformats.org/drawingml/2006/main">
                <a:ext uri="{FF2B5EF4-FFF2-40B4-BE49-F238E27FC236}">
                  <a16:creationId xmlns:a16="http://schemas.microsoft.com/office/drawing/2014/main" id="{CDFC43A4-8DFE-4DCA-BD0C-BBBD54DCA0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05350" y="108394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6" name="col-key1.4.1">
              <a:extLst xmlns:a="http://schemas.openxmlformats.org/drawingml/2006/main">
                <a:ext uri="{FF2B5EF4-FFF2-40B4-BE49-F238E27FC236}">
                  <a16:creationId xmlns:a16="http://schemas.microsoft.com/office/drawing/2014/main" id="{C3A246AD-9091-4205-B6C9-95CDE1A11B8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26305" y="108394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7" name="col-key1.4.2">
              <a:extLst xmlns:a="http://schemas.openxmlformats.org/drawingml/2006/main">
                <a:ext uri="{FF2B5EF4-FFF2-40B4-BE49-F238E27FC236}">
                  <a16:creationId xmlns:a16="http://schemas.microsoft.com/office/drawing/2014/main" id="{722B4892-BAEA-400E-BDE8-1C1A73844D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47260" y="108394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8" name="col-key1.4.3">
              <a:extLst xmlns:a="http://schemas.openxmlformats.org/drawingml/2006/main">
                <a:ext uri="{FF2B5EF4-FFF2-40B4-BE49-F238E27FC236}">
                  <a16:creationId xmlns:a16="http://schemas.microsoft.com/office/drawing/2014/main" id="{98F9DEBD-1D91-4B4B-B4D3-42F8D96B46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8215" y="108394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9" name="col-key1.4.4">
              <a:extLst xmlns:a="http://schemas.openxmlformats.org/drawingml/2006/main">
                <a:ext uri="{FF2B5EF4-FFF2-40B4-BE49-F238E27FC236}">
                  <a16:creationId xmlns:a16="http://schemas.microsoft.com/office/drawing/2014/main" id="{84057CC1-DF70-4D95-B425-44CB465360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89170" y="108394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682" name="row-key1"/>
          <p:cNvGrpSpPr/>
          <p:nvPr/>
        </p:nvGrpSpPr>
        <p:grpSpPr>
          <ns1:xfrm xmlns:ns1="http://schemas.openxmlformats.org/drawingml/2006/main">
            <ns1:off x="3857625" y="2066925"/>
            <ns1:ext cx="110966" cy="110966"/>
            <ns1:chOff x="3857625" y="2066925"/>
            <ns1:chExt cx="110966" cy="110966"/>
          </ns1:xfrm>
        </p:grpSpPr>
        <p:sp>
          <p:nvSpPr>
            <p:cNvPr id="301" name="row-key1.0.0">
              <a:extLst xmlns:a="http://schemas.openxmlformats.org/drawingml/2006/main">
                <a:ext uri="{FF2B5EF4-FFF2-40B4-BE49-F238E27FC236}">
                  <a16:creationId xmlns:a16="http://schemas.microsoft.com/office/drawing/2014/main" id="{6FBAC1B1-BED1-4E2C-A5D5-116D5A35F38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20669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02" name="row-key1.0.1">
              <a:extLst xmlns:a="http://schemas.openxmlformats.org/drawingml/2006/main">
                <a:ext uri="{FF2B5EF4-FFF2-40B4-BE49-F238E27FC236}">
                  <a16:creationId xmlns:a16="http://schemas.microsoft.com/office/drawing/2014/main" id="{17578105-E5DA-420C-9C54-3FF49416079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0485" y="20669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03" name="row-key1.0.2">
              <a:extLst xmlns:a="http://schemas.openxmlformats.org/drawingml/2006/main">
                <a:ext uri="{FF2B5EF4-FFF2-40B4-BE49-F238E27FC236}">
                  <a16:creationId xmlns:a16="http://schemas.microsoft.com/office/drawing/2014/main" id="{393E3372-FCA9-49E1-B95C-C613D8D45C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3345" y="20669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04" name="row-key1.0.3">
              <a:extLst xmlns:a="http://schemas.openxmlformats.org/drawingml/2006/main">
                <a:ext uri="{FF2B5EF4-FFF2-40B4-BE49-F238E27FC236}">
                  <a16:creationId xmlns:a16="http://schemas.microsoft.com/office/drawing/2014/main" id="{DFA9E7EC-76AF-47F4-A887-EBB57CD25C4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26205" y="20669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05" name="row-key1.0.4">
              <a:extLst xmlns:a="http://schemas.openxmlformats.org/drawingml/2006/main">
                <a:ext uri="{FF2B5EF4-FFF2-40B4-BE49-F238E27FC236}">
                  <a16:creationId xmlns:a16="http://schemas.microsoft.com/office/drawing/2014/main" id="{02FFD2F5-24BF-4873-A976-CB667CB0773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9065" y="20669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06" name="row-key1.1.0">
              <a:extLst xmlns:a="http://schemas.openxmlformats.org/drawingml/2006/main">
                <a:ext uri="{FF2B5EF4-FFF2-40B4-BE49-F238E27FC236}">
                  <a16:creationId xmlns:a16="http://schemas.microsoft.com/office/drawing/2014/main" id="{F94DB3F5-519C-4BDD-A191-48D91CC9C6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20897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07" name="row-key1.1.1">
              <a:extLst xmlns:a="http://schemas.openxmlformats.org/drawingml/2006/main">
                <a:ext uri="{FF2B5EF4-FFF2-40B4-BE49-F238E27FC236}">
                  <a16:creationId xmlns:a16="http://schemas.microsoft.com/office/drawing/2014/main" id="{A0B21FAF-DB24-41B1-8AEE-2B56C896DCF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0485" y="20897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08" name="row-key1.1.2">
              <a:extLst xmlns:a="http://schemas.openxmlformats.org/drawingml/2006/main">
                <a:ext uri="{FF2B5EF4-FFF2-40B4-BE49-F238E27FC236}">
                  <a16:creationId xmlns:a16="http://schemas.microsoft.com/office/drawing/2014/main" id="{77FAAB21-4D99-428A-9067-8595F0162BB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3345" y="20897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09" name="row-key1.1.3">
              <a:extLst xmlns:a="http://schemas.openxmlformats.org/drawingml/2006/main">
                <a:ext uri="{FF2B5EF4-FFF2-40B4-BE49-F238E27FC236}">
                  <a16:creationId xmlns:a16="http://schemas.microsoft.com/office/drawing/2014/main" id="{FF299962-2829-40BD-B09F-97F09328110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26205" y="20897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0" name="row-key1.1.4">
              <a:extLst xmlns:a="http://schemas.openxmlformats.org/drawingml/2006/main">
                <a:ext uri="{FF2B5EF4-FFF2-40B4-BE49-F238E27FC236}">
                  <a16:creationId xmlns:a16="http://schemas.microsoft.com/office/drawing/2014/main" id="{58771497-709F-4B6E-8118-40D2D6AB163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9065" y="20897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1" name="row-key1.2.0">
              <a:extLst xmlns:a="http://schemas.openxmlformats.org/drawingml/2006/main">
                <a:ext uri="{FF2B5EF4-FFF2-40B4-BE49-F238E27FC236}">
                  <a16:creationId xmlns:a16="http://schemas.microsoft.com/office/drawing/2014/main" id="{01C982D5-5EA7-441C-A8D6-DE3C902C03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21126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2" name="row-key1.2.1">
              <a:extLst xmlns:a="http://schemas.openxmlformats.org/drawingml/2006/main">
                <a:ext uri="{FF2B5EF4-FFF2-40B4-BE49-F238E27FC236}">
                  <a16:creationId xmlns:a16="http://schemas.microsoft.com/office/drawing/2014/main" id="{92498DED-1095-490A-B25D-FBF903A25B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0485" y="21126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3" name="row-key1.2.2">
              <a:extLst xmlns:a="http://schemas.openxmlformats.org/drawingml/2006/main">
                <a:ext uri="{FF2B5EF4-FFF2-40B4-BE49-F238E27FC236}">
                  <a16:creationId xmlns:a16="http://schemas.microsoft.com/office/drawing/2014/main" id="{6C8D9FBB-F566-4EB9-8B2B-D8F9DD77D78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3345" y="21126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4" name="row-key1.2.3">
              <a:extLst xmlns:a="http://schemas.openxmlformats.org/drawingml/2006/main">
                <a:ext uri="{FF2B5EF4-FFF2-40B4-BE49-F238E27FC236}">
                  <a16:creationId xmlns:a16="http://schemas.microsoft.com/office/drawing/2014/main" id="{84492376-7915-4238-AEA1-52B1FE02898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26205" y="21126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5" name="row-key1.2.4">
              <a:extLst xmlns:a="http://schemas.openxmlformats.org/drawingml/2006/main">
                <a:ext uri="{FF2B5EF4-FFF2-40B4-BE49-F238E27FC236}">
                  <a16:creationId xmlns:a16="http://schemas.microsoft.com/office/drawing/2014/main" id="{B78200EC-0857-44CC-8870-3C325E1A7F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9065" y="21126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6" name="row-key1.3.0">
              <a:extLst xmlns:a="http://schemas.openxmlformats.org/drawingml/2006/main">
                <a:ext uri="{FF2B5EF4-FFF2-40B4-BE49-F238E27FC236}">
                  <a16:creationId xmlns:a16="http://schemas.microsoft.com/office/drawing/2014/main" id="{6A63313E-B845-4F2B-87E8-13B5180642F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21355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7" name="row-key1.3.1">
              <a:extLst xmlns:a="http://schemas.openxmlformats.org/drawingml/2006/main">
                <a:ext uri="{FF2B5EF4-FFF2-40B4-BE49-F238E27FC236}">
                  <a16:creationId xmlns:a16="http://schemas.microsoft.com/office/drawing/2014/main" id="{C40B86A8-64CA-4F84-94EB-67544D81F26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0485" y="21355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8" name="row-key1.3.2">
              <a:extLst xmlns:a="http://schemas.openxmlformats.org/drawingml/2006/main">
                <a:ext uri="{FF2B5EF4-FFF2-40B4-BE49-F238E27FC236}">
                  <a16:creationId xmlns:a16="http://schemas.microsoft.com/office/drawing/2014/main" id="{7E3A7D0D-F257-44C5-BD14-82CB6BFAD03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3345" y="21355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9" name="row-key1.3.3">
              <a:extLst xmlns:a="http://schemas.openxmlformats.org/drawingml/2006/main">
                <a:ext uri="{FF2B5EF4-FFF2-40B4-BE49-F238E27FC236}">
                  <a16:creationId xmlns:a16="http://schemas.microsoft.com/office/drawing/2014/main" id="{D1CA2664-40A0-4BF5-BCA1-DBA01DE3CB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26205" y="21355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0" name="row-key1.3.4">
              <a:extLst xmlns:a="http://schemas.openxmlformats.org/drawingml/2006/main">
                <a:ext uri="{FF2B5EF4-FFF2-40B4-BE49-F238E27FC236}">
                  <a16:creationId xmlns:a16="http://schemas.microsoft.com/office/drawing/2014/main" id="{AE979926-BC78-459F-B662-D7653781210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9065" y="21355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1" name="row-key1.4.0">
              <a:extLst xmlns:a="http://schemas.openxmlformats.org/drawingml/2006/main">
                <a:ext uri="{FF2B5EF4-FFF2-40B4-BE49-F238E27FC236}">
                  <a16:creationId xmlns:a16="http://schemas.microsoft.com/office/drawing/2014/main" id="{0158CCC6-C230-46FA-957E-AD43115AC8B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21583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2" name="row-key1.4.1">
              <a:extLst xmlns:a="http://schemas.openxmlformats.org/drawingml/2006/main">
                <a:ext uri="{FF2B5EF4-FFF2-40B4-BE49-F238E27FC236}">
                  <a16:creationId xmlns:a16="http://schemas.microsoft.com/office/drawing/2014/main" id="{A005F5ED-F9BC-4ECF-8158-0C83EAF45D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0485" y="21583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3" name="row-key1.4.2">
              <a:extLst xmlns:a="http://schemas.openxmlformats.org/drawingml/2006/main">
                <a:ext uri="{FF2B5EF4-FFF2-40B4-BE49-F238E27FC236}">
                  <a16:creationId xmlns:a16="http://schemas.microsoft.com/office/drawing/2014/main" id="{51DB4EBE-06E9-4987-A5F0-CCDD11010B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3345" y="21583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4" name="row-key1.4.3">
              <a:extLst xmlns:a="http://schemas.openxmlformats.org/drawingml/2006/main">
                <a:ext uri="{FF2B5EF4-FFF2-40B4-BE49-F238E27FC236}">
                  <a16:creationId xmlns:a16="http://schemas.microsoft.com/office/drawing/2014/main" id="{DDECBB1E-6596-48F2-83EC-2FAEF51CEE5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26205" y="21583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5" name="row-key1.4.4">
              <a:extLst xmlns:a="http://schemas.openxmlformats.org/drawingml/2006/main">
                <a:ext uri="{FF2B5EF4-FFF2-40B4-BE49-F238E27FC236}">
                  <a16:creationId xmlns:a16="http://schemas.microsoft.com/office/drawing/2014/main" id="{1D32B775-FE0D-4CAD-8BB2-15CD279DCC6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9065" y="21583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326" name="column-guide1">
            <a:extLst xmlns:a="http://schemas.openxmlformats.org/drawingml/2006/main">
              <a:ext uri="{FF2B5EF4-FFF2-40B4-BE49-F238E27FC236}">
                <a16:creationId xmlns:a16="http://schemas.microsoft.com/office/drawing/2014/main" id="{8CB818B5-3374-4D72-9E00-1DF3F4A032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14900" y="1276350"/>
            <a:ext cx="95" cy="247650"/>
          </a:xfrm>
          <a:custGeom xmlns:a="http://schemas.openxmlformats.org/drawingml/2006/main">
            <a:pathLst>
              <a:path w="9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D7854"/>
            </a:solidFill>
            <a:prstDash val="solid"/>
          </a:ln>
        </p:spPr>
      </p:sp>
      <p:grpSp>
        <p:nvGrpSpPr>
          <p:cNvPr id="683" name="col-key2"/>
          <p:cNvGrpSpPr/>
          <p:nvPr/>
        </p:nvGrpSpPr>
        <p:grpSpPr>
          <ns1:xfrm xmlns:ns1="http://schemas.openxmlformats.org/drawingml/2006/main">
            <ns1:off x="5200650" y="1000125"/>
            <ns1:ext cx="101441" cy="101441"/>
            <ns1:chOff x="5200650" y="1000125"/>
            <ns1:chExt cx="101441" cy="101441"/>
          </ns1:xfrm>
        </p:grpSpPr>
        <p:sp>
          <p:nvSpPr>
            <p:cNvPr id="328" name="col-key2.0.0">
              <a:extLst xmlns:a="http://schemas.openxmlformats.org/drawingml/2006/main">
                <a:ext uri="{FF2B5EF4-FFF2-40B4-BE49-F238E27FC236}">
                  <a16:creationId xmlns:a16="http://schemas.microsoft.com/office/drawing/2014/main" id="{5C217701-9A22-48E5-85C7-378BAEAACB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00650" y="100012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9" name="col-key2.0.1">
              <a:extLst xmlns:a="http://schemas.openxmlformats.org/drawingml/2006/main">
                <a:ext uri="{FF2B5EF4-FFF2-40B4-BE49-F238E27FC236}">
                  <a16:creationId xmlns:a16="http://schemas.microsoft.com/office/drawing/2014/main" id="{D8F9BEEF-EAF0-488F-8373-4CB29D621F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21605" y="100012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0" name="col-key2.0.2">
              <a:extLst xmlns:a="http://schemas.openxmlformats.org/drawingml/2006/main">
                <a:ext uri="{FF2B5EF4-FFF2-40B4-BE49-F238E27FC236}">
                  <a16:creationId xmlns:a16="http://schemas.microsoft.com/office/drawing/2014/main" id="{91AC119E-D0E1-4855-80A7-E8C3BDD3333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42560" y="100012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1" name="col-key2.0.3">
              <a:extLst xmlns:a="http://schemas.openxmlformats.org/drawingml/2006/main">
                <a:ext uri="{FF2B5EF4-FFF2-40B4-BE49-F238E27FC236}">
                  <a16:creationId xmlns:a16="http://schemas.microsoft.com/office/drawing/2014/main" id="{861BF51D-A2FA-4846-830B-A335E7D5AE9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63515" y="100012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2" name="col-key2.0.4">
              <a:extLst xmlns:a="http://schemas.openxmlformats.org/drawingml/2006/main">
                <a:ext uri="{FF2B5EF4-FFF2-40B4-BE49-F238E27FC236}">
                  <a16:creationId xmlns:a16="http://schemas.microsoft.com/office/drawing/2014/main" id="{D6EB7A5C-C76A-4076-A7C0-3CA55B7D442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84470" y="100012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3" name="col-key2.1.0">
              <a:extLst xmlns:a="http://schemas.openxmlformats.org/drawingml/2006/main">
                <a:ext uri="{FF2B5EF4-FFF2-40B4-BE49-F238E27FC236}">
                  <a16:creationId xmlns:a16="http://schemas.microsoft.com/office/drawing/2014/main" id="{CBB5D437-FE7A-41C3-9F51-C7D0EC2D6D7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00650" y="102108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4" name="col-key2.1.1">
              <a:extLst xmlns:a="http://schemas.openxmlformats.org/drawingml/2006/main">
                <a:ext uri="{FF2B5EF4-FFF2-40B4-BE49-F238E27FC236}">
                  <a16:creationId xmlns:a16="http://schemas.microsoft.com/office/drawing/2014/main" id="{1CBC6B17-5056-422A-9409-E4927DD09A4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21605" y="102108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5" name="col-key2.1.2">
              <a:extLst xmlns:a="http://schemas.openxmlformats.org/drawingml/2006/main">
                <a:ext uri="{FF2B5EF4-FFF2-40B4-BE49-F238E27FC236}">
                  <a16:creationId xmlns:a16="http://schemas.microsoft.com/office/drawing/2014/main" id="{F01D22A8-6C32-4423-814F-7D5C0A61C0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42560" y="102108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6" name="col-key2.1.3">
              <a:extLst xmlns:a="http://schemas.openxmlformats.org/drawingml/2006/main">
                <a:ext uri="{FF2B5EF4-FFF2-40B4-BE49-F238E27FC236}">
                  <a16:creationId xmlns:a16="http://schemas.microsoft.com/office/drawing/2014/main" id="{5215B6E2-FB58-4255-9AB1-1F47552180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63515" y="102108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7" name="col-key2.1.4">
              <a:extLst xmlns:a="http://schemas.openxmlformats.org/drawingml/2006/main">
                <a:ext uri="{FF2B5EF4-FFF2-40B4-BE49-F238E27FC236}">
                  <a16:creationId xmlns:a16="http://schemas.microsoft.com/office/drawing/2014/main" id="{1F3B67B9-F71A-40EF-B9BC-EADE0B33960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84470" y="102108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8" name="col-key2.2.0">
              <a:extLst xmlns:a="http://schemas.openxmlformats.org/drawingml/2006/main">
                <a:ext uri="{FF2B5EF4-FFF2-40B4-BE49-F238E27FC236}">
                  <a16:creationId xmlns:a16="http://schemas.microsoft.com/office/drawing/2014/main" id="{FB77ED02-D8A1-4920-9DD6-86DD3245E2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00650" y="104203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9" name="col-key2.2.1">
              <a:extLst xmlns:a="http://schemas.openxmlformats.org/drawingml/2006/main">
                <a:ext uri="{FF2B5EF4-FFF2-40B4-BE49-F238E27FC236}">
                  <a16:creationId xmlns:a16="http://schemas.microsoft.com/office/drawing/2014/main" id="{6071F272-2756-4D52-A41E-8D8CB04306D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21605" y="104203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40" name="col-key2.2.2">
              <a:extLst xmlns:a="http://schemas.openxmlformats.org/drawingml/2006/main">
                <a:ext uri="{FF2B5EF4-FFF2-40B4-BE49-F238E27FC236}">
                  <a16:creationId xmlns:a16="http://schemas.microsoft.com/office/drawing/2014/main" id="{9CC0D682-D0E3-43A9-81D7-37C3C10BD83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42560" y="104203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41" name="col-key2.2.3">
              <a:extLst xmlns:a="http://schemas.openxmlformats.org/drawingml/2006/main">
                <a:ext uri="{FF2B5EF4-FFF2-40B4-BE49-F238E27FC236}">
                  <a16:creationId xmlns:a16="http://schemas.microsoft.com/office/drawing/2014/main" id="{6B2D4C42-1A04-44A7-9E13-F23B6DFCA83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63515" y="104203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42" name="col-key2.2.4">
              <a:extLst xmlns:a="http://schemas.openxmlformats.org/drawingml/2006/main">
                <a:ext uri="{FF2B5EF4-FFF2-40B4-BE49-F238E27FC236}">
                  <a16:creationId xmlns:a16="http://schemas.microsoft.com/office/drawing/2014/main" id="{D8034CEE-24C5-47AE-B6ED-9FC5E39C652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84470" y="104203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43" name="col-key2.3.0">
              <a:extLst xmlns:a="http://schemas.openxmlformats.org/drawingml/2006/main">
                <a:ext uri="{FF2B5EF4-FFF2-40B4-BE49-F238E27FC236}">
                  <a16:creationId xmlns:a16="http://schemas.microsoft.com/office/drawing/2014/main" id="{6B149294-437E-4BAC-AB9B-96E87F2A6A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00650" y="106299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44" name="col-key2.3.1">
              <a:extLst xmlns:a="http://schemas.openxmlformats.org/drawingml/2006/main">
                <a:ext uri="{FF2B5EF4-FFF2-40B4-BE49-F238E27FC236}">
                  <a16:creationId xmlns:a16="http://schemas.microsoft.com/office/drawing/2014/main" id="{2C9C2211-8F68-4344-AFFA-067B2096277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21605" y="106299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45" name="col-key2.3.2">
              <a:extLst xmlns:a="http://schemas.openxmlformats.org/drawingml/2006/main">
                <a:ext uri="{FF2B5EF4-FFF2-40B4-BE49-F238E27FC236}">
                  <a16:creationId xmlns:a16="http://schemas.microsoft.com/office/drawing/2014/main" id="{9842F77C-6F62-4A42-9342-41200D6CDB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42560" y="106299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46" name="col-key2.3.3">
              <a:extLst xmlns:a="http://schemas.openxmlformats.org/drawingml/2006/main">
                <a:ext uri="{FF2B5EF4-FFF2-40B4-BE49-F238E27FC236}">
                  <a16:creationId xmlns:a16="http://schemas.microsoft.com/office/drawing/2014/main" id="{3D735F9B-1050-42A6-BC72-715F0966261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63515" y="106299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47" name="col-key2.3.4">
              <a:extLst xmlns:a="http://schemas.openxmlformats.org/drawingml/2006/main">
                <a:ext uri="{FF2B5EF4-FFF2-40B4-BE49-F238E27FC236}">
                  <a16:creationId xmlns:a16="http://schemas.microsoft.com/office/drawing/2014/main" id="{5C79F30D-280D-4DF9-B922-97E684DA72A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84470" y="106299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48" name="col-key2.4.0">
              <a:extLst xmlns:a="http://schemas.openxmlformats.org/drawingml/2006/main">
                <a:ext uri="{FF2B5EF4-FFF2-40B4-BE49-F238E27FC236}">
                  <a16:creationId xmlns:a16="http://schemas.microsoft.com/office/drawing/2014/main" id="{0821DACC-146C-46BB-A556-15E5A44F1F8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00650" y="108394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49" name="col-key2.4.1">
              <a:extLst xmlns:a="http://schemas.openxmlformats.org/drawingml/2006/main">
                <a:ext uri="{FF2B5EF4-FFF2-40B4-BE49-F238E27FC236}">
                  <a16:creationId xmlns:a16="http://schemas.microsoft.com/office/drawing/2014/main" id="{F9DA25B7-4AE5-4EA0-8A19-9302747BE1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21605" y="108394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0" name="col-key2.4.2">
              <a:extLst xmlns:a="http://schemas.openxmlformats.org/drawingml/2006/main">
                <a:ext uri="{FF2B5EF4-FFF2-40B4-BE49-F238E27FC236}">
                  <a16:creationId xmlns:a16="http://schemas.microsoft.com/office/drawing/2014/main" id="{315558FC-CF61-4578-BC46-BBF75C56E17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42560" y="108394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1" name="col-key2.4.3">
              <a:extLst xmlns:a="http://schemas.openxmlformats.org/drawingml/2006/main">
                <a:ext uri="{FF2B5EF4-FFF2-40B4-BE49-F238E27FC236}">
                  <a16:creationId xmlns:a16="http://schemas.microsoft.com/office/drawing/2014/main" id="{8AD8F4DB-D876-4934-A760-A2F392E6219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63515" y="108394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2" name="col-key2.4.4">
              <a:extLst xmlns:a="http://schemas.openxmlformats.org/drawingml/2006/main">
                <a:ext uri="{FF2B5EF4-FFF2-40B4-BE49-F238E27FC236}">
                  <a16:creationId xmlns:a16="http://schemas.microsoft.com/office/drawing/2014/main" id="{D125AF87-8509-4A2F-A5E9-F97E9C342C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84470" y="108394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684" name="row-key2"/>
          <p:cNvGrpSpPr/>
          <p:nvPr/>
        </p:nvGrpSpPr>
        <p:grpSpPr>
          <ns1:xfrm xmlns:ns1="http://schemas.openxmlformats.org/drawingml/2006/main">
            <ns1:off x="3857625" y="2524125"/>
            <ns1:ext cx="110966" cy="110966"/>
            <ns1:chOff x="3857625" y="2524125"/>
            <ns1:chExt cx="110966" cy="110966"/>
          </ns1:xfrm>
        </p:grpSpPr>
        <p:sp>
          <p:nvSpPr>
            <p:cNvPr id="354" name="row-key2.0.0">
              <a:extLst xmlns:a="http://schemas.openxmlformats.org/drawingml/2006/main">
                <a:ext uri="{FF2B5EF4-FFF2-40B4-BE49-F238E27FC236}">
                  <a16:creationId xmlns:a16="http://schemas.microsoft.com/office/drawing/2014/main" id="{7068542D-F779-43A5-8BD0-E3C4ED36EAB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25241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5" name="row-key2.0.1">
              <a:extLst xmlns:a="http://schemas.openxmlformats.org/drawingml/2006/main">
                <a:ext uri="{FF2B5EF4-FFF2-40B4-BE49-F238E27FC236}">
                  <a16:creationId xmlns:a16="http://schemas.microsoft.com/office/drawing/2014/main" id="{27C1FA39-6D09-4DF6-AE39-821273BB561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0485" y="25241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6" name="row-key2.0.2">
              <a:extLst xmlns:a="http://schemas.openxmlformats.org/drawingml/2006/main">
                <a:ext uri="{FF2B5EF4-FFF2-40B4-BE49-F238E27FC236}">
                  <a16:creationId xmlns:a16="http://schemas.microsoft.com/office/drawing/2014/main" id="{4649E5F1-EBDB-4C7D-8C8C-BCE466FCE7E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3345" y="25241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7" name="row-key2.0.3">
              <a:extLst xmlns:a="http://schemas.openxmlformats.org/drawingml/2006/main">
                <a:ext uri="{FF2B5EF4-FFF2-40B4-BE49-F238E27FC236}">
                  <a16:creationId xmlns:a16="http://schemas.microsoft.com/office/drawing/2014/main" id="{F4A647BD-4BA4-4B65-865D-6A9524C3132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26205" y="25241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8" name="row-key2.0.4">
              <a:extLst xmlns:a="http://schemas.openxmlformats.org/drawingml/2006/main">
                <a:ext uri="{FF2B5EF4-FFF2-40B4-BE49-F238E27FC236}">
                  <a16:creationId xmlns:a16="http://schemas.microsoft.com/office/drawing/2014/main" id="{E81D72F8-0A3E-4D0F-B146-9976E26098E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9065" y="25241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9" name="row-key2.1.0">
              <a:extLst xmlns:a="http://schemas.openxmlformats.org/drawingml/2006/main">
                <a:ext uri="{FF2B5EF4-FFF2-40B4-BE49-F238E27FC236}">
                  <a16:creationId xmlns:a16="http://schemas.microsoft.com/office/drawing/2014/main" id="{AB71F370-BFB7-4F22-B4A1-5B861EE52D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25469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0" name="row-key2.1.1">
              <a:extLst xmlns:a="http://schemas.openxmlformats.org/drawingml/2006/main">
                <a:ext uri="{FF2B5EF4-FFF2-40B4-BE49-F238E27FC236}">
                  <a16:creationId xmlns:a16="http://schemas.microsoft.com/office/drawing/2014/main" id="{12363D48-2AFB-41D6-8AA1-97C773A8AC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0485" y="25469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1" name="row-key2.1.2">
              <a:extLst xmlns:a="http://schemas.openxmlformats.org/drawingml/2006/main">
                <a:ext uri="{FF2B5EF4-FFF2-40B4-BE49-F238E27FC236}">
                  <a16:creationId xmlns:a16="http://schemas.microsoft.com/office/drawing/2014/main" id="{FEB1D80C-7C95-4022-BE28-1050C60525E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3345" y="25469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2" name="row-key2.1.3">
              <a:extLst xmlns:a="http://schemas.openxmlformats.org/drawingml/2006/main">
                <a:ext uri="{FF2B5EF4-FFF2-40B4-BE49-F238E27FC236}">
                  <a16:creationId xmlns:a16="http://schemas.microsoft.com/office/drawing/2014/main" id="{77EB7DB2-AD61-4190-8CFD-442F8E2610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26205" y="25469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3" name="row-key2.1.4">
              <a:extLst xmlns:a="http://schemas.openxmlformats.org/drawingml/2006/main">
                <a:ext uri="{FF2B5EF4-FFF2-40B4-BE49-F238E27FC236}">
                  <a16:creationId xmlns:a16="http://schemas.microsoft.com/office/drawing/2014/main" id="{1F699763-20B3-4375-8A00-E2948E63042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9065" y="25469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4" name="row-key2.2.0">
              <a:extLst xmlns:a="http://schemas.openxmlformats.org/drawingml/2006/main">
                <a:ext uri="{FF2B5EF4-FFF2-40B4-BE49-F238E27FC236}">
                  <a16:creationId xmlns:a16="http://schemas.microsoft.com/office/drawing/2014/main" id="{86C740BB-9747-4E04-8C87-E94528E8C97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25698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5" name="row-key2.2.1">
              <a:extLst xmlns:a="http://schemas.openxmlformats.org/drawingml/2006/main">
                <a:ext uri="{FF2B5EF4-FFF2-40B4-BE49-F238E27FC236}">
                  <a16:creationId xmlns:a16="http://schemas.microsoft.com/office/drawing/2014/main" id="{DC748299-030D-414A-9761-87E07BD4769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0485" y="25698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6" name="row-key2.2.2">
              <a:extLst xmlns:a="http://schemas.openxmlformats.org/drawingml/2006/main">
                <a:ext uri="{FF2B5EF4-FFF2-40B4-BE49-F238E27FC236}">
                  <a16:creationId xmlns:a16="http://schemas.microsoft.com/office/drawing/2014/main" id="{B57BABF1-18A7-4647-B112-AD5713322F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3345" y="25698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7" name="row-key2.2.3">
              <a:extLst xmlns:a="http://schemas.openxmlformats.org/drawingml/2006/main">
                <a:ext uri="{FF2B5EF4-FFF2-40B4-BE49-F238E27FC236}">
                  <a16:creationId xmlns:a16="http://schemas.microsoft.com/office/drawing/2014/main" id="{3AC2E522-9A0D-4DFF-B812-B76DB49C0D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26205" y="25698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8" name="row-key2.2.4">
              <a:extLst xmlns:a="http://schemas.openxmlformats.org/drawingml/2006/main">
                <a:ext uri="{FF2B5EF4-FFF2-40B4-BE49-F238E27FC236}">
                  <a16:creationId xmlns:a16="http://schemas.microsoft.com/office/drawing/2014/main" id="{78E86E9F-F43A-4132-8EAF-DA2CCFF0D69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9065" y="25698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9" name="row-key2.3.0">
              <a:extLst xmlns:a="http://schemas.openxmlformats.org/drawingml/2006/main">
                <a:ext uri="{FF2B5EF4-FFF2-40B4-BE49-F238E27FC236}">
                  <a16:creationId xmlns:a16="http://schemas.microsoft.com/office/drawing/2014/main" id="{B3A27C13-8BFE-4E8D-ADEB-0B4CB5380BF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25927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70" name="row-key2.3.1">
              <a:extLst xmlns:a="http://schemas.openxmlformats.org/drawingml/2006/main">
                <a:ext uri="{FF2B5EF4-FFF2-40B4-BE49-F238E27FC236}">
                  <a16:creationId xmlns:a16="http://schemas.microsoft.com/office/drawing/2014/main" id="{DDA4ABBD-DE56-4154-AB2A-84AD40BC5E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0485" y="25927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71" name="row-key2.3.2">
              <a:extLst xmlns:a="http://schemas.openxmlformats.org/drawingml/2006/main">
                <a:ext uri="{FF2B5EF4-FFF2-40B4-BE49-F238E27FC236}">
                  <a16:creationId xmlns:a16="http://schemas.microsoft.com/office/drawing/2014/main" id="{6850617D-C7DC-44B7-9552-85BC2AD9243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3345" y="25927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72" name="row-key2.3.3">
              <a:extLst xmlns:a="http://schemas.openxmlformats.org/drawingml/2006/main">
                <a:ext uri="{FF2B5EF4-FFF2-40B4-BE49-F238E27FC236}">
                  <a16:creationId xmlns:a16="http://schemas.microsoft.com/office/drawing/2014/main" id="{386B3FB6-840B-4467-8077-1EC41D7B094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26205" y="25927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73" name="row-key2.3.4">
              <a:extLst xmlns:a="http://schemas.openxmlformats.org/drawingml/2006/main">
                <a:ext uri="{FF2B5EF4-FFF2-40B4-BE49-F238E27FC236}">
                  <a16:creationId xmlns:a16="http://schemas.microsoft.com/office/drawing/2014/main" id="{629749F8-673E-4DD3-A018-8ECD5EDAC0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9065" y="25927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74" name="row-key2.4.0">
              <a:extLst xmlns:a="http://schemas.openxmlformats.org/drawingml/2006/main">
                <a:ext uri="{FF2B5EF4-FFF2-40B4-BE49-F238E27FC236}">
                  <a16:creationId xmlns:a16="http://schemas.microsoft.com/office/drawing/2014/main" id="{321FEBDD-28AD-4FC1-BC73-34EE7FFACCD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26155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75" name="row-key2.4.1">
              <a:extLst xmlns:a="http://schemas.openxmlformats.org/drawingml/2006/main">
                <a:ext uri="{FF2B5EF4-FFF2-40B4-BE49-F238E27FC236}">
                  <a16:creationId xmlns:a16="http://schemas.microsoft.com/office/drawing/2014/main" id="{45D9F19D-DBBF-46F8-9DC0-A0C5131A4D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0485" y="26155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76" name="row-key2.4.2">
              <a:extLst xmlns:a="http://schemas.openxmlformats.org/drawingml/2006/main">
                <a:ext uri="{FF2B5EF4-FFF2-40B4-BE49-F238E27FC236}">
                  <a16:creationId xmlns:a16="http://schemas.microsoft.com/office/drawing/2014/main" id="{4B948B9D-D97A-445B-8263-F57449A310F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3345" y="26155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77" name="row-key2.4.3">
              <a:extLst xmlns:a="http://schemas.openxmlformats.org/drawingml/2006/main">
                <a:ext uri="{FF2B5EF4-FFF2-40B4-BE49-F238E27FC236}">
                  <a16:creationId xmlns:a16="http://schemas.microsoft.com/office/drawing/2014/main" id="{0B448481-E0DC-447F-AFC7-8989709BEF4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26205" y="26155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78" name="row-key2.4.4">
              <a:extLst xmlns:a="http://schemas.openxmlformats.org/drawingml/2006/main">
                <a:ext uri="{FF2B5EF4-FFF2-40B4-BE49-F238E27FC236}">
                  <a16:creationId xmlns:a16="http://schemas.microsoft.com/office/drawing/2014/main" id="{CB4B46D6-363F-4939-BB47-9A15BCEC3AE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9065" y="26155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379" name="column-guide2">
            <a:extLst xmlns:a="http://schemas.openxmlformats.org/drawingml/2006/main">
              <a:ext uri="{FF2B5EF4-FFF2-40B4-BE49-F238E27FC236}">
                <a16:creationId xmlns:a16="http://schemas.microsoft.com/office/drawing/2014/main" id="{76B3BAEB-5032-4A8A-A6DE-E52431D88C0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10200" y="1276350"/>
            <a:ext cx="95" cy="247650"/>
          </a:xfrm>
          <a:custGeom xmlns:a="http://schemas.openxmlformats.org/drawingml/2006/main">
            <a:pathLst>
              <a:path w="9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D7854"/>
            </a:solidFill>
            <a:prstDash val="solid"/>
          </a:ln>
        </p:spPr>
      </p:sp>
      <p:grpSp>
        <p:nvGrpSpPr>
          <p:cNvPr id="685" name="col-key3"/>
          <p:cNvGrpSpPr/>
          <p:nvPr/>
        </p:nvGrpSpPr>
        <p:grpSpPr>
          <ns1:xfrm xmlns:ns1="http://schemas.openxmlformats.org/drawingml/2006/main">
            <ns1:off x="5695950" y="1000125"/>
            <ns1:ext cx="101441" cy="101441"/>
            <ns1:chOff x="5695950" y="1000125"/>
            <ns1:chExt cx="101441" cy="101441"/>
          </ns1:xfrm>
        </p:grpSpPr>
        <p:sp>
          <p:nvSpPr>
            <p:cNvPr id="381" name="col-key3.0.0">
              <a:extLst xmlns:a="http://schemas.openxmlformats.org/drawingml/2006/main">
                <a:ext uri="{FF2B5EF4-FFF2-40B4-BE49-F238E27FC236}">
                  <a16:creationId xmlns:a16="http://schemas.microsoft.com/office/drawing/2014/main" id="{4609FA22-FB22-4227-8280-36556A8BA7B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95950" y="100012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82" name="col-key3.0.1">
              <a:extLst xmlns:a="http://schemas.openxmlformats.org/drawingml/2006/main">
                <a:ext uri="{FF2B5EF4-FFF2-40B4-BE49-F238E27FC236}">
                  <a16:creationId xmlns:a16="http://schemas.microsoft.com/office/drawing/2014/main" id="{941AE061-CFBA-4A84-9CFA-923E038627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6905" y="100012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83" name="col-key3.0.2">
              <a:extLst xmlns:a="http://schemas.openxmlformats.org/drawingml/2006/main">
                <a:ext uri="{FF2B5EF4-FFF2-40B4-BE49-F238E27FC236}">
                  <a16:creationId xmlns:a16="http://schemas.microsoft.com/office/drawing/2014/main" id="{475712DA-45B6-4786-A817-8FE97D39738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37860" y="100012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84" name="col-key3.0.3">
              <a:extLst xmlns:a="http://schemas.openxmlformats.org/drawingml/2006/main">
                <a:ext uri="{FF2B5EF4-FFF2-40B4-BE49-F238E27FC236}">
                  <a16:creationId xmlns:a16="http://schemas.microsoft.com/office/drawing/2014/main" id="{6A9FF856-A0D7-498A-A321-B522C21834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58815" y="100012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85" name="col-key3.0.4">
              <a:extLst xmlns:a="http://schemas.openxmlformats.org/drawingml/2006/main">
                <a:ext uri="{FF2B5EF4-FFF2-40B4-BE49-F238E27FC236}">
                  <a16:creationId xmlns:a16="http://schemas.microsoft.com/office/drawing/2014/main" id="{C82D0838-2512-4480-ABE0-EF5660E3426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79770" y="100012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86" name="col-key3.1.0">
              <a:extLst xmlns:a="http://schemas.openxmlformats.org/drawingml/2006/main">
                <a:ext uri="{FF2B5EF4-FFF2-40B4-BE49-F238E27FC236}">
                  <a16:creationId xmlns:a16="http://schemas.microsoft.com/office/drawing/2014/main" id="{68A2C330-D181-4335-BBFD-77167294925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95950" y="102108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87" name="col-key3.1.1">
              <a:extLst xmlns:a="http://schemas.openxmlformats.org/drawingml/2006/main">
                <a:ext uri="{FF2B5EF4-FFF2-40B4-BE49-F238E27FC236}">
                  <a16:creationId xmlns:a16="http://schemas.microsoft.com/office/drawing/2014/main" id="{DF369D9A-5E08-42CC-9FB8-A747A94994D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6905" y="102108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88" name="col-key3.1.2">
              <a:extLst xmlns:a="http://schemas.openxmlformats.org/drawingml/2006/main">
                <a:ext uri="{FF2B5EF4-FFF2-40B4-BE49-F238E27FC236}">
                  <a16:creationId xmlns:a16="http://schemas.microsoft.com/office/drawing/2014/main" id="{4393B9E5-A61F-4C30-B282-F9E9875BA93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37860" y="102108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89" name="col-key3.1.3">
              <a:extLst xmlns:a="http://schemas.openxmlformats.org/drawingml/2006/main">
                <a:ext uri="{FF2B5EF4-FFF2-40B4-BE49-F238E27FC236}">
                  <a16:creationId xmlns:a16="http://schemas.microsoft.com/office/drawing/2014/main" id="{AF6E5DFE-9484-4A73-93E8-BCF121AABBE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58815" y="102108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0" name="col-key3.1.4">
              <a:extLst xmlns:a="http://schemas.openxmlformats.org/drawingml/2006/main">
                <a:ext uri="{FF2B5EF4-FFF2-40B4-BE49-F238E27FC236}">
                  <a16:creationId xmlns:a16="http://schemas.microsoft.com/office/drawing/2014/main" id="{BFE33BC4-692F-4994-B35C-31E5333AF0A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79770" y="102108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1" name="col-key3.2.0">
              <a:extLst xmlns:a="http://schemas.openxmlformats.org/drawingml/2006/main">
                <a:ext uri="{FF2B5EF4-FFF2-40B4-BE49-F238E27FC236}">
                  <a16:creationId xmlns:a16="http://schemas.microsoft.com/office/drawing/2014/main" id="{78BD6F01-50D8-44D8-9AD5-AE4E86CA4C7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95950" y="104203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2" name="col-key3.2.1">
              <a:extLst xmlns:a="http://schemas.openxmlformats.org/drawingml/2006/main">
                <a:ext uri="{FF2B5EF4-FFF2-40B4-BE49-F238E27FC236}">
                  <a16:creationId xmlns:a16="http://schemas.microsoft.com/office/drawing/2014/main" id="{BF2A9E25-BE99-4AEE-BBA0-20D093DC1F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6905" y="104203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3" name="col-key3.2.2">
              <a:extLst xmlns:a="http://schemas.openxmlformats.org/drawingml/2006/main">
                <a:ext uri="{FF2B5EF4-FFF2-40B4-BE49-F238E27FC236}">
                  <a16:creationId xmlns:a16="http://schemas.microsoft.com/office/drawing/2014/main" id="{71E9E43E-A779-4C47-9B9A-61613CAFA34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37860" y="104203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4" name="col-key3.2.3">
              <a:extLst xmlns:a="http://schemas.openxmlformats.org/drawingml/2006/main">
                <a:ext uri="{FF2B5EF4-FFF2-40B4-BE49-F238E27FC236}">
                  <a16:creationId xmlns:a16="http://schemas.microsoft.com/office/drawing/2014/main" id="{0AFE5757-C2D3-465F-BB3B-7986F6A2BD5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58815" y="104203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5" name="col-key3.2.4">
              <a:extLst xmlns:a="http://schemas.openxmlformats.org/drawingml/2006/main">
                <a:ext uri="{FF2B5EF4-FFF2-40B4-BE49-F238E27FC236}">
                  <a16:creationId xmlns:a16="http://schemas.microsoft.com/office/drawing/2014/main" id="{EE5BB4D1-8F92-4B21-BC2D-543F4AFEC0D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79770" y="104203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6" name="col-key3.3.0">
              <a:extLst xmlns:a="http://schemas.openxmlformats.org/drawingml/2006/main">
                <a:ext uri="{FF2B5EF4-FFF2-40B4-BE49-F238E27FC236}">
                  <a16:creationId xmlns:a16="http://schemas.microsoft.com/office/drawing/2014/main" id="{4DDFD200-0FAD-4748-B35C-E0B1E1EC034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95950" y="106299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7" name="col-key3.3.1">
              <a:extLst xmlns:a="http://schemas.openxmlformats.org/drawingml/2006/main">
                <a:ext uri="{FF2B5EF4-FFF2-40B4-BE49-F238E27FC236}">
                  <a16:creationId xmlns:a16="http://schemas.microsoft.com/office/drawing/2014/main" id="{E1200BBE-AD51-4440-A275-5195C41FD4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6905" y="106299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8" name="col-key3.3.2">
              <a:extLst xmlns:a="http://schemas.openxmlformats.org/drawingml/2006/main">
                <a:ext uri="{FF2B5EF4-FFF2-40B4-BE49-F238E27FC236}">
                  <a16:creationId xmlns:a16="http://schemas.microsoft.com/office/drawing/2014/main" id="{22F7921E-8BD1-40A7-A875-46C9BA9C3DF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37860" y="106299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9" name="col-key3.3.3">
              <a:extLst xmlns:a="http://schemas.openxmlformats.org/drawingml/2006/main">
                <a:ext uri="{FF2B5EF4-FFF2-40B4-BE49-F238E27FC236}">
                  <a16:creationId xmlns:a16="http://schemas.microsoft.com/office/drawing/2014/main" id="{486B5FF5-EE81-40B9-AB69-3964D1D284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58815" y="106299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00" name="col-key3.3.4">
              <a:extLst xmlns:a="http://schemas.openxmlformats.org/drawingml/2006/main">
                <a:ext uri="{FF2B5EF4-FFF2-40B4-BE49-F238E27FC236}">
                  <a16:creationId xmlns:a16="http://schemas.microsoft.com/office/drawing/2014/main" id="{74E810E0-1C5F-4885-BE60-3510FE6313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79770" y="1062990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01" name="col-key3.4.0">
              <a:extLst xmlns:a="http://schemas.openxmlformats.org/drawingml/2006/main">
                <a:ext uri="{FF2B5EF4-FFF2-40B4-BE49-F238E27FC236}">
                  <a16:creationId xmlns:a16="http://schemas.microsoft.com/office/drawing/2014/main" id="{DE2470DF-17DA-4BB7-9A76-3DC14E3E6CF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95950" y="108394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02" name="col-key3.4.1">
              <a:extLst xmlns:a="http://schemas.openxmlformats.org/drawingml/2006/main">
                <a:ext uri="{FF2B5EF4-FFF2-40B4-BE49-F238E27FC236}">
                  <a16:creationId xmlns:a16="http://schemas.microsoft.com/office/drawing/2014/main" id="{90E4EA02-487D-41ED-8191-4D0207C10CC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6905" y="108394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03" name="col-key3.4.2">
              <a:extLst xmlns:a="http://schemas.openxmlformats.org/drawingml/2006/main">
                <a:ext uri="{FF2B5EF4-FFF2-40B4-BE49-F238E27FC236}">
                  <a16:creationId xmlns:a16="http://schemas.microsoft.com/office/drawing/2014/main" id="{D0A16802-C3F8-456B-AC03-3F834B3DB8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37860" y="108394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04" name="col-key3.4.3">
              <a:extLst xmlns:a="http://schemas.openxmlformats.org/drawingml/2006/main">
                <a:ext uri="{FF2B5EF4-FFF2-40B4-BE49-F238E27FC236}">
                  <a16:creationId xmlns:a16="http://schemas.microsoft.com/office/drawing/2014/main" id="{F603CCE7-7300-4A63-B5AF-BC8F071F56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58815" y="108394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05" name="col-key3.4.4">
              <a:extLst xmlns:a="http://schemas.openxmlformats.org/drawingml/2006/main">
                <a:ext uri="{FF2B5EF4-FFF2-40B4-BE49-F238E27FC236}">
                  <a16:creationId xmlns:a16="http://schemas.microsoft.com/office/drawing/2014/main" id="{1F181D00-5E06-486C-A391-0819EB8550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79770" y="1083945"/>
              <a:ext cx="17621" cy="1762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686" name="row-key3"/>
          <p:cNvGrpSpPr/>
          <p:nvPr/>
        </p:nvGrpSpPr>
        <p:grpSpPr>
          <ns1:xfrm xmlns:ns1="http://schemas.openxmlformats.org/drawingml/2006/main">
            <ns1:off x="3857625" y="2981325"/>
            <ns1:ext cx="110966" cy="110966"/>
            <ns1:chOff x="3857625" y="2981325"/>
            <ns1:chExt cx="110966" cy="110966"/>
          </ns1:xfrm>
        </p:grpSpPr>
        <p:sp>
          <p:nvSpPr>
            <p:cNvPr id="407" name="row-key3.0.0">
              <a:extLst xmlns:a="http://schemas.openxmlformats.org/drawingml/2006/main">
                <a:ext uri="{FF2B5EF4-FFF2-40B4-BE49-F238E27FC236}">
                  <a16:creationId xmlns:a16="http://schemas.microsoft.com/office/drawing/2014/main" id="{A9383FA6-7401-4A8C-B947-0EA9CDEDBC1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29813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08" name="row-key3.0.1">
              <a:extLst xmlns:a="http://schemas.openxmlformats.org/drawingml/2006/main">
                <a:ext uri="{FF2B5EF4-FFF2-40B4-BE49-F238E27FC236}">
                  <a16:creationId xmlns:a16="http://schemas.microsoft.com/office/drawing/2014/main" id="{36557580-77D3-4365-B3C9-AD642FE49AE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0485" y="29813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09" name="row-key3.0.2">
              <a:extLst xmlns:a="http://schemas.openxmlformats.org/drawingml/2006/main">
                <a:ext uri="{FF2B5EF4-FFF2-40B4-BE49-F238E27FC236}">
                  <a16:creationId xmlns:a16="http://schemas.microsoft.com/office/drawing/2014/main" id="{EC724A8D-9CE1-454A-983B-B7EEF19102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3345" y="29813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0" name="row-key3.0.3">
              <a:extLst xmlns:a="http://schemas.openxmlformats.org/drawingml/2006/main">
                <a:ext uri="{FF2B5EF4-FFF2-40B4-BE49-F238E27FC236}">
                  <a16:creationId xmlns:a16="http://schemas.microsoft.com/office/drawing/2014/main" id="{4F66CFDE-6342-4AE7-9B69-AD394F2EE27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26205" y="29813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1" name="row-key3.0.4">
              <a:extLst xmlns:a="http://schemas.openxmlformats.org/drawingml/2006/main">
                <a:ext uri="{FF2B5EF4-FFF2-40B4-BE49-F238E27FC236}">
                  <a16:creationId xmlns:a16="http://schemas.microsoft.com/office/drawing/2014/main" id="{91D9E77B-A21B-4BDC-B1B0-5EB0BE2F506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9065" y="298132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2" name="row-key3.1.0">
              <a:extLst xmlns:a="http://schemas.openxmlformats.org/drawingml/2006/main">
                <a:ext uri="{FF2B5EF4-FFF2-40B4-BE49-F238E27FC236}">
                  <a16:creationId xmlns:a16="http://schemas.microsoft.com/office/drawing/2014/main" id="{B7A2EA4C-BC09-4C7C-A7D2-2C5AF8AB88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30041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3" name="row-key3.1.1">
              <a:extLst xmlns:a="http://schemas.openxmlformats.org/drawingml/2006/main">
                <a:ext uri="{FF2B5EF4-FFF2-40B4-BE49-F238E27FC236}">
                  <a16:creationId xmlns:a16="http://schemas.microsoft.com/office/drawing/2014/main" id="{2B436890-14C2-4505-B451-CB9874B17F7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0485" y="30041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4" name="row-key3.1.2">
              <a:extLst xmlns:a="http://schemas.openxmlformats.org/drawingml/2006/main">
                <a:ext uri="{FF2B5EF4-FFF2-40B4-BE49-F238E27FC236}">
                  <a16:creationId xmlns:a16="http://schemas.microsoft.com/office/drawing/2014/main" id="{FE84AC30-C9D4-40DF-B337-C19EFCD8931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3345" y="30041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5" name="row-key3.1.3">
              <a:extLst xmlns:a="http://schemas.openxmlformats.org/drawingml/2006/main">
                <a:ext uri="{FF2B5EF4-FFF2-40B4-BE49-F238E27FC236}">
                  <a16:creationId xmlns:a16="http://schemas.microsoft.com/office/drawing/2014/main" id="{88440AB8-802D-4AD9-9FE6-B486EE332E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26205" y="30041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6" name="row-key3.1.4">
              <a:extLst xmlns:a="http://schemas.openxmlformats.org/drawingml/2006/main">
                <a:ext uri="{FF2B5EF4-FFF2-40B4-BE49-F238E27FC236}">
                  <a16:creationId xmlns:a16="http://schemas.microsoft.com/office/drawing/2014/main" id="{4A99FEF7-8D95-45DB-815E-C0F82348459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9065" y="300418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7" name="row-key3.2.0">
              <a:extLst xmlns:a="http://schemas.openxmlformats.org/drawingml/2006/main">
                <a:ext uri="{FF2B5EF4-FFF2-40B4-BE49-F238E27FC236}">
                  <a16:creationId xmlns:a16="http://schemas.microsoft.com/office/drawing/2014/main" id="{0F3A6642-9FAE-4B3A-B669-989EA954B75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30270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8" name="row-key3.2.1">
              <a:extLst xmlns:a="http://schemas.openxmlformats.org/drawingml/2006/main">
                <a:ext uri="{FF2B5EF4-FFF2-40B4-BE49-F238E27FC236}">
                  <a16:creationId xmlns:a16="http://schemas.microsoft.com/office/drawing/2014/main" id="{1E80074D-2962-40BC-B8D7-00A169A708E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0485" y="30270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9" name="row-key3.2.2">
              <a:extLst xmlns:a="http://schemas.openxmlformats.org/drawingml/2006/main">
                <a:ext uri="{FF2B5EF4-FFF2-40B4-BE49-F238E27FC236}">
                  <a16:creationId xmlns:a16="http://schemas.microsoft.com/office/drawing/2014/main" id="{7A6C4B22-4E74-47BD-9CC0-FC73B36AA6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3345" y="30270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20" name="row-key3.2.3">
              <a:extLst xmlns:a="http://schemas.openxmlformats.org/drawingml/2006/main">
                <a:ext uri="{FF2B5EF4-FFF2-40B4-BE49-F238E27FC236}">
                  <a16:creationId xmlns:a16="http://schemas.microsoft.com/office/drawing/2014/main" id="{1A9AA3AF-9E1B-4CEF-86B7-17CD724B50D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26205" y="30270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21" name="row-key3.2.4">
              <a:extLst xmlns:a="http://schemas.openxmlformats.org/drawingml/2006/main">
                <a:ext uri="{FF2B5EF4-FFF2-40B4-BE49-F238E27FC236}">
                  <a16:creationId xmlns:a16="http://schemas.microsoft.com/office/drawing/2014/main" id="{3D88184B-F806-4830-B444-8407867950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9065" y="302704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22" name="row-key3.3.0">
              <a:extLst xmlns:a="http://schemas.openxmlformats.org/drawingml/2006/main">
                <a:ext uri="{FF2B5EF4-FFF2-40B4-BE49-F238E27FC236}">
                  <a16:creationId xmlns:a16="http://schemas.microsoft.com/office/drawing/2014/main" id="{093F8097-4361-45DE-9F23-BC1CBBF935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30499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23" name="row-key3.3.1">
              <a:extLst xmlns:a="http://schemas.openxmlformats.org/drawingml/2006/main">
                <a:ext uri="{FF2B5EF4-FFF2-40B4-BE49-F238E27FC236}">
                  <a16:creationId xmlns:a16="http://schemas.microsoft.com/office/drawing/2014/main" id="{E1EB1F98-DDA2-408D-97CB-2816E8C6642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0485" y="30499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24" name="row-key3.3.2">
              <a:extLst xmlns:a="http://schemas.openxmlformats.org/drawingml/2006/main">
                <a:ext uri="{FF2B5EF4-FFF2-40B4-BE49-F238E27FC236}">
                  <a16:creationId xmlns:a16="http://schemas.microsoft.com/office/drawing/2014/main" id="{DFB397D7-2593-45A1-A3B0-B1C0A6830DD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3345" y="30499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25" name="row-key3.3.3">
              <a:extLst xmlns:a="http://schemas.openxmlformats.org/drawingml/2006/main">
                <a:ext uri="{FF2B5EF4-FFF2-40B4-BE49-F238E27FC236}">
                  <a16:creationId xmlns:a16="http://schemas.microsoft.com/office/drawing/2014/main" id="{D49CFAB2-3FCB-4273-B876-5E5A943E0F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26205" y="30499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26" name="row-key3.3.4">
              <a:extLst xmlns:a="http://schemas.openxmlformats.org/drawingml/2006/main">
                <a:ext uri="{FF2B5EF4-FFF2-40B4-BE49-F238E27FC236}">
                  <a16:creationId xmlns:a16="http://schemas.microsoft.com/office/drawing/2014/main" id="{7264CF1A-6CED-4A0B-9FAE-04EB6887CDC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9065" y="304990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27" name="row-key3.4.0">
              <a:extLst xmlns:a="http://schemas.openxmlformats.org/drawingml/2006/main">
                <a:ext uri="{FF2B5EF4-FFF2-40B4-BE49-F238E27FC236}">
                  <a16:creationId xmlns:a16="http://schemas.microsoft.com/office/drawing/2014/main" id="{99EF3571-D837-4900-81D7-ABBE6F39491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30727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28" name="row-key3.4.1">
              <a:extLst xmlns:a="http://schemas.openxmlformats.org/drawingml/2006/main">
                <a:ext uri="{FF2B5EF4-FFF2-40B4-BE49-F238E27FC236}">
                  <a16:creationId xmlns:a16="http://schemas.microsoft.com/office/drawing/2014/main" id="{09E0AF52-E0B5-4BC0-8F6E-2EFEE209D02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80485" y="30727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29" name="row-key3.4.2">
              <a:extLst xmlns:a="http://schemas.openxmlformats.org/drawingml/2006/main">
                <a:ext uri="{FF2B5EF4-FFF2-40B4-BE49-F238E27FC236}">
                  <a16:creationId xmlns:a16="http://schemas.microsoft.com/office/drawing/2014/main" id="{FC5AA75A-7113-46F9-A458-15E27803BFC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3345" y="30727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30" name="row-key3.4.3">
              <a:extLst xmlns:a="http://schemas.openxmlformats.org/drawingml/2006/main">
                <a:ext uri="{FF2B5EF4-FFF2-40B4-BE49-F238E27FC236}">
                  <a16:creationId xmlns:a16="http://schemas.microsoft.com/office/drawing/2014/main" id="{AA297A58-42EB-4C2D-A961-9F7C2191595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26205" y="30727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31" name="row-key3.4.4">
              <a:extLst xmlns:a="http://schemas.openxmlformats.org/drawingml/2006/main">
                <a:ext uri="{FF2B5EF4-FFF2-40B4-BE49-F238E27FC236}">
                  <a16:creationId xmlns:a16="http://schemas.microsoft.com/office/drawing/2014/main" id="{92D459F2-CF63-44D1-BC73-0D29E756897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9065" y="3072765"/>
              <a:ext cx="19526" cy="1952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432" name="column-guide3">
            <a:extLst xmlns:a="http://schemas.openxmlformats.org/drawingml/2006/main">
              <a:ext uri="{FF2B5EF4-FFF2-40B4-BE49-F238E27FC236}">
                <a16:creationId xmlns:a16="http://schemas.microsoft.com/office/drawing/2014/main" id="{82A3C6B2-F136-417C-BA8C-E413761CBAF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905500" y="1276350"/>
            <a:ext cx="95" cy="247650"/>
          </a:xfrm>
          <a:custGeom xmlns:a="http://schemas.openxmlformats.org/drawingml/2006/main">
            <a:pathLst>
              <a:path w="9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D7854"/>
            </a:solidFill>
            <a:prstDash val="solid"/>
          </a:ln>
        </p:spPr>
      </p:sp>
      <p:grpSp>
        <p:nvGrpSpPr>
          <p:cNvPr id="689" name="scores"/>
          <p:cNvGrpSpPr/>
          <p:nvPr/>
        </p:nvGrpSpPr>
        <p:grpSpPr>
          <ns1:xfrm xmlns:ns1="http://schemas.openxmlformats.org/drawingml/2006/main">
            <ns1:off x="4171950" y="1562100"/>
            <ns1:ext cx="1962150" cy="1809750"/>
            <ns1:chOff x="4171950" y="1562100"/>
            <ns1:chExt cx="1962150" cy="1809750"/>
          </ns1:xfrm>
        </p:grpSpPr>
        <p:sp>
          <p:nvSpPr>
            <p:cNvPr id="433" name="scores.0.0">
              <a:extLst xmlns:a="http://schemas.openxmlformats.org/drawingml/2006/main">
                <a:ext uri="{FF2B5EF4-FFF2-40B4-BE49-F238E27FC236}">
                  <a16:creationId xmlns:a16="http://schemas.microsoft.com/office/drawing/2014/main" id="{52F6B9F0-A535-4F75-B86C-712F8C33AC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71950" y="1562100"/>
              <a:ext cx="476250" cy="438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DECF2"/>
            </a:solidFill>
            <a:ln xmlns:a="http://schemas.openxmlformats.org/drawingml/2006/main" w="12383">
              <a:solidFill>
                <a:srgbClr val="253540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1">
                  <a:solidFill>
                    <a:srgbClr val="253540"/>
                  </a:solidFill>
                  <a:latin typeface="Arial"/>
                  <a:ea typeface="Arial"/>
                  <a:cs typeface="Arial"/>
                </a:defRPr>
              </a:pPr>
              <a:r>
                <a:rPr sz="863" b="1">
                  <a:solidFill>
                    <a:srgbClr val="253540"/>
                  </a:solidFill>
                  <a:latin typeface="Arial"/>
                  <a:ea typeface="Arial"/>
                  <a:cs typeface="Arial"/>
                </a:rPr>
                <a:t>I₁·T₁</a:t>
              </a:r>
            </a:p>
          </p:txBody>
        </p:sp>
        <p:sp>
          <p:nvSpPr>
            <p:cNvPr id="434" name="scores.0.1">
              <a:extLst xmlns:a="http://schemas.openxmlformats.org/drawingml/2006/main">
                <a:ext uri="{FF2B5EF4-FFF2-40B4-BE49-F238E27FC236}">
                  <a16:creationId xmlns:a16="http://schemas.microsoft.com/office/drawing/2014/main" id="{20A04A02-981B-44A8-94BF-4D16CA45E7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67250" y="1562100"/>
              <a:ext cx="476250" cy="438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5F6F6"/>
            </a:solidFill>
            <a:ln xmlns:a="http://schemas.openxmlformats.org/drawingml/2006/main" w="3810">
              <a:solidFill>
                <a:srgbClr val="D9E0E2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I₁·T₂</a:t>
              </a:r>
            </a:p>
          </p:txBody>
        </p:sp>
        <p:sp>
          <p:nvSpPr>
            <p:cNvPr id="435" name="scores.0.2">
              <a:extLst xmlns:a="http://schemas.openxmlformats.org/drawingml/2006/main">
                <a:ext uri="{FF2B5EF4-FFF2-40B4-BE49-F238E27FC236}">
                  <a16:creationId xmlns:a16="http://schemas.microsoft.com/office/drawing/2014/main" id="{FE11B179-3564-40F9-947E-18AC87A8D49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62550" y="1562100"/>
              <a:ext cx="476250" cy="438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5F6F6"/>
            </a:solidFill>
            <a:ln xmlns:a="http://schemas.openxmlformats.org/drawingml/2006/main" w="3810">
              <a:solidFill>
                <a:srgbClr val="D9E0E2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I₁·T₃</a:t>
              </a:r>
            </a:p>
          </p:txBody>
        </p:sp>
        <p:sp>
          <p:nvSpPr>
            <p:cNvPr id="436" name="scores.0.3">
              <a:extLst xmlns:a="http://schemas.openxmlformats.org/drawingml/2006/main">
                <a:ext uri="{FF2B5EF4-FFF2-40B4-BE49-F238E27FC236}">
                  <a16:creationId xmlns:a16="http://schemas.microsoft.com/office/drawing/2014/main" id="{A0669311-497F-4618-A452-89BE1F61DB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57850" y="1562100"/>
              <a:ext cx="476250" cy="438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5F6F6"/>
            </a:solidFill>
            <a:ln xmlns:a="http://schemas.openxmlformats.org/drawingml/2006/main" w="3810">
              <a:solidFill>
                <a:srgbClr val="D9E0E2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I₁·T₄</a:t>
              </a:r>
            </a:p>
          </p:txBody>
        </p:sp>
        <p:sp>
          <p:nvSpPr>
            <p:cNvPr id="437" name="scores.1.0">
              <a:extLst xmlns:a="http://schemas.openxmlformats.org/drawingml/2006/main">
                <a:ext uri="{FF2B5EF4-FFF2-40B4-BE49-F238E27FC236}">
                  <a16:creationId xmlns:a16="http://schemas.microsoft.com/office/drawing/2014/main" id="{EE48155C-CF9F-47DE-A355-AC0A62AA63A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71950" y="2019300"/>
              <a:ext cx="476250" cy="438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5F6F6"/>
            </a:solidFill>
            <a:ln xmlns:a="http://schemas.openxmlformats.org/drawingml/2006/main" w="3810">
              <a:solidFill>
                <a:srgbClr val="D9E0E2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I₂·T₁</a:t>
              </a:r>
            </a:p>
          </p:txBody>
        </p:sp>
        <p:sp>
          <p:nvSpPr>
            <p:cNvPr id="438" name="scores.1.1">
              <a:extLst xmlns:a="http://schemas.openxmlformats.org/drawingml/2006/main">
                <a:ext uri="{FF2B5EF4-FFF2-40B4-BE49-F238E27FC236}">
                  <a16:creationId xmlns:a16="http://schemas.microsoft.com/office/drawing/2014/main" id="{F95F0740-8D9D-4536-9E7D-DFBA910FD7C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67250" y="2019300"/>
              <a:ext cx="476250" cy="438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DECF2"/>
            </a:solidFill>
            <a:ln xmlns:a="http://schemas.openxmlformats.org/drawingml/2006/main" w="12383">
              <a:solidFill>
                <a:srgbClr val="253540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1">
                  <a:solidFill>
                    <a:srgbClr val="253540"/>
                  </a:solidFill>
                  <a:latin typeface="Arial"/>
                  <a:ea typeface="Arial"/>
                  <a:cs typeface="Arial"/>
                </a:defRPr>
              </a:pPr>
              <a:r>
                <a:rPr sz="863" b="1">
                  <a:solidFill>
                    <a:srgbClr val="253540"/>
                  </a:solidFill>
                  <a:latin typeface="Arial"/>
                  <a:ea typeface="Arial"/>
                  <a:cs typeface="Arial"/>
                </a:rPr>
                <a:t>I₂·T₂</a:t>
              </a:r>
            </a:p>
          </p:txBody>
        </p:sp>
        <p:sp>
          <p:nvSpPr>
            <p:cNvPr id="439" name="scores.1.2">
              <a:extLst xmlns:a="http://schemas.openxmlformats.org/drawingml/2006/main">
                <a:ext uri="{FF2B5EF4-FFF2-40B4-BE49-F238E27FC236}">
                  <a16:creationId xmlns:a16="http://schemas.microsoft.com/office/drawing/2014/main" id="{B0E53964-EEFE-454B-BC51-A9E46D228DD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62550" y="2019300"/>
              <a:ext cx="476250" cy="438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5F6F6"/>
            </a:solidFill>
            <a:ln xmlns:a="http://schemas.openxmlformats.org/drawingml/2006/main" w="3810">
              <a:solidFill>
                <a:srgbClr val="D9E0E2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I₂·T₃</a:t>
              </a:r>
            </a:p>
          </p:txBody>
        </p:sp>
        <p:sp>
          <p:nvSpPr>
            <p:cNvPr id="440" name="scores.1.3">
              <a:extLst xmlns:a="http://schemas.openxmlformats.org/drawingml/2006/main">
                <a:ext uri="{FF2B5EF4-FFF2-40B4-BE49-F238E27FC236}">
                  <a16:creationId xmlns:a16="http://schemas.microsoft.com/office/drawing/2014/main" id="{A2C5C339-8AAE-49A1-8DC7-9D95C75E4EC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57850" y="2019300"/>
              <a:ext cx="476250" cy="438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5F6F6"/>
            </a:solidFill>
            <a:ln xmlns:a="http://schemas.openxmlformats.org/drawingml/2006/main" w="3810">
              <a:solidFill>
                <a:srgbClr val="D9E0E2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I₂·T₄</a:t>
              </a:r>
            </a:p>
          </p:txBody>
        </p:sp>
        <p:sp>
          <p:nvSpPr>
            <p:cNvPr id="441" name="scores.2.0">
              <a:extLst xmlns:a="http://schemas.openxmlformats.org/drawingml/2006/main">
                <a:ext uri="{FF2B5EF4-FFF2-40B4-BE49-F238E27FC236}">
                  <a16:creationId xmlns:a16="http://schemas.microsoft.com/office/drawing/2014/main" id="{A7DDBBEA-DFF6-4A0E-B61F-8AF0ABE243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71950" y="2476500"/>
              <a:ext cx="476250" cy="438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5F6F6"/>
            </a:solidFill>
            <a:ln xmlns:a="http://schemas.openxmlformats.org/drawingml/2006/main" w="3810">
              <a:solidFill>
                <a:srgbClr val="D9E0E2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I₃·T₁</a:t>
              </a:r>
            </a:p>
          </p:txBody>
        </p:sp>
        <p:sp>
          <p:nvSpPr>
            <p:cNvPr id="442" name="scores.2.1">
              <a:extLst xmlns:a="http://schemas.openxmlformats.org/drawingml/2006/main">
                <a:ext uri="{FF2B5EF4-FFF2-40B4-BE49-F238E27FC236}">
                  <a16:creationId xmlns:a16="http://schemas.microsoft.com/office/drawing/2014/main" id="{817DCD9E-DBBD-46F2-B02C-83E4AFC423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67250" y="2476500"/>
              <a:ext cx="476250" cy="438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5F6F6"/>
            </a:solidFill>
            <a:ln xmlns:a="http://schemas.openxmlformats.org/drawingml/2006/main" w="3810">
              <a:solidFill>
                <a:srgbClr val="D9E0E2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I₃·T₂</a:t>
              </a:r>
            </a:p>
          </p:txBody>
        </p:sp>
        <p:sp>
          <p:nvSpPr>
            <p:cNvPr id="443" name="scores.2.2">
              <a:extLst xmlns:a="http://schemas.openxmlformats.org/drawingml/2006/main">
                <a:ext uri="{FF2B5EF4-FFF2-40B4-BE49-F238E27FC236}">
                  <a16:creationId xmlns:a16="http://schemas.microsoft.com/office/drawing/2014/main" id="{764AF865-41BF-4199-9801-E7A303926D0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62550" y="2476500"/>
              <a:ext cx="476250" cy="438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DECF2"/>
            </a:solidFill>
            <a:ln xmlns:a="http://schemas.openxmlformats.org/drawingml/2006/main" w="12383">
              <a:solidFill>
                <a:srgbClr val="253540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1">
                  <a:solidFill>
                    <a:srgbClr val="253540"/>
                  </a:solidFill>
                  <a:latin typeface="Arial"/>
                  <a:ea typeface="Arial"/>
                  <a:cs typeface="Arial"/>
                </a:defRPr>
              </a:pPr>
              <a:r>
                <a:rPr sz="863" b="1">
                  <a:solidFill>
                    <a:srgbClr val="253540"/>
                  </a:solidFill>
                  <a:latin typeface="Arial"/>
                  <a:ea typeface="Arial"/>
                  <a:cs typeface="Arial"/>
                </a:rPr>
                <a:t>I₃·T₃</a:t>
              </a:r>
            </a:p>
          </p:txBody>
        </p:sp>
        <p:sp>
          <p:nvSpPr>
            <p:cNvPr id="444" name="scores.2.3">
              <a:extLst xmlns:a="http://schemas.openxmlformats.org/drawingml/2006/main">
                <a:ext uri="{FF2B5EF4-FFF2-40B4-BE49-F238E27FC236}">
                  <a16:creationId xmlns:a16="http://schemas.microsoft.com/office/drawing/2014/main" id="{6119B71B-89CE-449D-87DA-B20557BA538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57850" y="2476500"/>
              <a:ext cx="476250" cy="438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5F6F6"/>
            </a:solidFill>
            <a:ln xmlns:a="http://schemas.openxmlformats.org/drawingml/2006/main" w="3810">
              <a:solidFill>
                <a:srgbClr val="D9E0E2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I₃·T₄</a:t>
              </a:r>
            </a:p>
          </p:txBody>
        </p:sp>
        <p:sp>
          <p:nvSpPr>
            <p:cNvPr id="445" name="scores.3.0">
              <a:extLst xmlns:a="http://schemas.openxmlformats.org/drawingml/2006/main">
                <a:ext uri="{FF2B5EF4-FFF2-40B4-BE49-F238E27FC236}">
                  <a16:creationId xmlns:a16="http://schemas.microsoft.com/office/drawing/2014/main" id="{0504E6BE-B210-4EF8-BDA6-D87747D8B4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71950" y="2933700"/>
              <a:ext cx="476250" cy="438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5F6F6"/>
            </a:solidFill>
            <a:ln xmlns:a="http://schemas.openxmlformats.org/drawingml/2006/main" w="3810">
              <a:solidFill>
                <a:srgbClr val="D9E0E2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I₄·T₁</a:t>
              </a:r>
            </a:p>
          </p:txBody>
        </p:sp>
        <p:sp>
          <p:nvSpPr>
            <p:cNvPr id="446" name="scores.3.1">
              <a:extLst xmlns:a="http://schemas.openxmlformats.org/drawingml/2006/main">
                <a:ext uri="{FF2B5EF4-FFF2-40B4-BE49-F238E27FC236}">
                  <a16:creationId xmlns:a16="http://schemas.microsoft.com/office/drawing/2014/main" id="{A09001C4-69BB-4636-BAD2-E508F6540E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67250" y="2933700"/>
              <a:ext cx="476250" cy="438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5F6F6"/>
            </a:solidFill>
            <a:ln xmlns:a="http://schemas.openxmlformats.org/drawingml/2006/main" w="3810">
              <a:solidFill>
                <a:srgbClr val="D9E0E2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I₄·T₂</a:t>
              </a:r>
            </a:p>
          </p:txBody>
        </p:sp>
        <p:sp>
          <p:nvSpPr>
            <p:cNvPr id="447" name="scores.3.2">
              <a:extLst xmlns:a="http://schemas.openxmlformats.org/drawingml/2006/main">
                <a:ext uri="{FF2B5EF4-FFF2-40B4-BE49-F238E27FC236}">
                  <a16:creationId xmlns:a16="http://schemas.microsoft.com/office/drawing/2014/main" id="{775214F6-F56E-46E0-AC5A-9379158BA1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62550" y="2933700"/>
              <a:ext cx="476250" cy="438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5F6F6"/>
            </a:solidFill>
            <a:ln xmlns:a="http://schemas.openxmlformats.org/drawingml/2006/main" w="3810">
              <a:solidFill>
                <a:srgbClr val="D9E0E2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I₄·T₃</a:t>
              </a:r>
            </a:p>
          </p:txBody>
        </p:sp>
        <p:sp>
          <p:nvSpPr>
            <p:cNvPr id="448" name="scores.3.3">
              <a:extLst xmlns:a="http://schemas.openxmlformats.org/drawingml/2006/main">
                <a:ext uri="{FF2B5EF4-FFF2-40B4-BE49-F238E27FC236}">
                  <a16:creationId xmlns:a16="http://schemas.microsoft.com/office/drawing/2014/main" id="{C7E6E83C-403E-4622-88F2-E9CA292897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57850" y="2933700"/>
              <a:ext cx="476250" cy="438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DECF2"/>
            </a:solidFill>
            <a:ln xmlns:a="http://schemas.openxmlformats.org/drawingml/2006/main" w="12383">
              <a:solidFill>
                <a:srgbClr val="253540"/>
              </a:solidFill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1">
                  <a:solidFill>
                    <a:srgbClr val="253540"/>
                  </a:solidFill>
                  <a:latin typeface="Arial"/>
                  <a:ea typeface="Arial"/>
                  <a:cs typeface="Arial"/>
                </a:defRPr>
              </a:pPr>
              <a:r>
                <a:rPr sz="863" b="1">
                  <a:solidFill>
                    <a:srgbClr val="253540"/>
                  </a:solidFill>
                  <a:latin typeface="Arial"/>
                  <a:ea typeface="Arial"/>
                  <a:cs typeface="Arial"/>
                </a:rPr>
                <a:t>I₄·T₄</a:t>
              </a:r>
            </a:p>
          </p:txBody>
        </p:sp>
      </p:grpSp>
      <p:sp>
        <p:nvSpPr>
          <p:cNvPr id="449" name="matching-note">
            <a:extLst xmlns:a="http://schemas.openxmlformats.org/drawingml/2006/main">
              <a:ext uri="{FF2B5EF4-FFF2-40B4-BE49-F238E27FC236}">
                <a16:creationId xmlns:a16="http://schemas.microsoft.com/office/drawing/2014/main" id="{1FC3540A-9B36-4B77-86B4-D593678F883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76400" y="30956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Sᵢⱼ = Iᵢ · Tⱼ</a:t>
            </a:r>
          </a:p>
        </p:txBody>
      </p:sp>
      <p:sp>
        <p:nvSpPr>
          <p:cNvPr id="450" name="disclosure">
            <a:extLst xmlns:a="http://schemas.openxmlformats.org/drawingml/2006/main">
              <a:ext uri="{FF2B5EF4-FFF2-40B4-BE49-F238E27FC236}">
                <a16:creationId xmlns:a16="http://schemas.microsoft.com/office/drawing/2014/main" id="{E656E1E0-0D2B-4C22-997C-EC3FE094771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571875"/>
            <a:ext cx="605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Illustrative item patterns. Outlined diagonal cells mark paired items, not measured similarity.</a:t>
            </a:r>
          </a:p>
        </p:txBody>
      </p:sp>
    </p:spTree>
    <p:extLst>
      <p:ext uri="{BB962C8B-B14F-4D97-AF65-F5344CB8AC3E}">
        <p14:creationId xmlns:p14="http://schemas.microsoft.com/office/powerpoint/2010/main" val="9451001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2026-09-29T15:29:22.9450000Z</dcterms:created>
  <dcterms:modified xsi:type="dcterms:W3CDTF">2026-09-29T15:29:22.9450000Z</dcterms:modified>
</coreProperties>
</file>