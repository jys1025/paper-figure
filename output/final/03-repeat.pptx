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688344954a4f18" /><Relationship Type="http://schemas.openxmlformats.org/officeDocument/2006/relationships/extended-properties" Target="/docProps/app.xml" Id="R48443f5417274171" /><Relationship Type="http://schemas.openxmlformats.org/officeDocument/2006/relationships/officeDocument" Target="/ppt/presentation.xml" Id="R84716d4986f044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b4ef03fe324a94"/>
  </p:sldMasterIdLst>
  <p:notesMasterIdLst>
    <p:notesMasterId xmlns:r="http://schemas.openxmlformats.org/officeDocument/2006/relationships" r:id="R1e189c67a2a340fc"/>
  </p:notesMasterIdLst>
  <p:sldIdLst>
    <p:sldId xmlns:r="http://schemas.openxmlformats.org/officeDocument/2006/relationships" id="256" r:id="R6cada373159e43cf"/>
  </p:sldIdLst>
  <p:sldSz cx="6400800" cy="342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40d461144b4278" /><Relationship Type="http://schemas.openxmlformats.org/officeDocument/2006/relationships/slideMaster" Target="/ppt/slideMasters/slideMaster1.xml" Id="R8bb4ef03fe324a94" /><Relationship Type="http://schemas.openxmlformats.org/officeDocument/2006/relationships/notesMaster" Target="/ppt/notesMasters/notesMaster1.xml" Id="R1e189c67a2a340fc" /><Relationship Type="http://schemas.openxmlformats.org/officeDocument/2006/relationships/presProps" Target="/ppt/presProps.xml" Id="R0bf75d06ab3f41f3" /><Relationship Type="http://schemas.openxmlformats.org/officeDocument/2006/relationships/tableStyles" Target="/ppt/tableStyles.xml" Id="R48046b28eef143b0" /><Relationship Type="http://schemas.openxmlformats.org/officeDocument/2006/relationships/slide" Target="/ppt/slides/slide1.xml" Id="R6cada373159e43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14b9bd71724f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233f42fc9d4e94" /><Relationship Type="http://schemas.openxmlformats.org/officeDocument/2006/relationships/notesMaster" Target="/ppt/notesMasters/notesMaster1.xml" Id="R31bd9a277c0442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Residual refinement</a:t>
            </a:r>
          </a:p>
          <a:p xmlns:a="http://schemas.openxmlformats.org/drawingml/2006/main">
            <a:r>
              <a:t>Original synthetic methodology example; no empirical result is asserted. Canvas: 177.8 × 95.25 mm. Layout choices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125217670d47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45a031983742d7" /><Relationship Type="http://schemas.openxmlformats.org/officeDocument/2006/relationships/slideLayout" Target="/ppt/slideLayouts/slideLayout1.xml" Id="R48ef45b9957b4a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ef45b9957b4a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79c74685f4e66" /><Relationship Type="http://schemas.openxmlformats.org/officeDocument/2006/relationships/notesSlide" Target="/ppt/notesSlides/notesSlide1.xml" Id="Rc223afa062894f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aption">
            <a:extLst xmlns:a="http://schemas.openxmlformats.org/drawingml/2006/main">
              <a:ext uri="{FF2B5EF4-FFF2-40B4-BE49-F238E27FC236}">
                <a16:creationId xmlns:a16="http://schemas.microsoft.com/office/drawing/2014/main" id="{4E1A82E9-341A-4499-87A3-8DB95C4399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" y="123825"/>
            <a:ext cx="594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Residual refinement</a:t>
            </a:r>
          </a:p>
        </p:txBody>
      </p:sp>
      <p:sp>
        <p:nvSpPr>
          <p:cNvPr id="2" name="block">
            <a:extLst xmlns:a="http://schemas.openxmlformats.org/drawingml/2006/main">
              <a:ext uri="{FF2B5EF4-FFF2-40B4-BE49-F238E27FC236}">
                <a16:creationId xmlns:a16="http://schemas.microsoft.com/office/drawing/2014/main" id="{350F5584-4427-4ED8-9A34-9ADD0523932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85925" y="666750"/>
            <a:ext cx="3076575" cy="2314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84929C"/>
            </a:solidFill>
            <a:prstDash val="solid"/>
          </a:ln>
        </p:spPr>
      </p:sp>
      <p:sp>
        <p:nvSpPr>
          <p:cNvPr id="3" name="block.title">
            <a:extLst xmlns:a="http://schemas.openxmlformats.org/drawingml/2006/main">
              <a:ext uri="{FF2B5EF4-FFF2-40B4-BE49-F238E27FC236}">
                <a16:creationId xmlns:a16="http://schemas.microsoft.com/office/drawing/2014/main" id="{CFC6F9ED-BF3B-4912-A761-5E260B2866A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62125" y="714375"/>
            <a:ext cx="2924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Refinement block  × 4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119ED278-E98A-4E59-A2D6-149606FF7A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6225" y="1638300"/>
            <a:ext cx="6572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84929C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h₀</a:t>
            </a:r>
          </a:p>
        </p:txBody>
      </p:sp>
      <p:sp>
        <p:nvSpPr>
          <p:cNvPr id="5" name="norm">
            <a:extLst xmlns:a="http://schemas.openxmlformats.org/drawingml/2006/main">
              <a:ext uri="{FF2B5EF4-FFF2-40B4-BE49-F238E27FC236}">
                <a16:creationId xmlns:a16="http://schemas.microsoft.com/office/drawing/2014/main" id="{3D80007C-129A-4F8A-B745-796FDCD352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09775" y="2000250"/>
            <a:ext cx="838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436D91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Norm</a:t>
            </a:r>
          </a:p>
        </p:txBody>
      </p:sp>
      <p:sp>
        <p:nvSpPr>
          <p:cNvPr id="6" name="mix">
            <a:extLst xmlns:a="http://schemas.openxmlformats.org/drawingml/2006/main">
              <a:ext uri="{FF2B5EF4-FFF2-40B4-BE49-F238E27FC236}">
                <a16:creationId xmlns:a16="http://schemas.microsoft.com/office/drawing/2014/main" id="{B10A5110-A77B-4946-8CAB-0986106160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71825" y="2000250"/>
            <a:ext cx="828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9"/>
          </a:solidFill>
          <a:ln xmlns:a="http://schemas.openxmlformats.org/drawingml/2006/main" w="9525">
            <a:solidFill>
              <a:srgbClr val="427462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Mix</a:t>
            </a:r>
          </a:p>
        </p:txBody>
      </p:sp>
      <p:sp>
        <p:nvSpPr>
          <p:cNvPr id="7" name="add">
            <a:extLst xmlns:a="http://schemas.openxmlformats.org/drawingml/2006/main">
              <a:ext uri="{FF2B5EF4-FFF2-40B4-BE49-F238E27FC236}">
                <a16:creationId xmlns:a16="http://schemas.microsoft.com/office/drawing/2014/main" id="{5497571E-717A-408A-9B50-F1B66920FC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38625" y="1143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3947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8" name="output">
            <a:extLst xmlns:a="http://schemas.openxmlformats.org/drawingml/2006/main">
              <a:ext uri="{FF2B5EF4-FFF2-40B4-BE49-F238E27FC236}">
                <a16:creationId xmlns:a16="http://schemas.microsoft.com/office/drawing/2014/main" id="{418465FC-D8DF-4962-A7F2-60B6C1B347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10200" y="1066800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7"/>
          </a:solidFill>
          <a:ln xmlns:a="http://schemas.openxmlformats.org/drawingml/2006/main" w="9525">
            <a:solidFill>
              <a:srgbClr val="A36E26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h₄</a:t>
            </a:r>
          </a:p>
        </p:txBody>
      </p:sp>
      <p:cxnSp>
        <p:nvCxnSpPr>
          <p:cNvPr id="24" name="e0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33450" y="1895475"/>
            <a:ext cx="1076325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5" name="e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47975" y="22383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6" name="e2"/>
          <p:cNvCxnSpPr>
            <a:stCxn xmlns:a="http://schemas.openxmlformats.org/drawingml/2006/main" id="6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4000500" y="1504950"/>
            <a:ext cx="419100" cy="733425"/>
          </a:xfrm>
          <a:prstGeom xmlns:a="http://schemas.openxmlformats.org/drawingml/2006/main" prst="bentConnector2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7" name="e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00575" y="13239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8" name="residual"/>
          <p:cNvCxnSpPr>
            <a:stCxn xmlns:a="http://schemas.openxmlformats.org/drawingml/2006/main" id="4" idx="0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604838" y="1323975"/>
            <a:ext cx="3633788" cy="3143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2383">
            <a:solidFill>
              <a:srgbClr val="526572"/>
            </a:solidFill>
            <a:prstDash val="dash"/>
            <a:tailEnd type="triangle" w="sm" len="sm"/>
          </a:ln>
        </p:spPr>
      </p:cxnSp>
      <p:sp>
        <p:nvSpPr>
          <p:cNvPr id="14" name="identity">
            <a:extLst xmlns:a="http://schemas.openxmlformats.org/drawingml/2006/main">
              <a:ext uri="{FF2B5EF4-FFF2-40B4-BE49-F238E27FC236}">
                <a16:creationId xmlns:a16="http://schemas.microsoft.com/office/drawing/2014/main" id="{8E1A90D9-21A5-43F8-83B1-CD9B97482D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7725" y="10191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15" name="share-note">
            <a:extLst xmlns:a="http://schemas.openxmlformats.org/drawingml/2006/main">
              <a:ext uri="{FF2B5EF4-FFF2-40B4-BE49-F238E27FC236}">
                <a16:creationId xmlns:a16="http://schemas.microsoft.com/office/drawing/2014/main" id="{C9693BD9-CB2A-4BBE-A656-33E66C5B1D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71650" y="264795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Same block structure; separate parameters</a:t>
            </a:r>
          </a:p>
        </p:txBody>
      </p:sp>
    </p:spTree>
    <p:extLst>
      <p:ext uri="{BB962C8B-B14F-4D97-AF65-F5344CB8AC3E}">
        <p14:creationId xmlns:p14="http://schemas.microsoft.com/office/powerpoint/2010/main" val="1593154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2026-09-29T09:46:59.8340000Z</dcterms:created>
  <dcterms:modified xsi:type="dcterms:W3CDTF">2026-09-29T09:46:59.8340000Z</dcterms:modified>
</coreProperties>
</file>