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50d61c64594565" /><Relationship Type="http://schemas.openxmlformats.org/officeDocument/2006/relationships/extended-properties" Target="/docProps/app.xml" Id="Rcfac4bd0d8de4952" /><Relationship Type="http://schemas.openxmlformats.org/officeDocument/2006/relationships/officeDocument" Target="/ppt/presentation.xml" Id="R041f2efced2740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ca7c18fbbf4fe4"/>
  </p:sldMasterIdLst>
  <p:notesMasterIdLst>
    <p:notesMasterId xmlns:r="http://schemas.openxmlformats.org/officeDocument/2006/relationships" r:id="R95be89445e194e0a"/>
  </p:notesMasterIdLst>
  <p:sldIdLst>
    <p:sldId xmlns:r="http://schemas.openxmlformats.org/officeDocument/2006/relationships" id="256" r:id="Rbf8f74934e8f40e0"/>
  </p:sldIdLst>
  <p:sldSz cx="6400800" cy="342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9f45737b2d404b" /><Relationship Type="http://schemas.openxmlformats.org/officeDocument/2006/relationships/slideMaster" Target="/ppt/slideMasters/slideMaster1.xml" Id="Rb1ca7c18fbbf4fe4" /><Relationship Type="http://schemas.openxmlformats.org/officeDocument/2006/relationships/notesMaster" Target="/ppt/notesMasters/notesMaster1.xml" Id="R95be89445e194e0a" /><Relationship Type="http://schemas.openxmlformats.org/officeDocument/2006/relationships/presProps" Target="/ppt/presProps.xml" Id="R71e552a2ea954691" /><Relationship Type="http://schemas.openxmlformats.org/officeDocument/2006/relationships/tableStyles" Target="/ppt/tableStyles.xml" Id="Rc3cb7248fd63493e" /><Relationship Type="http://schemas.openxmlformats.org/officeDocument/2006/relationships/slide" Target="/ppt/slides/slide1.xml" Id="Rbf8f74934e8f40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0b5d31b89d43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316cab191b4e9a" /><Relationship Type="http://schemas.openxmlformats.org/officeDocument/2006/relationships/notesMaster" Target="/ppt/notesMasters/notesMaster1.xml" Id="R8eee15d204e349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Two-view feature fusion</a:t>
            </a:r>
          </a:p>
          <a:p xmlns:a="http://schemas.openxmlformats.org/drawingml/2006/main">
            <a:r>
              <a:t>Original synthetic methodology example; no empirical result is asserted. Canvas: 177.8 × 95.25 mm. Layout choices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0f586203147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f6bc5a84a94049" /><Relationship Type="http://schemas.openxmlformats.org/officeDocument/2006/relationships/slideLayout" Target="/ppt/slideLayouts/slideLayout1.xml" Id="R9017906f66034e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17906f66034e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ae8b314d7493c" /><Relationship Type="http://schemas.openxmlformats.org/officeDocument/2006/relationships/notesSlide" Target="/ppt/notesSlides/notesSlide1.xml" Id="R63507489455c40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aption">
            <a:extLst xmlns:a="http://schemas.openxmlformats.org/drawingml/2006/main">
              <a:ext uri="{FF2B5EF4-FFF2-40B4-BE49-F238E27FC236}">
                <a16:creationId xmlns:a16="http://schemas.microsoft.com/office/drawing/2014/main" id="{1812FBF4-59B5-4494-8F96-2A6AC54BAD7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8600" y="123825"/>
            <a:ext cx="594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Two-view feature fusion</a:t>
            </a:r>
          </a:p>
        </p:txBody>
      </p:sp>
      <p:sp>
        <p:nvSpPr>
          <p:cNvPr id="2" name="input">
            <a:extLst xmlns:a="http://schemas.openxmlformats.org/drawingml/2006/main">
              <a:ext uri="{FF2B5EF4-FFF2-40B4-BE49-F238E27FC236}">
                <a16:creationId xmlns:a16="http://schemas.microsoft.com/office/drawing/2014/main" id="{B07B600B-38F3-4040-8BF5-89146EBA2EF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8600" y="1485900"/>
            <a:ext cx="809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84929C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3" name="local">
            <a:extLst xmlns:a="http://schemas.openxmlformats.org/drawingml/2006/main">
              <a:ext uri="{FF2B5EF4-FFF2-40B4-BE49-F238E27FC236}">
                <a16:creationId xmlns:a16="http://schemas.microsoft.com/office/drawing/2014/main" id="{A7882ABB-290B-435E-B121-7431C69FB38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62125" y="819150"/>
            <a:ext cx="1381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7"/>
          </a:solidFill>
          <a:ln xmlns:a="http://schemas.openxmlformats.org/drawingml/2006/main" w="9525">
            <a:solidFill>
              <a:srgbClr val="436D91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Local encoder</a:t>
            </a:r>
          </a:p>
        </p:txBody>
      </p:sp>
      <p:sp>
        <p:nvSpPr>
          <p:cNvPr id="4" name="global">
            <a:extLst xmlns:a="http://schemas.openxmlformats.org/drawingml/2006/main">
              <a:ext uri="{FF2B5EF4-FFF2-40B4-BE49-F238E27FC236}">
                <a16:creationId xmlns:a16="http://schemas.microsoft.com/office/drawing/2014/main" id="{19643AC8-A72F-4A10-99BC-4EFD7633EB7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62125" y="2114550"/>
            <a:ext cx="138112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6"/>
          </a:solidFill>
          <a:ln xmlns:a="http://schemas.openxmlformats.org/drawingml/2006/main" w="9525">
            <a:solidFill>
              <a:srgbClr val="785896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Global encoder</a:t>
            </a:r>
          </a:p>
        </p:txBody>
      </p:sp>
      <p:sp>
        <p:nvSpPr>
          <p:cNvPr id="5" name="fuse">
            <a:extLst xmlns:a="http://schemas.openxmlformats.org/drawingml/2006/main">
              <a:ext uri="{FF2B5EF4-FFF2-40B4-BE49-F238E27FC236}">
                <a16:creationId xmlns:a16="http://schemas.microsoft.com/office/drawing/2014/main" id="{3EB94122-25D3-4D3F-B5B0-852015FE430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43350" y="1485900"/>
            <a:ext cx="91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9"/>
          </a:solidFill>
          <a:ln xmlns:a="http://schemas.openxmlformats.org/drawingml/2006/main" w="9525">
            <a:solidFill>
              <a:srgbClr val="427462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Fuse</a:t>
            </a:r>
          </a:p>
        </p:txBody>
      </p:sp>
      <p:sp>
        <p:nvSpPr>
          <p:cNvPr id="6" name="prediction">
            <a:extLst xmlns:a="http://schemas.openxmlformats.org/drawingml/2006/main">
              <a:ext uri="{FF2B5EF4-FFF2-40B4-BE49-F238E27FC236}">
                <a16:creationId xmlns:a16="http://schemas.microsoft.com/office/drawing/2014/main" id="{A472C7DF-5C9A-4F01-AB52-11F069C34425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381625" y="1485900"/>
            <a:ext cx="838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7"/>
          </a:solidFill>
          <a:ln xmlns:a="http://schemas.openxmlformats.org/drawingml/2006/main" w="9525">
            <a:solidFill>
              <a:srgbClr val="A36E26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cxnSp>
        <p:nvCxnSpPr>
          <p:cNvPr id="20" name="e0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V="1">
            <a:off x="1038225" y="1081088"/>
            <a:ext cx="723900" cy="6524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21" name="e1"/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038225" y="1733550"/>
            <a:ext cx="723900" cy="642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22" name="e2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081088"/>
            <a:ext cx="800100" cy="6524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23" name="e3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43250" y="1733550"/>
            <a:ext cx="800100" cy="642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24" name="e4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57750" y="17335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sp>
        <p:nvSpPr>
          <p:cNvPr id="12" name="local-note">
            <a:extLst xmlns:a="http://schemas.openxmlformats.org/drawingml/2006/main">
              <a:ext uri="{FF2B5EF4-FFF2-40B4-BE49-F238E27FC236}">
                <a16:creationId xmlns:a16="http://schemas.microsoft.com/office/drawing/2014/main" id="{7EA70C8F-15C6-47D3-979F-63FBF40AB72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71650" y="561975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fine detail</a:t>
            </a:r>
          </a:p>
        </p:txBody>
      </p:sp>
      <p:sp>
        <p:nvSpPr>
          <p:cNvPr id="13" name="global-note">
            <a:extLst xmlns:a="http://schemas.openxmlformats.org/drawingml/2006/main">
              <a:ext uri="{FF2B5EF4-FFF2-40B4-BE49-F238E27FC236}">
                <a16:creationId xmlns:a16="http://schemas.microsoft.com/office/drawing/2014/main" id="{6435240C-07C9-4A82-ABD7-982051C51FB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771650" y="2686050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scene context</a:t>
            </a:r>
          </a:p>
        </p:txBody>
      </p:sp>
    </p:spTree>
    <p:extLst>
      <p:ext uri="{BB962C8B-B14F-4D97-AF65-F5344CB8AC3E}">
        <p14:creationId xmlns:p14="http://schemas.microsoft.com/office/powerpoint/2010/main" val="956192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2026-09-29T09:46:58.4670000Z</dcterms:created>
  <dcterms:modified xsi:type="dcterms:W3CDTF">2026-09-29T09:46:58.4670000Z</dcterms:modified>
</coreProperties>
</file>