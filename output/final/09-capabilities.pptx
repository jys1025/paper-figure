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b2873e82dc42da" /><Relationship Type="http://schemas.openxmlformats.org/officeDocument/2006/relationships/extended-properties" Target="/docProps/app.xml" Id="R31ec05c6158448ba" /><Relationship Type="http://schemas.openxmlformats.org/officeDocument/2006/relationships/officeDocument" Target="/ppt/presentation.xml" Id="Recb123025b8341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5ce25f846a4563"/>
  </p:sldMasterIdLst>
  <p:notesMasterIdLst>
    <p:notesMasterId xmlns:r="http://schemas.openxmlformats.org/officeDocument/2006/relationships" r:id="Rc29c163255f441a5"/>
  </p:notesMasterIdLst>
  <p:sldIdLst>
    <p:sldId xmlns:r="http://schemas.openxmlformats.org/officeDocument/2006/relationships" id="256" r:id="Rf0c0db29f17b47d2"/>
  </p:sldIdLst>
  <p:sldSz cx="64008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a53402aecd4d40" /><Relationship Type="http://schemas.openxmlformats.org/officeDocument/2006/relationships/slideMaster" Target="/ppt/slideMasters/slideMaster1.xml" Id="Rad5ce25f846a4563" /><Relationship Type="http://schemas.openxmlformats.org/officeDocument/2006/relationships/notesMaster" Target="/ppt/notesMasters/notesMaster1.xml" Id="Rc29c163255f441a5" /><Relationship Type="http://schemas.openxmlformats.org/officeDocument/2006/relationships/presProps" Target="/ppt/presProps.xml" Id="R1a3c339b551c4225" /><Relationship Type="http://schemas.openxmlformats.org/officeDocument/2006/relationships/tableStyles" Target="/ppt/tableStyles.xml" Id="R3cf0cf3a82854126" /><Relationship Type="http://schemas.openxmlformats.org/officeDocument/2006/relationships/slide" Target="/ppt/slides/slide1.xml" Id="Rf0c0db29f17b47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2fc374ec9b45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5844559a54452" /><Relationship Type="http://schemas.openxmlformats.org/officeDocument/2006/relationships/notesMaster" Target="/ppt/notesMasters/notesMaster1.xml" Id="R281e02fd2e2e4a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editing probe</a:t>
            </a:r>
          </a:p>
          <a:p xmlns:a="http://schemas.openxmlformats.org/drawingml/2006/main"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1fa8b767440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90f3afe6414917" /><Relationship Type="http://schemas.openxmlformats.org/officeDocument/2006/relationships/slideLayout" Target="/ppt/slideLayouts/slideLayout1.xml" Id="R57e374fa12db4c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e374fa12db4c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eb9b76c0849b1" /><Relationship Type="http://schemas.openxmlformats.org/officeDocument/2006/relationships/notesSlide" Target="/ppt/notesSlides/notesSlide1.xml" Id="R0089b699a7b246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aption">
            <a:extLst xmlns:a="http://schemas.openxmlformats.org/drawingml/2006/main">
              <a:ext uri="{FF2B5EF4-FFF2-40B4-BE49-F238E27FC236}">
                <a16:creationId xmlns:a16="http://schemas.microsoft.com/office/drawing/2014/main" id="{F786CF07-472C-4554-B305-92EA2AC902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123825"/>
            <a:ext cx="594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Native editing probe</a:t>
            </a:r>
          </a:p>
        </p:txBody>
      </p:sp>
      <p:sp>
        <p:nvSpPr>
          <p:cNvPr id="2" name="input">
            <a:extLst xmlns:a="http://schemas.openxmlformats.org/drawingml/2006/main">
              <a:ext uri="{FF2B5EF4-FFF2-40B4-BE49-F238E27FC236}">
                <a16:creationId xmlns:a16="http://schemas.microsoft.com/office/drawing/2014/main" id="{3193DFA0-BBEB-4FA7-8E9C-8DC404EF00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" y="95250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Input x</a:t>
            </a:r>
          </a:p>
        </p:txBody>
      </p:sp>
      <p:sp>
        <p:nvSpPr>
          <p:cNvPr id="3" name="encoder">
            <a:extLst xmlns:a="http://schemas.openxmlformats.org/drawingml/2006/main">
              <a:ext uri="{FF2B5EF4-FFF2-40B4-BE49-F238E27FC236}">
                <a16:creationId xmlns:a16="http://schemas.microsoft.com/office/drawing/2014/main" id="{CCA4CA40-4284-47D4-999B-3FB5A795C0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86025" y="952500"/>
            <a:ext cx="13620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4" name="output">
            <a:extLst xmlns:a="http://schemas.openxmlformats.org/drawingml/2006/main">
              <a:ext uri="{FF2B5EF4-FFF2-40B4-BE49-F238E27FC236}">
                <a16:creationId xmlns:a16="http://schemas.microsoft.com/office/drawing/2014/main" id="{9844F313-DC16-4539-A931-8FB4F5F9BA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72050" y="95250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Output y</a:t>
            </a:r>
          </a:p>
        </p:txBody>
      </p:sp>
      <p:cxnSp>
        <p:nvCxnSpPr>
          <p:cNvPr id="17" name="input-encoder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371600" y="120015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8" name="encoder-output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48100" y="12001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grpSp>
        <p:nvGrpSpPr>
          <p:cNvPr id="19" name="token-group"/>
          <p:cNvGrpSpPr/>
          <p:nvPr/>
        </p:nvGrpSpPr>
        <p:grpSpPr>
          <ns1:xfrm xmlns:ns1="http://schemas.openxmlformats.org/drawingml/2006/main">
            <ns1:off x="342900" y="2362200"/>
            <ns1:ext cx="1285875" cy="285750"/>
            <ns1:chOff x="342900" y="2362200"/>
            <ns1:chExt cx="1285875" cy="285750"/>
          </ns1:xfrm>
        </p:grpSpPr>
        <p:sp>
          <p:nvSpPr>
            <p:cNvPr id="7" name="token-group.0">
              <a:extLst xmlns:a="http://schemas.openxmlformats.org/drawingml/2006/main">
                <a:ext uri="{FF2B5EF4-FFF2-40B4-BE49-F238E27FC236}">
                  <a16:creationId xmlns:a16="http://schemas.microsoft.com/office/drawing/2014/main" id="{0DDF73D1-37D7-4918-BFB3-5AD4A23941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2900" y="2362200"/>
              <a:ext cx="2857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8" name="token-group.1">
              <a:extLst xmlns:a="http://schemas.openxmlformats.org/drawingml/2006/main">
                <a:ext uri="{FF2B5EF4-FFF2-40B4-BE49-F238E27FC236}">
                  <a16:creationId xmlns:a16="http://schemas.microsoft.com/office/drawing/2014/main" id="{3E7871E2-738D-4F0B-B4FE-0B7BAAB7D6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6275" y="2362200"/>
              <a:ext cx="2857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9" name="token-group.2">
              <a:extLst xmlns:a="http://schemas.openxmlformats.org/drawingml/2006/main">
                <a:ext uri="{FF2B5EF4-FFF2-40B4-BE49-F238E27FC236}">
                  <a16:creationId xmlns:a16="http://schemas.microsoft.com/office/drawing/2014/main" id="{EECA7AF1-D097-4F04-9AE5-FFB54938A8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9650" y="2362200"/>
              <a:ext cx="2857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0" name="token-group.3">
              <a:extLst xmlns:a="http://schemas.openxmlformats.org/drawingml/2006/main">
                <a:ext uri="{FF2B5EF4-FFF2-40B4-BE49-F238E27FC236}">
                  <a16:creationId xmlns:a16="http://schemas.microsoft.com/office/drawing/2014/main" id="{E7E3AAC4-6789-4B17-9CBB-165A8E6F15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3025" y="2362200"/>
              <a:ext cx="2857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9525">
              <a:solidFill>
                <a:srgbClr val="436D91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</p:grp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57DCB914-0EF7-4346-9720-BD2BAB20A1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62225" y="2295525"/>
            <a:ext cx="2466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hₜ₊₁ = hₜ + fθ(hₜ)</a:t>
            </a:r>
          </a:p>
        </p:txBody>
      </p:sp>
      <p:sp>
        <p:nvSpPr>
          <p:cNvPr id="12" name="editable-note">
            <a:extLst xmlns:a="http://schemas.openxmlformats.org/drawingml/2006/main">
              <a:ext uri="{FF2B5EF4-FFF2-40B4-BE49-F238E27FC236}">
                <a16:creationId xmlns:a16="http://schemas.microsoft.com/office/drawing/2014/main" id="{C19E5B08-319F-4D4C-A68A-2D2550C0DA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" y="278130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Select individual cells or move the group</a:t>
            </a:r>
          </a:p>
        </p:txBody>
      </p:sp>
    </p:spTree>
    <p:extLst>
      <p:ext uri="{BB962C8B-B14F-4D97-AF65-F5344CB8AC3E}">
        <p14:creationId xmlns:p14="http://schemas.microsoft.com/office/powerpoint/2010/main" val="2022405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2026-09-29T09:47:07.3820000Z</dcterms:created>
  <dcterms:modified xsi:type="dcterms:W3CDTF">2026-09-29T09:47:07.3820000Z</dcterms:modified>
</coreProperties>
</file>