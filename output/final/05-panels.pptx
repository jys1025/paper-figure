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c6ef041c474368" /><Relationship Type="http://schemas.openxmlformats.org/officeDocument/2006/relationships/extended-properties" Target="/docProps/app.xml" Id="R6228b980e1734bf6" /><Relationship Type="http://schemas.openxmlformats.org/officeDocument/2006/relationships/officeDocument" Target="/ppt/presentation.xml" Id="R794d7525d325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f18c3e7a1d4fe0"/>
  </p:sldMasterIdLst>
  <p:notesMasterIdLst>
    <p:notesMasterId xmlns:r="http://schemas.openxmlformats.org/officeDocument/2006/relationships" r:id="R60ca0cdd56774362"/>
  </p:notesMasterIdLst>
  <p:sldIdLst>
    <p:sldId xmlns:r="http://schemas.openxmlformats.org/officeDocument/2006/relationships" id="256" r:id="Ra8ef8b8a2a344193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8efadfd834841" /><Relationship Type="http://schemas.openxmlformats.org/officeDocument/2006/relationships/slideMaster" Target="/ppt/slideMasters/slideMaster1.xml" Id="Rd3f18c3e7a1d4fe0" /><Relationship Type="http://schemas.openxmlformats.org/officeDocument/2006/relationships/notesMaster" Target="/ppt/notesMasters/notesMaster1.xml" Id="R60ca0cdd56774362" /><Relationship Type="http://schemas.openxmlformats.org/officeDocument/2006/relationships/presProps" Target="/ppt/presProps.xml" Id="Rf2d811dfcad34e07" /><Relationship Type="http://schemas.openxmlformats.org/officeDocument/2006/relationships/tableStyles" Target="/ppt/tableStyles.xml" Id="Rd95f630c61c34640" /><Relationship Type="http://schemas.openxmlformats.org/officeDocument/2006/relationships/slide" Target="/ppt/slides/slide1.xml" Id="Ra8ef8b8a2a34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3353578f3a4e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4d41432f204a90" /><Relationship Type="http://schemas.openxmlformats.org/officeDocument/2006/relationships/notesMaster" Target="/ppt/notesMasters/notesMaster1.xml" Id="R1e83e4353fc04d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Cross-modal correspondence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f8ef9b766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a6105e736b4d4a" /><Relationship Type="http://schemas.openxmlformats.org/officeDocument/2006/relationships/slideLayout" Target="/ppt/slideLayouts/slideLayout1.xml" Id="Rae88580ae905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88580ae905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461b196af45be" /><Relationship Type="http://schemas.openxmlformats.org/officeDocument/2006/relationships/notesSlide" Target="/ppt/notesSlides/notesSlide1.xml" Id="R7ca9a6401c6c43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a">
            <a:extLst xmlns:a="http://schemas.openxmlformats.org/drawingml/2006/main">
              <a:ext uri="{FF2B5EF4-FFF2-40B4-BE49-F238E27FC236}">
                <a16:creationId xmlns:a16="http://schemas.microsoft.com/office/drawing/2014/main" id="{10F2C9F0-A810-485E-96F1-A7688B7098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0" y="266700"/>
            <a:ext cx="2800350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6CED4"/>
            </a:solidFill>
            <a:prstDash val="solid"/>
          </a:ln>
        </p:spPr>
      </p:sp>
      <p:sp>
        <p:nvSpPr>
          <p:cNvPr id="2" name="a.title">
            <a:extLst xmlns:a="http://schemas.openxmlformats.org/drawingml/2006/main">
              <a:ext uri="{FF2B5EF4-FFF2-40B4-BE49-F238E27FC236}">
                <a16:creationId xmlns:a16="http://schemas.microsoft.com/office/drawing/2014/main" id="{2BEE6883-8E62-4E54-B0FD-A4ADC7050A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" y="3143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(a) Representations</a:t>
            </a:r>
          </a:p>
        </p:txBody>
      </p:sp>
      <p:sp>
        <p:nvSpPr>
          <p:cNvPr id="3" name="b">
            <a:extLst xmlns:a="http://schemas.openxmlformats.org/drawingml/2006/main">
              <a:ext uri="{FF2B5EF4-FFF2-40B4-BE49-F238E27FC236}">
                <a16:creationId xmlns:a16="http://schemas.microsoft.com/office/drawing/2014/main" id="{E85E05E3-CEC6-42E3-ACF0-784F47CCCC1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71825" y="266700"/>
            <a:ext cx="303847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6CED4"/>
            </a:solidFill>
            <a:prstDash val="solid"/>
          </a:ln>
        </p:spPr>
      </p:sp>
      <p:sp>
        <p:nvSpPr>
          <p:cNvPr id="4" name="b.title">
            <a:extLst xmlns:a="http://schemas.openxmlformats.org/drawingml/2006/main">
              <a:ext uri="{FF2B5EF4-FFF2-40B4-BE49-F238E27FC236}">
                <a16:creationId xmlns:a16="http://schemas.microsoft.com/office/drawing/2014/main" id="{22AB1803-6163-4817-8DD1-25098CF95B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48025" y="314325"/>
            <a:ext cx="2886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(b) Pairwise matching</a:t>
            </a:r>
          </a:p>
        </p:txBody>
      </p:sp>
      <p:sp>
        <p:nvSpPr>
          <p:cNvPr id="5" name="image">
            <a:extLst xmlns:a="http://schemas.openxmlformats.org/drawingml/2006/main">
              <a:ext uri="{FF2B5EF4-FFF2-40B4-BE49-F238E27FC236}">
                <a16:creationId xmlns:a16="http://schemas.microsoft.com/office/drawing/2014/main" id="{007E5C58-07DE-4CDC-8AED-E2D802C03F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933450"/>
            <a:ext cx="742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image-encoder">
            <a:extLst xmlns:a="http://schemas.openxmlformats.org/drawingml/2006/main">
              <a:ext uri="{FF2B5EF4-FFF2-40B4-BE49-F238E27FC236}">
                <a16:creationId xmlns:a16="http://schemas.microsoft.com/office/drawing/2014/main" id="{E219D4D2-8044-43F7-88BF-ED5B9A434B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1150" y="85725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Vision</a:t>
            </a:r>
          </a:p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308C61-EF08-4930-9873-AE52FA685B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050" y="2171700"/>
            <a:ext cx="742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" name="text-encoder">
            <a:extLst xmlns:a="http://schemas.openxmlformats.org/drawingml/2006/main">
              <a:ext uri="{FF2B5EF4-FFF2-40B4-BE49-F238E27FC236}">
                <a16:creationId xmlns:a16="http://schemas.microsoft.com/office/drawing/2014/main" id="{9F821CA2-ECD6-4A5D-967C-F4F59CEF47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1150" y="2095500"/>
            <a:ext cx="1181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Text</a:t>
            </a:r>
          </a:p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cxnSp>
        <p:nvCxnSpPr>
          <p:cNvPr id="38" name="vision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143000" y="1143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39" name="language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143000" y="2381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11" name="x-label">
            <a:extLst xmlns:a="http://schemas.openxmlformats.org/drawingml/2006/main">
              <a:ext uri="{FF2B5EF4-FFF2-40B4-BE49-F238E27FC236}">
                <a16:creationId xmlns:a16="http://schemas.microsoft.com/office/drawing/2014/main" id="{65CA5EDC-7BB0-45F7-8A55-E0EC95AED3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10025" y="742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36E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36E26"/>
                </a:solidFill>
                <a:latin typeface="Arial"/>
                <a:ea typeface="Arial"/>
                <a:cs typeface="Arial"/>
              </a:rPr>
              <a:t>Text embeddings</a:t>
            </a:r>
          </a:p>
        </p:txBody>
      </p:sp>
      <p:sp>
        <p:nvSpPr>
          <p:cNvPr id="12" name="y-label">
            <a:extLst xmlns:a="http://schemas.openxmlformats.org/drawingml/2006/main">
              <a:ext uri="{FF2B5EF4-FFF2-40B4-BE49-F238E27FC236}">
                <a16:creationId xmlns:a16="http://schemas.microsoft.com/office/drawing/2014/main" id="{77957DF8-9EBB-45E6-9C4A-3D88C13EADF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57550" y="1371600"/>
            <a:ext cx="74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36D9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36D91"/>
                </a:solidFill>
                <a:latin typeface="Arial"/>
                <a:ea typeface="Arial"/>
                <a:cs typeface="Arial"/>
              </a:rPr>
              <a:t>Image</a:t>
            </a:r>
          </a:p>
          <a:p xmlns:a="http://schemas.openxmlformats.org/drawingml/2006/main">
            <a:pPr algn="ctr">
              <a:defRPr sz="900" b="0">
                <a:solidFill>
                  <a:srgbClr val="436D9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36D9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grpSp>
        <p:nvGrpSpPr>
          <p:cNvPr id="40" name="scores"/>
          <p:cNvGrpSpPr/>
          <p:nvPr/>
        </p:nvGrpSpPr>
        <p:grpSpPr>
          <ns1:xfrm xmlns:ns1="http://schemas.openxmlformats.org/drawingml/2006/main">
            <ns1:off x="4057650" y="1104900"/>
            <ns1:ext cx="1419225" cy="1419225"/>
            <ns1:chOff x="4057650" y="1104900"/>
            <ns1:chExt cx="1419225" cy="1419225"/>
          </ns1:xfrm>
        </p:grpSpPr>
        <p:sp>
          <p:nvSpPr>
            <p:cNvPr id="13" name="scores.0.0">
              <a:extLst xmlns:a="http://schemas.openxmlformats.org/drawingml/2006/main">
                <a:ext uri="{FF2B5EF4-FFF2-40B4-BE49-F238E27FC236}">
                  <a16:creationId xmlns:a16="http://schemas.microsoft.com/office/drawing/2014/main" id="{67E5F851-091F-4996-B0FF-141F136311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57650" y="11049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14" name="scores.0.1">
              <a:extLst xmlns:a="http://schemas.openxmlformats.org/drawingml/2006/main">
                <a:ext uri="{FF2B5EF4-FFF2-40B4-BE49-F238E27FC236}">
                  <a16:creationId xmlns:a16="http://schemas.microsoft.com/office/drawing/2014/main" id="{791C5DBF-8734-4101-B41D-E91FFCB89E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19600" y="11049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15" name="scores.0.2">
              <a:extLst xmlns:a="http://schemas.openxmlformats.org/drawingml/2006/main">
                <a:ext uri="{FF2B5EF4-FFF2-40B4-BE49-F238E27FC236}">
                  <a16:creationId xmlns:a16="http://schemas.microsoft.com/office/drawing/2014/main" id="{B5813554-8ECD-49F0-8BE2-5A779A1B9C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1550" y="11049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16" name="scores.0.3">
              <a:extLst xmlns:a="http://schemas.openxmlformats.org/drawingml/2006/main">
                <a:ext uri="{FF2B5EF4-FFF2-40B4-BE49-F238E27FC236}">
                  <a16:creationId xmlns:a16="http://schemas.microsoft.com/office/drawing/2014/main" id="{7DF507A0-4831-4367-ABB7-857B04E23C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0" y="11049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17" name="scores.1.0">
              <a:extLst xmlns:a="http://schemas.openxmlformats.org/drawingml/2006/main">
                <a:ext uri="{FF2B5EF4-FFF2-40B4-BE49-F238E27FC236}">
                  <a16:creationId xmlns:a16="http://schemas.microsoft.com/office/drawing/2014/main" id="{969596A4-1AF2-47AB-845F-384324CF09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57650" y="14668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18" name="scores.1.1">
              <a:extLst xmlns:a="http://schemas.openxmlformats.org/drawingml/2006/main">
                <a:ext uri="{FF2B5EF4-FFF2-40B4-BE49-F238E27FC236}">
                  <a16:creationId xmlns:a16="http://schemas.microsoft.com/office/drawing/2014/main" id="{DD82CE15-3CA5-4E49-A2D2-64CCA76DDA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19600" y="14668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19" name="scores.1.2">
              <a:extLst xmlns:a="http://schemas.openxmlformats.org/drawingml/2006/main">
                <a:ext uri="{FF2B5EF4-FFF2-40B4-BE49-F238E27FC236}">
                  <a16:creationId xmlns:a16="http://schemas.microsoft.com/office/drawing/2014/main" id="{3CFD150F-86E3-4F32-9090-C5F041D576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1550" y="14668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0" name="scores.1.3">
              <a:extLst xmlns:a="http://schemas.openxmlformats.org/drawingml/2006/main">
                <a:ext uri="{FF2B5EF4-FFF2-40B4-BE49-F238E27FC236}">
                  <a16:creationId xmlns:a16="http://schemas.microsoft.com/office/drawing/2014/main" id="{A584558F-D157-4CE5-BBD7-353C43FF1C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0" y="14668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1" name="scores.2.0">
              <a:extLst xmlns:a="http://schemas.openxmlformats.org/drawingml/2006/main">
                <a:ext uri="{FF2B5EF4-FFF2-40B4-BE49-F238E27FC236}">
                  <a16:creationId xmlns:a16="http://schemas.microsoft.com/office/drawing/2014/main" id="{1F3481CB-F93A-473C-A55D-8271BECACF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57650" y="18288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2" name="scores.2.1">
              <a:extLst xmlns:a="http://schemas.openxmlformats.org/drawingml/2006/main">
                <a:ext uri="{FF2B5EF4-FFF2-40B4-BE49-F238E27FC236}">
                  <a16:creationId xmlns:a16="http://schemas.microsoft.com/office/drawing/2014/main" id="{D6D56A1E-AF77-4A8F-8E7F-31E5BC2BD3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19600" y="18288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3" name="scores.2.2">
              <a:extLst xmlns:a="http://schemas.openxmlformats.org/drawingml/2006/main">
                <a:ext uri="{FF2B5EF4-FFF2-40B4-BE49-F238E27FC236}">
                  <a16:creationId xmlns:a16="http://schemas.microsoft.com/office/drawing/2014/main" id="{DA41DD3D-FF66-4E0D-9942-589A9F72F7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1550" y="18288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  <p:sp>
          <p:nvSpPr>
            <p:cNvPr id="24" name="scores.2.3">
              <a:extLst xmlns:a="http://schemas.openxmlformats.org/drawingml/2006/main">
                <a:ext uri="{FF2B5EF4-FFF2-40B4-BE49-F238E27FC236}">
                  <a16:creationId xmlns:a16="http://schemas.microsoft.com/office/drawing/2014/main" id="{C5428BFE-4772-464D-9251-CED047F72A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0" y="182880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5" name="scores.3.0">
              <a:extLst xmlns:a="http://schemas.openxmlformats.org/drawingml/2006/main">
                <a:ext uri="{FF2B5EF4-FFF2-40B4-BE49-F238E27FC236}">
                  <a16:creationId xmlns:a16="http://schemas.microsoft.com/office/drawing/2014/main" id="{47A97896-183A-4716-9A75-266AC4B70B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57650" y="21907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6" name="scores.3.1">
              <a:extLst xmlns:a="http://schemas.openxmlformats.org/drawingml/2006/main">
                <a:ext uri="{FF2B5EF4-FFF2-40B4-BE49-F238E27FC236}">
                  <a16:creationId xmlns:a16="http://schemas.microsoft.com/office/drawing/2014/main" id="{DFD20E23-3E1E-4CAA-A8EA-843108436A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19600" y="21907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7" name="scores.3.2">
              <a:extLst xmlns:a="http://schemas.openxmlformats.org/drawingml/2006/main">
                <a:ext uri="{FF2B5EF4-FFF2-40B4-BE49-F238E27FC236}">
                  <a16:creationId xmlns:a16="http://schemas.microsoft.com/office/drawing/2014/main" id="{E36E1FAC-A503-40B6-A87F-AF9ECD5D2D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81550" y="21907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5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r>
                <a:t/>
              </a:r>
            </a:p>
          </p:txBody>
        </p:sp>
        <p:sp>
          <p:nvSpPr>
            <p:cNvPr id="28" name="scores.3.3">
              <a:extLst xmlns:a="http://schemas.openxmlformats.org/drawingml/2006/main">
                <a:ext uri="{FF2B5EF4-FFF2-40B4-BE49-F238E27FC236}">
                  <a16:creationId xmlns:a16="http://schemas.microsoft.com/office/drawing/2014/main" id="{498FD133-8F00-4CDF-9C1B-A4A97E64DF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0" y="2190750"/>
              <a:ext cx="333375" cy="3333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4EEF7"/>
            </a:solidFill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defRPr>
              </a:pPr>
              <a:r>
                <a:rPr sz="1275" b="0">
                  <a:solidFill>
                    <a:srgbClr val="233947"/>
                  </a:solidFill>
                  <a:latin typeface="Arial"/>
                  <a:ea typeface="Arial"/>
                  <a:cs typeface="Arial"/>
                </a:rPr>
                <a:t>•</a:t>
              </a:r>
            </a:p>
          </p:txBody>
        </p:sp>
      </p:grpSp>
      <p:sp>
        <p:nvSpPr>
          <p:cNvPr id="29" name="matching-note">
            <a:extLst xmlns:a="http://schemas.openxmlformats.org/drawingml/2006/main">
              <a:ext uri="{FF2B5EF4-FFF2-40B4-BE49-F238E27FC236}">
                <a16:creationId xmlns:a16="http://schemas.microsoft.com/office/drawing/2014/main" id="{980E3391-19AF-4F1C-98B3-5952312E71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19475" y="27432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Aligned pairs lie on the diagonal</a:t>
            </a:r>
          </a:p>
        </p:txBody>
      </p:sp>
    </p:spTree>
    <p:extLst>
      <p:ext uri="{BB962C8B-B14F-4D97-AF65-F5344CB8AC3E}">
        <p14:creationId xmlns:p14="http://schemas.microsoft.com/office/powerpoint/2010/main" val="2086702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2026-09-29T09:47:02.4210000Z</dcterms:created>
  <dcterms:modified xsi:type="dcterms:W3CDTF">2026-09-29T09:47:02.4210000Z</dcterms:modified>
</coreProperties>
</file>