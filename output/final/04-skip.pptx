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c0fc89332d4693" /><Relationship Type="http://schemas.openxmlformats.org/officeDocument/2006/relationships/extended-properties" Target="/docProps/app.xml" Id="Rd15d22dde6b943d8" /><Relationship Type="http://schemas.openxmlformats.org/officeDocument/2006/relationships/officeDocument" Target="/ppt/presentation.xml" Id="R9f859f6637b546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ada82ae0364b34"/>
  </p:sldMasterIdLst>
  <p:notesMasterIdLst>
    <p:notesMasterId xmlns:r="http://schemas.openxmlformats.org/officeDocument/2006/relationships" r:id="R36cdaca619264a5e"/>
  </p:notesMasterIdLst>
  <p:sldIdLst>
    <p:sldId xmlns:r="http://schemas.openxmlformats.org/officeDocument/2006/relationships" id="256" r:id="R54be7cc6df254361"/>
  </p:sldIdLst>
  <p:sldSz cx="6400800" cy="342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13a17158db4dcc" /><Relationship Type="http://schemas.openxmlformats.org/officeDocument/2006/relationships/slideMaster" Target="/ppt/slideMasters/slideMaster1.xml" Id="R8eada82ae0364b34" /><Relationship Type="http://schemas.openxmlformats.org/officeDocument/2006/relationships/notesMaster" Target="/ppt/notesMasters/notesMaster1.xml" Id="R36cdaca619264a5e" /><Relationship Type="http://schemas.openxmlformats.org/officeDocument/2006/relationships/presProps" Target="/ppt/presProps.xml" Id="R644b28fa9bdc41da" /><Relationship Type="http://schemas.openxmlformats.org/officeDocument/2006/relationships/tableStyles" Target="/ppt/tableStyles.xml" Id="Re1e64bcee6c74a4f" /><Relationship Type="http://schemas.openxmlformats.org/officeDocument/2006/relationships/slide" Target="/ppt/slides/slide1.xml" Id="R54be7cc6df2543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e926a5a3c343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8ab479bcee439e" /><Relationship Type="http://schemas.openxmlformats.org/officeDocument/2006/relationships/notesMaster" Target="/ppt/notesMasters/notesMaster1.xml" Id="Rb224da1d8ccf49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Multi-scale restoration</a:t>
            </a:r>
          </a:p>
          <a:p xmlns:a="http://schemas.openxmlformats.org/drawingml/2006/main">
            <a:r>
              <a:t>Original synthetic methodology example; no empirical result is asserted. Canvas: 177.8 × 95.25 mm. Layout choices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f6d0ff466a49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74951d2a1c4b5e" /><Relationship Type="http://schemas.openxmlformats.org/officeDocument/2006/relationships/slideLayout" Target="/ppt/slideLayouts/slideLayout1.xml" Id="R6c64ee9fe47547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64ee9fe47547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fce0a17a34327" /><Relationship Type="http://schemas.openxmlformats.org/officeDocument/2006/relationships/notesSlide" Target="/ppt/notesSlides/notesSlide1.xml" Id="Rb6339383820f4e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caption">
            <a:extLst xmlns:a="http://schemas.openxmlformats.org/drawingml/2006/main">
              <a:ext uri="{FF2B5EF4-FFF2-40B4-BE49-F238E27FC236}">
                <a16:creationId xmlns:a16="http://schemas.microsoft.com/office/drawing/2014/main" id="{64888786-0E8A-4A6A-8A54-A1A6C963CA0F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8600" y="123825"/>
            <a:ext cx="594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Multi-scale restoration</a:t>
            </a:r>
          </a:p>
        </p:txBody>
      </p:sp>
      <p:sp>
        <p:nvSpPr>
          <p:cNvPr id="2" name="e1">
            <a:extLst xmlns:a="http://schemas.openxmlformats.org/drawingml/2006/main">
              <a:ext uri="{FF2B5EF4-FFF2-40B4-BE49-F238E27FC236}">
                <a16:creationId xmlns:a16="http://schemas.microsoft.com/office/drawing/2014/main" id="{5186AE3A-C9AA-4980-9CDA-DE09270D1D3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14325" y="733425"/>
            <a:ext cx="10096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7"/>
          </a:solidFill>
          <a:ln xmlns:a="http://schemas.openxmlformats.org/drawingml/2006/main" w="9525">
            <a:solidFill>
              <a:srgbClr val="436D91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Encode 1</a:t>
            </a:r>
          </a:p>
        </p:txBody>
      </p:sp>
      <p:sp>
        <p:nvSpPr>
          <p:cNvPr id="3" name="e2">
            <a:extLst xmlns:a="http://schemas.openxmlformats.org/drawingml/2006/main">
              <a:ext uri="{FF2B5EF4-FFF2-40B4-BE49-F238E27FC236}">
                <a16:creationId xmlns:a16="http://schemas.microsoft.com/office/drawing/2014/main" id="{813FA088-1A1F-41CF-9455-EE66F145C76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571625" y="1562100"/>
            <a:ext cx="9810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7"/>
          </a:solidFill>
          <a:ln xmlns:a="http://schemas.openxmlformats.org/drawingml/2006/main" w="9525">
            <a:solidFill>
              <a:srgbClr val="436D91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Encode 2</a:t>
            </a:r>
          </a:p>
        </p:txBody>
      </p:sp>
      <p:sp>
        <p:nvSpPr>
          <p:cNvPr id="4" name="core">
            <a:extLst xmlns:a="http://schemas.openxmlformats.org/drawingml/2006/main">
              <a:ext uri="{FF2B5EF4-FFF2-40B4-BE49-F238E27FC236}">
                <a16:creationId xmlns:a16="http://schemas.microsoft.com/office/drawing/2014/main" id="{7EC1FFD9-26D0-4977-8F60-5BDB0ACB160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33675" y="2409825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7F6"/>
          </a:solidFill>
          <a:ln xmlns:a="http://schemas.openxmlformats.org/drawingml/2006/main" w="9525">
            <a:solidFill>
              <a:srgbClr val="785896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Bottleneck</a:t>
            </a:r>
          </a:p>
        </p:txBody>
      </p:sp>
      <p:sp>
        <p:nvSpPr>
          <p:cNvPr id="5" name="d2">
            <a:extLst xmlns:a="http://schemas.openxmlformats.org/drawingml/2006/main">
              <a:ext uri="{FF2B5EF4-FFF2-40B4-BE49-F238E27FC236}">
                <a16:creationId xmlns:a16="http://schemas.microsoft.com/office/drawing/2014/main" id="{96C88093-3D1E-4EF4-A947-CA823372D2D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3962400" y="1562100"/>
            <a:ext cx="9810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9"/>
          </a:solidFill>
          <a:ln xmlns:a="http://schemas.openxmlformats.org/drawingml/2006/main" w="9525">
            <a:solidFill>
              <a:srgbClr val="427462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Decode 2</a:t>
            </a:r>
          </a:p>
        </p:txBody>
      </p:sp>
      <p:sp>
        <p:nvSpPr>
          <p:cNvPr id="6" name="d1">
            <a:extLst xmlns:a="http://schemas.openxmlformats.org/drawingml/2006/main">
              <a:ext uri="{FF2B5EF4-FFF2-40B4-BE49-F238E27FC236}">
                <a16:creationId xmlns:a16="http://schemas.microsoft.com/office/drawing/2014/main" id="{DA89A6C2-C253-4CF5-8B2D-76C2E6C73F1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219700" y="733425"/>
            <a:ext cx="9525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9"/>
          </a:solidFill>
          <a:ln xmlns:a="http://schemas.openxmlformats.org/drawingml/2006/main" w="9525">
            <a:solidFill>
              <a:srgbClr val="427462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Decode 1</a:t>
            </a:r>
          </a:p>
        </p:txBody>
      </p:sp>
      <p:cxnSp>
        <p:nvCxnSpPr>
          <p:cNvPr id="24" name="down1"/>
          <p:cNvCxnSpPr>
            <a:stCxn xmlns:a="http://schemas.openxmlformats.org/drawingml/2006/main" id="2" idx="2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819150" y="1219200"/>
            <a:ext cx="752475" cy="585788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25" name="down2"/>
          <p:cNvCxnSpPr>
            <a:stCxn xmlns:a="http://schemas.openxmlformats.org/drawingml/2006/main" id="3" idx="2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062163" y="2047875"/>
            <a:ext cx="671513" cy="59055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26" name="up2"/>
          <p:cNvCxnSpPr>
            <a:stCxn xmlns:a="http://schemas.openxmlformats.org/drawingml/2006/main" id="4" idx="3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3762375" y="2047875"/>
            <a:ext cx="690563" cy="590550"/>
          </a:xfrm>
          <a:prstGeom xmlns:a="http://schemas.openxmlformats.org/drawingml/2006/main" prst="bentConnector2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27" name="up1"/>
          <p:cNvCxnSpPr>
            <a:stCxn xmlns:a="http://schemas.openxmlformats.org/drawingml/2006/main" id="5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4943475" y="1219200"/>
            <a:ext cx="752475" cy="585788"/>
          </a:xfrm>
          <a:prstGeom xmlns:a="http://schemas.openxmlformats.org/drawingml/2006/main" prst="bentConnector2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28" name="skip1"/>
          <p:cNvCxnSpPr>
            <a:stCxn xmlns:a="http://schemas.openxmlformats.org/drawingml/2006/main" id="2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323975" y="976313"/>
            <a:ext cx="38957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36E26"/>
            </a:solidFill>
            <a:prstDash val="dash"/>
            <a:tailEnd type="triangle" w="sm" len="sm"/>
          </a:ln>
        </p:spPr>
      </p:cxnSp>
      <p:cxnSp>
        <p:nvCxnSpPr>
          <p:cNvPr id="29" name="skip2"/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552700" y="1804988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A36E26"/>
            </a:solidFill>
            <a:prstDash val="dash"/>
            <a:tailEnd type="triangle" w="sm" len="sm"/>
          </a:ln>
        </p:spPr>
      </p:cxnSp>
      <p:sp>
        <p:nvSpPr>
          <p:cNvPr id="13" name="skip-label1">
            <a:extLst xmlns:a="http://schemas.openxmlformats.org/drawingml/2006/main">
              <a:ext uri="{FF2B5EF4-FFF2-40B4-BE49-F238E27FC236}">
                <a16:creationId xmlns:a16="http://schemas.microsoft.com/office/drawing/2014/main" id="{80A41B20-B7D0-419D-8B24-F1970374B197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105025" y="695325"/>
            <a:ext cx="221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skip · high resolution</a:t>
            </a:r>
          </a:p>
        </p:txBody>
      </p:sp>
      <p:sp>
        <p:nvSpPr>
          <p:cNvPr id="14" name="skip-label2">
            <a:extLst xmlns:a="http://schemas.openxmlformats.org/drawingml/2006/main">
              <a:ext uri="{FF2B5EF4-FFF2-40B4-BE49-F238E27FC236}">
                <a16:creationId xmlns:a16="http://schemas.microsoft.com/office/drawing/2014/main" id="{FBDF60A2-B822-4A8B-951A-1DAD5ECFD44E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952750" y="1552575"/>
            <a:ext cx="600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skip</a:t>
            </a:r>
          </a:p>
        </p:txBody>
      </p:sp>
      <p:sp>
        <p:nvSpPr>
          <p:cNvPr id="15" name="scale1">
            <a:extLst xmlns:a="http://schemas.openxmlformats.org/drawingml/2006/main">
              <a:ext uri="{FF2B5EF4-FFF2-40B4-BE49-F238E27FC236}">
                <a16:creationId xmlns:a16="http://schemas.microsoft.com/office/drawing/2014/main" id="{BD83DE51-BB0B-42D6-8A0A-B62B180B27C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76200" y="1343025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H × W</a:t>
            </a:r>
          </a:p>
        </p:txBody>
      </p:sp>
      <p:sp>
        <p:nvSpPr>
          <p:cNvPr id="16" name="scale2">
            <a:extLst xmlns:a="http://schemas.openxmlformats.org/drawingml/2006/main">
              <a:ext uri="{FF2B5EF4-FFF2-40B4-BE49-F238E27FC236}">
                <a16:creationId xmlns:a16="http://schemas.microsoft.com/office/drawing/2014/main" id="{F56D7B98-13B7-4B26-86C0-2B669E32B81C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038225" y="2133600"/>
            <a:ext cx="942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H/2 × W/2</a:t>
            </a:r>
          </a:p>
        </p:txBody>
      </p:sp>
      <p:sp>
        <p:nvSpPr>
          <p:cNvPr id="17" name="scale3">
            <a:extLst xmlns:a="http://schemas.openxmlformats.org/drawingml/2006/main">
              <a:ext uri="{FF2B5EF4-FFF2-40B4-BE49-F238E27FC236}">
                <a16:creationId xmlns:a16="http://schemas.microsoft.com/office/drawing/2014/main" id="{BFC56104-4E58-4C33-BF58-30DB1FFD11F1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62250" y="2924175"/>
            <a:ext cx="990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H/4 × W/4</a:t>
            </a:r>
          </a:p>
        </p:txBody>
      </p:sp>
    </p:spTree>
    <p:extLst>
      <p:ext uri="{BB962C8B-B14F-4D97-AF65-F5344CB8AC3E}">
        <p14:creationId xmlns:p14="http://schemas.microsoft.com/office/powerpoint/2010/main" val="46360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2026-09-29T09:47:01.1780000Z</dcterms:created>
  <dcterms:modified xsi:type="dcterms:W3CDTF">2026-09-29T09:47:01.1780000Z</dcterms:modified>
</coreProperties>
</file>