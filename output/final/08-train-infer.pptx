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4ead9f8a04fb3" /><Relationship Type="http://schemas.openxmlformats.org/officeDocument/2006/relationships/extended-properties" Target="/docProps/app.xml" Id="Rab06f925d13c471b" /><Relationship Type="http://schemas.openxmlformats.org/officeDocument/2006/relationships/officeDocument" Target="/ppt/presentation.xml" Id="R97093477c0d7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b00313c6c94994"/>
  </p:sldMasterIdLst>
  <p:notesMasterIdLst>
    <p:notesMasterId xmlns:r="http://schemas.openxmlformats.org/officeDocument/2006/relationships" r:id="R80584b6c5ad14ab7"/>
  </p:notesMasterIdLst>
  <p:sldIdLst>
    <p:sldId xmlns:r="http://schemas.openxmlformats.org/officeDocument/2006/relationships" id="256" r:id="R89af7767909d491a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acd9d23bd4813" /><Relationship Type="http://schemas.openxmlformats.org/officeDocument/2006/relationships/slideMaster" Target="/ppt/slideMasters/slideMaster1.xml" Id="Rd3b00313c6c94994" /><Relationship Type="http://schemas.openxmlformats.org/officeDocument/2006/relationships/notesMaster" Target="/ppt/notesMasters/notesMaster1.xml" Id="R80584b6c5ad14ab7" /><Relationship Type="http://schemas.openxmlformats.org/officeDocument/2006/relationships/presProps" Target="/ppt/presProps.xml" Id="R2e98a74032ac4cff" /><Relationship Type="http://schemas.openxmlformats.org/officeDocument/2006/relationships/tableStyles" Target="/ppt/tableStyles.xml" Id="R336f701cbf994c72" /><Relationship Type="http://schemas.openxmlformats.org/officeDocument/2006/relationships/slide" Target="/ppt/slides/slide1.xml" Id="R89af7767909d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89489ba2fd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1478eda004b5e" /><Relationship Type="http://schemas.openxmlformats.org/officeDocument/2006/relationships/notesMaster" Target="/ppt/notesMasters/notesMaster1.xml" Id="R9bd4f06a60c2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and inference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14ee8a8a6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748470a5544c9" /><Relationship Type="http://schemas.openxmlformats.org/officeDocument/2006/relationships/slideLayout" Target="/ppt/slideLayouts/slideLayout1.xml" Id="R44c5cf28a2a2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c5cf28a2a2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1512b7e0340e2" /><Relationship Type="http://schemas.openxmlformats.org/officeDocument/2006/relationships/notesSlide" Target="/ppt/notesSlides/notesSlide1.xml" Id="R24c407244cb143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rain">
            <a:extLst xmlns:a="http://schemas.openxmlformats.org/drawingml/2006/main">
              <a:ext uri="{FF2B5EF4-FFF2-40B4-BE49-F238E27FC236}">
                <a16:creationId xmlns:a16="http://schemas.microsoft.com/office/drawing/2014/main" id="{277FAEE0-583A-4BFC-95EC-D2644BDF6B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975" y="228600"/>
            <a:ext cx="60388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6668">
            <a:solidFill>
              <a:srgbClr val="C6CED4"/>
            </a:solidFill>
            <a:prstDash val="solid"/>
          </a:ln>
        </p:spPr>
      </p:sp>
      <p:sp>
        <p:nvSpPr>
          <p:cNvPr id="2" name="train.title">
            <a:extLst xmlns:a="http://schemas.openxmlformats.org/drawingml/2006/main">
              <a:ext uri="{FF2B5EF4-FFF2-40B4-BE49-F238E27FC236}">
                <a16:creationId xmlns:a16="http://schemas.microsoft.com/office/drawing/2014/main" id="{836337E8-13E8-4A09-871B-1C8723ABC6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27622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(a) Training</a:t>
            </a:r>
          </a:p>
        </p:txBody>
      </p:sp>
      <p:sp>
        <p:nvSpPr>
          <p:cNvPr id="3" name="infer">
            <a:extLst xmlns:a="http://schemas.openxmlformats.org/drawingml/2006/main">
              <a:ext uri="{FF2B5EF4-FFF2-40B4-BE49-F238E27FC236}">
                <a16:creationId xmlns:a16="http://schemas.microsoft.com/office/drawing/2014/main" id="{9E8F2504-21F1-487B-A771-7A9CF80D37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975" y="1847850"/>
            <a:ext cx="6038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6CED4"/>
            </a:solidFill>
            <a:prstDash val="solid"/>
          </a:ln>
        </p:spPr>
      </p:sp>
      <p:sp>
        <p:nvSpPr>
          <p:cNvPr id="4" name="infer.title">
            <a:extLst xmlns:a="http://schemas.openxmlformats.org/drawingml/2006/main">
              <a:ext uri="{FF2B5EF4-FFF2-40B4-BE49-F238E27FC236}">
                <a16:creationId xmlns:a16="http://schemas.microsoft.com/office/drawing/2014/main" id="{919DD13B-8415-4087-A4C0-119C044DB8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18954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(b) Inference</a:t>
            </a:r>
          </a:p>
        </p:txBody>
      </p:sp>
      <p:sp>
        <p:nvSpPr>
          <p:cNvPr id="5" name="train-x">
            <a:extLst xmlns:a="http://schemas.openxmlformats.org/drawingml/2006/main">
              <a:ext uri="{FF2B5EF4-FFF2-40B4-BE49-F238E27FC236}">
                <a16:creationId xmlns:a16="http://schemas.microsoft.com/office/drawing/2014/main" id="{81D39EAD-C78E-49A0-9999-57CF409FC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75247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Sample x</a:t>
            </a:r>
          </a:p>
        </p:txBody>
      </p:sp>
      <p:sp>
        <p:nvSpPr>
          <p:cNvPr id="6" name="train-model">
            <a:extLst xmlns:a="http://schemas.openxmlformats.org/drawingml/2006/main">
              <a:ext uri="{FF2B5EF4-FFF2-40B4-BE49-F238E27FC236}">
                <a16:creationId xmlns:a16="http://schemas.microsoft.com/office/drawing/2014/main" id="{B150B37F-B2B6-48B3-A8DF-B475901396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19275" y="714375"/>
            <a:ext cx="12287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Model fθ</a:t>
            </a:r>
          </a:p>
        </p:txBody>
      </p:sp>
      <p:sp>
        <p:nvSpPr>
          <p:cNvPr id="7" name="loss">
            <a:extLst xmlns:a="http://schemas.openxmlformats.org/drawingml/2006/main">
              <a:ext uri="{FF2B5EF4-FFF2-40B4-BE49-F238E27FC236}">
                <a16:creationId xmlns:a16="http://schemas.microsoft.com/office/drawing/2014/main" id="{AADF6DB2-177E-4AE7-9CEF-B0ABCC4C82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09975" y="1133475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8" name="target">
            <a:extLst xmlns:a="http://schemas.openxmlformats.org/drawingml/2006/main">
              <a:ext uri="{FF2B5EF4-FFF2-40B4-BE49-F238E27FC236}">
                <a16:creationId xmlns:a16="http://schemas.microsoft.com/office/drawing/2014/main" id="{BE4619E2-BD53-4C6F-B8BB-3DBFECE884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72050" y="113347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Target y</a:t>
            </a:r>
          </a:p>
        </p:txBody>
      </p:sp>
      <p:cxnSp>
        <p:nvCxnSpPr>
          <p:cNvPr id="28" name="train-forward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343025" y="962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9" name="objective"/>
          <p:cNvCxnSpPr>
            <a:stCxn xmlns:a="http://schemas.openxmlformats.org/drawingml/2006/main" id="6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962025"/>
            <a:ext cx="981075" cy="171450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30" name="supervision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448175" y="1343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31" name="gradient"/>
          <p:cNvCxnSpPr>
            <a:stCxn xmlns:a="http://schemas.openxmlformats.org/drawingml/2006/main" id="7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433638" y="1209675"/>
            <a:ext cx="1176338" cy="133350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A36E26"/>
            </a:solidFill>
            <a:prstDash val="dash"/>
            <a:tailEnd type="triangle" w="sm" len="sm"/>
          </a:ln>
        </p:spPr>
      </p:cxnSp>
      <p:sp>
        <p:nvSpPr>
          <p:cNvPr id="13" name="update-label">
            <a:extLst xmlns:a="http://schemas.openxmlformats.org/drawingml/2006/main">
              <a:ext uri="{FF2B5EF4-FFF2-40B4-BE49-F238E27FC236}">
                <a16:creationId xmlns:a16="http://schemas.microsoft.com/office/drawing/2014/main" id="{D3956C76-2700-428C-A218-F1C97EFAA7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86050" y="1390650"/>
            <a:ext cx="790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36E2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6E26"/>
                </a:solidFill>
                <a:latin typeface="Arial"/>
                <a:ea typeface="Arial"/>
                <a:cs typeface="Arial"/>
              </a:rPr>
              <a:t>update θ</a:t>
            </a:r>
          </a:p>
        </p:txBody>
      </p:sp>
      <p:sp>
        <p:nvSpPr>
          <p:cNvPr id="14" name="infer-x">
            <a:extLst xmlns:a="http://schemas.openxmlformats.org/drawingml/2006/main">
              <a:ext uri="{FF2B5EF4-FFF2-40B4-BE49-F238E27FC236}">
                <a16:creationId xmlns:a16="http://schemas.microsoft.com/office/drawing/2014/main" id="{8145127C-5C5E-4B72-978A-2994FBBF8A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0525" y="244792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New x</a:t>
            </a:r>
          </a:p>
        </p:txBody>
      </p:sp>
      <p:sp>
        <p:nvSpPr>
          <p:cNvPr id="15" name="infer-model">
            <a:extLst xmlns:a="http://schemas.openxmlformats.org/drawingml/2006/main">
              <a:ext uri="{FF2B5EF4-FFF2-40B4-BE49-F238E27FC236}">
                <a16:creationId xmlns:a16="http://schemas.microsoft.com/office/drawing/2014/main" id="{4A5B467C-C6A3-41AC-95AF-C5E1A6BFC8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19275" y="2390775"/>
            <a:ext cx="1228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Model fθ</a:t>
            </a:r>
          </a:p>
        </p:txBody>
      </p:sp>
      <p:sp>
        <p:nvSpPr>
          <p:cNvPr id="16" name="prediction">
            <a:extLst xmlns:a="http://schemas.openxmlformats.org/drawingml/2006/main">
              <a:ext uri="{FF2B5EF4-FFF2-40B4-BE49-F238E27FC236}">
                <a16:creationId xmlns:a16="http://schemas.microsoft.com/office/drawing/2014/main" id="{84F21D39-4E70-4DDF-95D6-2712984345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29075" y="2447925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Prediction ŷ</a:t>
            </a:r>
          </a:p>
        </p:txBody>
      </p:sp>
      <p:cxnSp>
        <p:nvCxnSpPr>
          <p:cNvPr id="36" name="infer-forward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343025" y="2657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37" name="infer-output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000" y="26574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19" name="fixed">
            <a:extLst xmlns:a="http://schemas.openxmlformats.org/drawingml/2006/main">
              <a:ext uri="{FF2B5EF4-FFF2-40B4-BE49-F238E27FC236}">
                <a16:creationId xmlns:a16="http://schemas.microsoft.com/office/drawing/2014/main" id="{0B688378-81E8-4C35-90F6-71FD59ADB2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33550" y="294322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fixed parameters</a:t>
            </a:r>
          </a:p>
        </p:txBody>
      </p:sp>
    </p:spTree>
    <p:extLst>
      <p:ext uri="{BB962C8B-B14F-4D97-AF65-F5344CB8AC3E}">
        <p14:creationId xmlns:p14="http://schemas.microsoft.com/office/powerpoint/2010/main" val="195795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2026-09-29T09:47:06.1570000Z</dcterms:created>
  <dcterms:modified xsi:type="dcterms:W3CDTF">2026-09-29T09:47:06.1570000Z</dcterms:modified>
</coreProperties>
</file>