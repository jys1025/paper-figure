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f2c9d42228431b" /><Relationship Type="http://schemas.openxmlformats.org/officeDocument/2006/relationships/extended-properties" Target="/docProps/app.xml" Id="R915230f19f48479a" /><Relationship Type="http://schemas.openxmlformats.org/officeDocument/2006/relationships/officeDocument" Target="/ppt/presentation.xml" Id="Rd0223cc84f54440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831c20fbdfe4a54"/>
  </p:sldMasterIdLst>
  <p:notesMasterIdLst>
    <p:notesMasterId xmlns:r="http://schemas.openxmlformats.org/officeDocument/2006/relationships" r:id="Rcf93e2dc83824231"/>
  </p:notesMasterIdLst>
  <p:sldIdLst>
    <p:sldId xmlns:r="http://schemas.openxmlformats.org/officeDocument/2006/relationships" id="256" r:id="Ra57a7e7c39cd4374"/>
  </p:sldIdLst>
  <p:sldSz cx="6400800" cy="3429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bd1298e804eb2" /><Relationship Type="http://schemas.openxmlformats.org/officeDocument/2006/relationships/slideMaster" Target="/ppt/slideMasters/slideMaster1.xml" Id="R7831c20fbdfe4a54" /><Relationship Type="http://schemas.openxmlformats.org/officeDocument/2006/relationships/notesMaster" Target="/ppt/notesMasters/notesMaster1.xml" Id="Rcf93e2dc83824231" /><Relationship Type="http://schemas.openxmlformats.org/officeDocument/2006/relationships/presProps" Target="/ppt/presProps.xml" Id="Re8aa00873e8a4c80" /><Relationship Type="http://schemas.openxmlformats.org/officeDocument/2006/relationships/tableStyles" Target="/ppt/tableStyles.xml" Id="R27a65bf143b84843" /><Relationship Type="http://schemas.openxmlformats.org/officeDocument/2006/relationships/slide" Target="/ppt/slides/slide1.xml" Id="Ra57a7e7c39cd43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5f2f22b5db34b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56a4848514d16" /><Relationship Type="http://schemas.openxmlformats.org/officeDocument/2006/relationships/notesMaster" Target="/ppt/notesMasters/notesMaster1.xml" Id="R3e9d0d2cad394d3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Confidence-aware retrieval</a:t>
            </a:r>
          </a:p>
          <a:p xmlns:a="http://schemas.openxmlformats.org/drawingml/2006/main">
            <a:r>
              <a:t>Original synthetic methodology example; no empirical result is asserted. Canvas: 177.8 × 95.25 mm. Layout choices are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a573f244634e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adeaa59b054fbf" /><Relationship Type="http://schemas.openxmlformats.org/officeDocument/2006/relationships/slideLayout" Target="/ppt/slideLayouts/slideLayout1.xml" Id="Re338e02613c342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38e02613c342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6dbd600b64a8d" /><Relationship Type="http://schemas.openxmlformats.org/officeDocument/2006/relationships/notesSlide" Target="/ppt/notesSlides/notesSlide1.xml" Id="R5cca423b336946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caption">
            <a:extLst xmlns:a="http://schemas.openxmlformats.org/drawingml/2006/main">
              <a:ext uri="{FF2B5EF4-FFF2-40B4-BE49-F238E27FC236}">
                <a16:creationId xmlns:a16="http://schemas.microsoft.com/office/drawing/2014/main" id="{56428407-FA24-476A-8B26-3C8E551BC76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3825"/>
            <a:ext cx="59436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Confidence-aware retrieval</a:t>
            </a:r>
          </a:p>
        </p:txBody>
      </p:sp>
      <p:sp>
        <p:nvSpPr>
          <p:cNvPr id="2" name="query">
            <a:extLst xmlns:a="http://schemas.openxmlformats.org/drawingml/2006/main">
              <a:ext uri="{FF2B5EF4-FFF2-40B4-BE49-F238E27FC236}">
                <a16:creationId xmlns:a16="http://schemas.microsoft.com/office/drawing/2014/main" id="{8796969D-BDF6-45D1-BCA7-D469196F1F22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28600" y="1285875"/>
            <a:ext cx="762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Query</a:t>
            </a:r>
          </a:p>
        </p:txBody>
      </p:sp>
      <p:sp>
        <p:nvSpPr>
          <p:cNvPr id="3" name="retrieve">
            <a:extLst xmlns:a="http://schemas.openxmlformats.org/drawingml/2006/main">
              <a:ext uri="{FF2B5EF4-FFF2-40B4-BE49-F238E27FC236}">
                <a16:creationId xmlns:a16="http://schemas.microsoft.com/office/drawing/2014/main" id="{6FC52F08-F488-4A49-84FC-2865B97E604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362075" y="1285875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436D91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4" name="rerank">
            <a:extLst xmlns:a="http://schemas.openxmlformats.org/drawingml/2006/main">
              <a:ext uri="{FF2B5EF4-FFF2-40B4-BE49-F238E27FC236}">
                <a16:creationId xmlns:a16="http://schemas.microsoft.com/office/drawing/2014/main" id="{EB2BEA17-04FC-4EEF-9F89-746173B10E26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743200" y="1190625"/>
            <a:ext cx="1190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F0E9"/>
          </a:solidFill>
          <a:ln xmlns:a="http://schemas.openxmlformats.org/drawingml/2006/main" w="9525">
            <a:solidFill>
              <a:srgbClr val="427462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3947"/>
                </a:solidFill>
                <a:latin typeface="Arial"/>
                <a:ea typeface="Arial"/>
                <a:cs typeface="Arial"/>
              </a:rPr>
              <a:t>Rerank</a:t>
            </a:r>
          </a:p>
        </p:txBody>
      </p:sp>
      <p:sp>
        <p:nvSpPr>
          <p:cNvPr id="5" name="answer">
            <a:extLst xmlns:a="http://schemas.openxmlformats.org/drawingml/2006/main">
              <a:ext uri="{FF2B5EF4-FFF2-40B4-BE49-F238E27FC236}">
                <a16:creationId xmlns:a16="http://schemas.microsoft.com/office/drawing/2014/main" id="{DD190568-AEC8-49D5-A312-CFE204703ADB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4324350" y="1285875"/>
            <a:ext cx="8667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CD7"/>
          </a:solidFill>
          <a:ln xmlns:a="http://schemas.openxmlformats.org/drawingml/2006/main" w="9525">
            <a:solidFill>
              <a:srgbClr val="A36E26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6" name="evidence">
            <a:extLst xmlns:a="http://schemas.openxmlformats.org/drawingml/2006/main">
              <a:ext uri="{FF2B5EF4-FFF2-40B4-BE49-F238E27FC236}">
                <a16:creationId xmlns:a16="http://schemas.microsoft.com/office/drawing/2014/main" id="{65214C24-363A-43BC-B685-6AFF802B7894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5514975" y="1285875"/>
            <a:ext cx="704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5"/>
          </a:solidFill>
          <a:ln xmlns:a="http://schemas.openxmlformats.org/drawingml/2006/main" w="9525">
            <a:solidFill>
              <a:srgbClr val="84929C"/>
            </a:solidFill>
            <a:prstDash val="solid"/>
          </a:ln>
        </p:spPr>
        <p:txBody>
          <a:bodyPr xmlns:a="http://schemas.openxmlformats.org/drawingml/2006/main" wrap="square" lIns="47625" tIns="19050" rIns="4762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cxnSp>
        <p:nvCxnSpPr>
          <p:cNvPr id="20" name="e0"/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990600" y="1543050"/>
            <a:ext cx="37147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1" name="e1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362200" y="1543050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2" name="e2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3933825" y="1543050"/>
            <a:ext cx="390525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cxnSp>
        <p:nvCxnSpPr>
          <p:cNvPr id="23" name="e3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5191125" y="1543050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233947"/>
            </a:solidFill>
            <a:prstDash val="solid"/>
            <a:tailEnd type="triangle" w="sm" len="sm"/>
          </a:ln>
        </p:spPr>
      </p:cxnSp>
      <p:sp>
        <p:nvSpPr>
          <p:cNvPr id="11" name="retrieved-note">
            <a:extLst xmlns:a="http://schemas.openxmlformats.org/drawingml/2006/main">
              <a:ext uri="{FF2B5EF4-FFF2-40B4-BE49-F238E27FC236}">
                <a16:creationId xmlns:a16="http://schemas.microsoft.com/office/drawing/2014/main" id="{AFC496EC-D650-4E17-B139-FB1AAF530918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1200150" y="1885950"/>
            <a:ext cx="1333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k candidates</a:t>
            </a:r>
          </a:p>
        </p:txBody>
      </p:sp>
      <p:sp>
        <p:nvSpPr>
          <p:cNvPr id="12" name="ranked-note">
            <a:extLst xmlns:a="http://schemas.openxmlformats.org/drawingml/2006/main">
              <a:ext uri="{FF2B5EF4-FFF2-40B4-BE49-F238E27FC236}">
                <a16:creationId xmlns:a16="http://schemas.microsoft.com/office/drawing/2014/main" id="{4376418D-53F3-48C9-99E0-2F38257B501D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533650" y="2009775"/>
            <a:ext cx="1581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26572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26572"/>
                </a:solidFill>
                <a:latin typeface="Arial"/>
                <a:ea typeface="Arial"/>
                <a:cs typeface="Arial"/>
              </a:rPr>
              <a:t>confidence-weighted score</a:t>
            </a:r>
          </a:p>
        </p:txBody>
      </p:sp>
      <p:sp>
        <p:nvSpPr>
          <p:cNvPr id="13" name="formula">
            <a:extLst xmlns:a="http://schemas.openxmlformats.org/drawingml/2006/main">
              <a:ext uri="{FF2B5EF4-FFF2-40B4-BE49-F238E27FC236}">
                <a16:creationId xmlns:a16="http://schemas.microsoft.com/office/drawing/2014/main" id="{B649C798-62FD-47FD-9F50-5A8A34BE5799}"/>
              </a:ext>
            </a:extLst>
          </p:cNvPr>
          <p:cNvSpPr>
            <a:spLocks xmlns:a="http://schemas.openxmlformats.org/drawingml/2006/main"/>
          </p:cNvSpPr>
          <p:nvPr/>
        </p:nvSpPr>
        <p:spPr>
          <a:xfrm xmlns:a="http://schemas.openxmlformats.org/drawingml/2006/main">
            <a:off x="2390775" y="2362200"/>
            <a:ext cx="18954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233947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33947"/>
                </a:solidFill>
                <a:latin typeface="Arial"/>
                <a:ea typeface="Arial"/>
                <a:cs typeface="Arial"/>
              </a:rPr>
              <a:t>s = αr + (1 − α)c</a:t>
            </a:r>
          </a:p>
        </p:txBody>
      </p:sp>
    </p:spTree>
    <p:extLst>
      <p:ext uri="{BB962C8B-B14F-4D97-AF65-F5344CB8AC3E}">
        <p14:creationId xmlns:p14="http://schemas.microsoft.com/office/powerpoint/2010/main" val="8747771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2026-09-29T09:46:56.7230000Z</dcterms:created>
  <dcterms:modified xsi:type="dcterms:W3CDTF">2026-09-29T09:46:56.7230000Z</dcterms:modified>
</coreProperties>
</file>