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afab5881e495c" /><Relationship Type="http://schemas.openxmlformats.org/officeDocument/2006/relationships/extended-properties" Target="/docProps/app.xml" Id="Red37ed391e314d35" /><Relationship Type="http://schemas.openxmlformats.org/officeDocument/2006/relationships/officeDocument" Target="/ppt/presentation.xml" Id="Rc01d608c3fa9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620873d59472b"/>
  </p:sldMasterIdLst>
  <p:notesMasterIdLst>
    <p:notesMasterId xmlns:r="http://schemas.openxmlformats.org/officeDocument/2006/relationships" r:id="R2fbd24000c5643c3"/>
  </p:notesMasterIdLst>
  <p:sldIdLst>
    <p:sldId xmlns:r="http://schemas.openxmlformats.org/officeDocument/2006/relationships" id="256" r:id="Rbc085b5f15584bfc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e36986d33c4b6d" /><Relationship Type="http://schemas.openxmlformats.org/officeDocument/2006/relationships/slideMaster" Target="/ppt/slideMasters/slideMaster1.xml" Id="Re2c620873d59472b" /><Relationship Type="http://schemas.openxmlformats.org/officeDocument/2006/relationships/notesMaster" Target="/ppt/notesMasters/notesMaster1.xml" Id="R2fbd24000c5643c3" /><Relationship Type="http://schemas.openxmlformats.org/officeDocument/2006/relationships/presProps" Target="/ppt/presProps.xml" Id="R56b929caf6284a1a" /><Relationship Type="http://schemas.openxmlformats.org/officeDocument/2006/relationships/tableStyles" Target="/ppt/tableStyles.xml" Id="R84456c6cd8fb4400" /><Relationship Type="http://schemas.openxmlformats.org/officeDocument/2006/relationships/slide" Target="/ppt/slides/slide1.xml" Id="Rbc085b5f1558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0f36dd232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74f17439c844d9" /><Relationship Type="http://schemas.openxmlformats.org/officeDocument/2006/relationships/notesMaster" Target="/ppt/notesMasters/notesMaster1.xml" Id="Rd08d8223f08a4e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Conditioned temporal alignment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bae63070b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c8580fcbf4496" /><Relationship Type="http://schemas.openxmlformats.org/officeDocument/2006/relationships/slideLayout" Target="/ppt/slideLayouts/slideLayout1.xml" Id="Rbdf778f80530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778f80530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c5960568c401e" /><Relationship Type="http://schemas.openxmlformats.org/officeDocument/2006/relationships/notesSlide" Target="/ppt/notesSlides/notesSlide1.xml" Id="R8407610e678f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D1A7B33-5354-4162-AB9F-D70F898716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Conditioned temporal alignment</a:t>
            </a:r>
          </a:p>
        </p:txBody>
      </p:sp>
      <p:sp>
        <p:nvSpPr>
          <p:cNvPr id="2" name="observations">
            <a:extLst xmlns:a="http://schemas.openxmlformats.org/drawingml/2006/main">
              <a:ext uri="{FF2B5EF4-FFF2-40B4-BE49-F238E27FC236}">
                <a16:creationId xmlns:a16="http://schemas.microsoft.com/office/drawing/2014/main" id="{DB257775-18AB-472C-9113-B8FDA89C99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" y="1200150"/>
            <a:ext cx="155257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Irregularly sampled</a:t>
            </a:r>
          </a:p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3" name="alignment">
            <a:extLst xmlns:a="http://schemas.openxmlformats.org/drawingml/2006/main">
              <a:ext uri="{FF2B5EF4-FFF2-40B4-BE49-F238E27FC236}">
                <a16:creationId xmlns:a16="http://schemas.microsoft.com/office/drawing/2014/main" id="{AAEF2322-5D8F-410E-9DAD-F338F29859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90775" y="1028700"/>
            <a:ext cx="20669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Uncertainty-conditioned</a:t>
            </a:r>
          </a:p>
          <a:p xmlns:a="http://schemas.openxmlformats.org/drawingml/2006/main">
            <a:pPr algn="ctr">
              <a:defRPr sz="112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temporal alignment</a:t>
            </a:r>
          </a:p>
        </p:txBody>
      </p:sp>
      <p:sp>
        <p:nvSpPr>
          <p:cNvPr id="4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399505E2-C035-47E9-A837-1397D7030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0" y="1200150"/>
            <a:ext cx="1143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Aligned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cxnSp>
        <p:nvCxnSpPr>
          <p:cNvPr id="14" name="e0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1800225" y="1533525"/>
            <a:ext cx="5905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5" name="e1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457700" y="1533525"/>
            <a:ext cx="5905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7" name="metadata">
            <a:extLst xmlns:a="http://schemas.openxmlformats.org/drawingml/2006/main">
              <a:ext uri="{FF2B5EF4-FFF2-40B4-BE49-F238E27FC236}">
                <a16:creationId xmlns:a16="http://schemas.microsoft.com/office/drawing/2014/main" id="{C1E1507C-D48F-447F-A8E1-FFEE294521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14575" y="2638425"/>
            <a:ext cx="22193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Sampling intervals + confidence</a:t>
            </a:r>
          </a:p>
        </p:txBody>
      </p:sp>
      <p:cxnSp>
        <p:nvCxnSpPr>
          <p:cNvPr id="17" name="context"/>
          <p:cNvCxnSpPr>
            <a:stCxn xmlns:a="http://schemas.openxmlformats.org/drawingml/2006/main" id="7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424238" y="20383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36E26"/>
            </a:solidFill>
            <a:prstDash val="solid"/>
            <a:tailEnd type="triangle" w="sm" len="sm"/>
          </a:ln>
        </p:spPr>
      </p:cxnSp>
      <p:sp>
        <p:nvSpPr>
          <p:cNvPr id="9" name="notation">
            <a:extLst xmlns:a="http://schemas.openxmlformats.org/drawingml/2006/main">
              <a:ext uri="{FF2B5EF4-FFF2-40B4-BE49-F238E27FC236}">
                <a16:creationId xmlns:a16="http://schemas.microsoft.com/office/drawing/2014/main" id="{22ACFBE5-E557-449D-82EA-8243E3B3E9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0" y="30670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Δt and confidence remain separate inputs</a:t>
            </a:r>
          </a:p>
        </p:txBody>
      </p:sp>
    </p:spTree>
    <p:extLst>
      <p:ext uri="{BB962C8B-B14F-4D97-AF65-F5344CB8AC3E}">
        <p14:creationId xmlns:p14="http://schemas.microsoft.com/office/powerpoint/2010/main" val="1735995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2026-09-29T09:47:04.9630000Z</dcterms:created>
  <dcterms:modified xsi:type="dcterms:W3CDTF">2026-09-29T09:47:04.9630000Z</dcterms:modified>
</coreProperties>
</file>