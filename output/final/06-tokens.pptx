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4d25f67a5b4881" /><Relationship Type="http://schemas.openxmlformats.org/officeDocument/2006/relationships/extended-properties" Target="/docProps/app.xml" Id="Rc4b00d6c8f2d46a7" /><Relationship Type="http://schemas.openxmlformats.org/officeDocument/2006/relationships/officeDocument" Target="/ppt/presentation.xml" Id="R140117642b084e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f0f541402649f7"/>
  </p:sldMasterIdLst>
  <p:notesMasterIdLst>
    <p:notesMasterId xmlns:r="http://schemas.openxmlformats.org/officeDocument/2006/relationships" r:id="R7f1936feaff5454a"/>
  </p:notesMasterIdLst>
  <p:sldIdLst>
    <p:sldId xmlns:r="http://schemas.openxmlformats.org/officeDocument/2006/relationships" id="256" r:id="Rbf97f476a2784461"/>
  </p:sldIdLst>
  <p:sldSz cx="64008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890bb6c42f4676" /><Relationship Type="http://schemas.openxmlformats.org/officeDocument/2006/relationships/slideMaster" Target="/ppt/slideMasters/slideMaster1.xml" Id="R15f0f541402649f7" /><Relationship Type="http://schemas.openxmlformats.org/officeDocument/2006/relationships/notesMaster" Target="/ppt/notesMasters/notesMaster1.xml" Id="R7f1936feaff5454a" /><Relationship Type="http://schemas.openxmlformats.org/officeDocument/2006/relationships/presProps" Target="/ppt/presProps.xml" Id="R68dfd5a014784ce0" /><Relationship Type="http://schemas.openxmlformats.org/officeDocument/2006/relationships/tableStyles" Target="/ppt/tableStyles.xml" Id="R144e025822964449" /><Relationship Type="http://schemas.openxmlformats.org/officeDocument/2006/relationships/slide" Target="/ppt/slides/slide1.xml" Id="Rbf97f476a27844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1edbd877b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8b12cdcc24fe1" /><Relationship Type="http://schemas.openxmlformats.org/officeDocument/2006/relationships/notesMaster" Target="/ppt/notesMasters/notesMaster1.xml" Id="R220ca3d0c9cc42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Selective token aggregation</a:t>
            </a:r>
          </a:p>
          <a:p xmlns:a="http://schemas.openxmlformats.org/drawingml/2006/main"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b47307e5b48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c9e6f91ba84cec" /><Relationship Type="http://schemas.openxmlformats.org/officeDocument/2006/relationships/slideLayout" Target="/ppt/slideLayouts/slideLayout1.xml" Id="R38198f5832434e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98f5832434e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deafeba4440ac" /><Relationship Type="http://schemas.openxmlformats.org/officeDocument/2006/relationships/notesSlide" Target="/ppt/notesSlides/notesSlide1.xml" Id="R06364334cfc145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aption">
            <a:extLst xmlns:a="http://schemas.openxmlformats.org/drawingml/2006/main">
              <a:ext uri="{FF2B5EF4-FFF2-40B4-BE49-F238E27FC236}">
                <a16:creationId xmlns:a16="http://schemas.microsoft.com/office/drawing/2014/main" id="{47633226-D2F0-42DF-BFF4-E6E161E986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123825"/>
            <a:ext cx="594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Selective token aggregation</a:t>
            </a:r>
          </a:p>
        </p:txBody>
      </p:sp>
      <p:grpSp>
        <p:nvGrpSpPr>
          <p:cNvPr id="57" name="tokens"/>
          <p:cNvGrpSpPr/>
          <p:nvPr/>
        </p:nvGrpSpPr>
        <p:grpSpPr>
          <ns1:xfrm xmlns:ns1="http://schemas.openxmlformats.org/drawingml/2006/main">
            <ns1:off x="257175" y="942975"/>
            <ns1:ext cx="1619250" cy="238125"/>
            <ns1:chOff x="257175" y="942975"/>
            <ns1:chExt cx="1619250" cy="238125"/>
          </ns1:xfrm>
        </p:grpSpPr>
        <p:sp>
          <p:nvSpPr>
            <p:cNvPr id="2" name="tokens.0">
              <a:extLst xmlns:a="http://schemas.openxmlformats.org/drawingml/2006/main">
                <a:ext uri="{FF2B5EF4-FFF2-40B4-BE49-F238E27FC236}">
                  <a16:creationId xmlns:a16="http://schemas.microsoft.com/office/drawing/2014/main" id="{B72D7B25-2EF5-4121-90CB-0B4D7AD00C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7175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" name="tokens.1">
              <a:extLst xmlns:a="http://schemas.openxmlformats.org/drawingml/2006/main">
                <a:ext uri="{FF2B5EF4-FFF2-40B4-BE49-F238E27FC236}">
                  <a16:creationId xmlns:a16="http://schemas.microsoft.com/office/drawing/2014/main" id="{3E3989A9-5AF3-492A-9923-572117C01B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9525">
              <a:solidFill>
                <a:srgbClr val="84929C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4" name="tokens.2">
              <a:extLst xmlns:a="http://schemas.openxmlformats.org/drawingml/2006/main">
                <a:ext uri="{FF2B5EF4-FFF2-40B4-BE49-F238E27FC236}">
                  <a16:creationId xmlns:a16="http://schemas.microsoft.com/office/drawing/2014/main" id="{97465E3A-5673-439A-8821-643D3DE6AD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9625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" name="tokens.3">
              <a:extLst xmlns:a="http://schemas.openxmlformats.org/drawingml/2006/main">
                <a:ext uri="{FF2B5EF4-FFF2-40B4-BE49-F238E27FC236}">
                  <a16:creationId xmlns:a16="http://schemas.microsoft.com/office/drawing/2014/main" id="{3CCCF0EF-08AF-4B43-8EF9-937650D75E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5850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6" name="tokens.4">
              <a:extLst xmlns:a="http://schemas.openxmlformats.org/drawingml/2006/main">
                <a:ext uri="{FF2B5EF4-FFF2-40B4-BE49-F238E27FC236}">
                  <a16:creationId xmlns:a16="http://schemas.microsoft.com/office/drawing/2014/main" id="{9217BC9E-A159-4110-980D-B2457DEFED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2075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9525">
              <a:solidFill>
                <a:srgbClr val="84929C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7" name="tokens.5">
              <a:extLst xmlns:a="http://schemas.openxmlformats.org/drawingml/2006/main">
                <a:ext uri="{FF2B5EF4-FFF2-40B4-BE49-F238E27FC236}">
                  <a16:creationId xmlns:a16="http://schemas.microsoft.com/office/drawing/2014/main" id="{494FFE42-C5ED-4F66-9B60-44FBAE965F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38300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</p:grpSp>
      <p:sp>
        <p:nvSpPr>
          <p:cNvPr id="8" name="select">
            <a:extLst xmlns:a="http://schemas.openxmlformats.org/drawingml/2006/main">
              <a:ext uri="{FF2B5EF4-FFF2-40B4-BE49-F238E27FC236}">
                <a16:creationId xmlns:a16="http://schemas.microsoft.com/office/drawing/2014/main" id="{411D021B-36A5-4289-8492-283AADAC76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76475" y="828675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9"/>
          </a:solidFill>
          <a:ln xmlns:a="http://schemas.openxmlformats.org/drawingml/2006/main" w="9525">
            <a:solidFill>
              <a:srgbClr val="427462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grpSp>
        <p:nvGrpSpPr>
          <p:cNvPr id="58" name="kept"/>
          <p:cNvGrpSpPr/>
          <p:nvPr/>
        </p:nvGrpSpPr>
        <p:grpSpPr>
          <ns1:xfrm xmlns:ns1="http://schemas.openxmlformats.org/drawingml/2006/main">
            <ns1:off x="3848100" y="942975"/>
            <ns1:ext cx="1066800" cy="238125"/>
            <ns1:chOff x="3848100" y="942975"/>
            <ns1:chExt cx="1066800" cy="238125"/>
          </ns1:xfrm>
        </p:grpSpPr>
        <p:sp>
          <p:nvSpPr>
            <p:cNvPr id="9" name="kept.0">
              <a:extLst xmlns:a="http://schemas.openxmlformats.org/drawingml/2006/main">
                <a:ext uri="{FF2B5EF4-FFF2-40B4-BE49-F238E27FC236}">
                  <a16:creationId xmlns:a16="http://schemas.microsoft.com/office/drawing/2014/main" id="{5B91E3EC-72B3-4388-B5DF-04C118AB2D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48100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kept.1">
              <a:extLst xmlns:a="http://schemas.openxmlformats.org/drawingml/2006/main">
                <a:ext uri="{FF2B5EF4-FFF2-40B4-BE49-F238E27FC236}">
                  <a16:creationId xmlns:a16="http://schemas.microsoft.com/office/drawing/2014/main" id="{FBAC3EFE-7AB9-45C9-B893-1CF4555081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24325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1" name="kept.2">
              <a:extLst xmlns:a="http://schemas.openxmlformats.org/drawingml/2006/main">
                <a:ext uri="{FF2B5EF4-FFF2-40B4-BE49-F238E27FC236}">
                  <a16:creationId xmlns:a16="http://schemas.microsoft.com/office/drawing/2014/main" id="{44E597C4-CCCC-442C-86AE-4C836771C2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00550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2" name="kept.3">
              <a:extLst xmlns:a="http://schemas.openxmlformats.org/drawingml/2006/main">
                <a:ext uri="{FF2B5EF4-FFF2-40B4-BE49-F238E27FC236}">
                  <a16:creationId xmlns:a16="http://schemas.microsoft.com/office/drawing/2014/main" id="{C86284FD-D0B4-4512-B1DC-83433F378D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76775" y="94297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</p:grpSp>
      <p:sp>
        <p:nvSpPr>
          <p:cNvPr id="13" name="token-port">
            <a:extLst xmlns:a="http://schemas.openxmlformats.org/drawingml/2006/main">
              <a:ext uri="{FF2B5EF4-FFF2-40B4-BE49-F238E27FC236}">
                <a16:creationId xmlns:a16="http://schemas.microsoft.com/office/drawing/2014/main" id="{C87250E7-5950-4679-8F59-28F4DE04F9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828675"/>
            <a:ext cx="1628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kept-port">
            <a:extLst xmlns:a="http://schemas.openxmlformats.org/drawingml/2006/main">
              <a:ext uri="{FF2B5EF4-FFF2-40B4-BE49-F238E27FC236}">
                <a16:creationId xmlns:a16="http://schemas.microsoft.com/office/drawing/2014/main" id="{AEB90648-5066-493B-A718-9FCF3BF51A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48100" y="828675"/>
            <a:ext cx="106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45" name="selection"/>
          <p:cNvCxnSpPr>
            <a:stCxn xmlns:a="http://schemas.openxmlformats.org/drawingml/2006/main" id="1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885950" y="1071563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46" name="retained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276600" y="1071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17" name="aggregate">
            <a:extLst xmlns:a="http://schemas.openxmlformats.org/drawingml/2006/main">
              <a:ext uri="{FF2B5EF4-FFF2-40B4-BE49-F238E27FC236}">
                <a16:creationId xmlns:a16="http://schemas.microsoft.com/office/drawing/2014/main" id="{19D749AF-3B6B-482B-A189-E04307BE1B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48100" y="2209800"/>
            <a:ext cx="1066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6"/>
          </a:solidFill>
          <a:ln xmlns:a="http://schemas.openxmlformats.org/drawingml/2006/main" w="9525">
            <a:solidFill>
              <a:srgbClr val="78589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grpSp>
        <p:nvGrpSpPr>
          <p:cNvPr id="59" name="weights"/>
          <p:cNvGrpSpPr/>
          <p:nvPr/>
        </p:nvGrpSpPr>
        <p:grpSpPr>
          <ns1:xfrm xmlns:ns1="http://schemas.openxmlformats.org/drawingml/2006/main">
            <ns1:off x="438150" y="2305050"/>
            <ns1:ext cx="1266825" cy="295275"/>
            <ns1:chOff x="438150" y="2305050"/>
            <ns1:chExt cx="1266825" cy="295275"/>
          </ns1:xfrm>
        </p:grpSpPr>
        <p:sp>
          <p:nvSpPr>
            <p:cNvPr id="18" name="weights.0.0">
              <a:extLst xmlns:a="http://schemas.openxmlformats.org/drawingml/2006/main">
                <a:ext uri="{FF2B5EF4-FFF2-40B4-BE49-F238E27FC236}">
                  <a16:creationId xmlns:a16="http://schemas.microsoft.com/office/drawing/2014/main" id="{3F2E6D78-9D9B-40FD-B9E3-859DA95B79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8150" y="2305050"/>
              <a:ext cx="29527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.5</a:t>
              </a:r>
            </a:p>
          </p:txBody>
        </p:sp>
        <p:sp>
          <p:nvSpPr>
            <p:cNvPr id="19" name="weights.0.1">
              <a:extLst xmlns:a="http://schemas.openxmlformats.org/drawingml/2006/main">
                <a:ext uri="{FF2B5EF4-FFF2-40B4-BE49-F238E27FC236}">
                  <a16:creationId xmlns:a16="http://schemas.microsoft.com/office/drawing/2014/main" id="{E67B94ED-9D00-4711-B3C3-3FDAAB9D34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2305050"/>
              <a:ext cx="29527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.2</a:t>
              </a:r>
            </a:p>
          </p:txBody>
        </p:sp>
        <p:sp>
          <p:nvSpPr>
            <p:cNvPr id="20" name="weights.0.2">
              <a:extLst xmlns:a="http://schemas.openxmlformats.org/drawingml/2006/main">
                <a:ext uri="{FF2B5EF4-FFF2-40B4-BE49-F238E27FC236}">
                  <a16:creationId xmlns:a16="http://schemas.microsoft.com/office/drawing/2014/main" id="{498B8DF5-BE6E-4BB0-83C5-102BD42C7B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5850" y="2305050"/>
              <a:ext cx="29527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.2</a:t>
              </a:r>
            </a:p>
          </p:txBody>
        </p:sp>
        <p:sp>
          <p:nvSpPr>
            <p:cNvPr id="21" name="weights.0.3">
              <a:extLst xmlns:a="http://schemas.openxmlformats.org/drawingml/2006/main">
                <a:ext uri="{FF2B5EF4-FFF2-40B4-BE49-F238E27FC236}">
                  <a16:creationId xmlns:a16="http://schemas.microsoft.com/office/drawing/2014/main" id="{74D1326B-5CBF-42D9-B6FE-3105811D01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09700" y="2305050"/>
              <a:ext cx="29527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.1</a:t>
              </a:r>
            </a:p>
          </p:txBody>
        </p:sp>
      </p:grpSp>
      <p:sp>
        <p:nvSpPr>
          <p:cNvPr id="22" name="weight-port">
            <a:extLst xmlns:a="http://schemas.openxmlformats.org/drawingml/2006/main">
              <a:ext uri="{FF2B5EF4-FFF2-40B4-BE49-F238E27FC236}">
                <a16:creationId xmlns:a16="http://schemas.microsoft.com/office/drawing/2014/main" id="{0D961D9B-AEEB-4B16-AA4B-9140A44FD6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8625" y="220980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53" name="weights-edge"/>
          <p:cNvCxnSpPr>
            <a:stCxn xmlns:a="http://schemas.openxmlformats.org/drawingml/2006/main" id="2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704975" y="2443163"/>
            <a:ext cx="21431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54" name="token-edge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381500" y="131445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25" name="summary">
            <a:extLst xmlns:a="http://schemas.openxmlformats.org/drawingml/2006/main">
              <a:ext uri="{FF2B5EF4-FFF2-40B4-BE49-F238E27FC236}">
                <a16:creationId xmlns:a16="http://schemas.microsoft.com/office/drawing/2014/main" id="{F17FC0DC-B879-422D-9EAD-8F96F679F8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53075" y="2209800"/>
            <a:ext cx="4667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7"/>
          </a:solidFill>
          <a:ln xmlns:a="http://schemas.openxmlformats.org/drawingml/2006/main" w="9525">
            <a:solidFill>
              <a:srgbClr val="A36E2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cxnSp>
        <p:nvCxnSpPr>
          <p:cNvPr id="56" name="summary-edge"/>
          <p:cNvCxnSpPr>
            <a:stCxn xmlns:a="http://schemas.openxmlformats.org/drawingml/2006/main" id="17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14900" y="244316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27" name="all-label">
            <a:extLst xmlns:a="http://schemas.openxmlformats.org/drawingml/2006/main">
              <a:ext uri="{FF2B5EF4-FFF2-40B4-BE49-F238E27FC236}">
                <a16:creationId xmlns:a16="http://schemas.microsoft.com/office/drawing/2014/main" id="{432299CB-B459-43B8-9BC5-8D4C6739A2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609600"/>
            <a:ext cx="1628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Token positions</a:t>
            </a:r>
          </a:p>
        </p:txBody>
      </p:sp>
      <p:sp>
        <p:nvSpPr>
          <p:cNvPr id="28" name="kept-label">
            <a:extLst xmlns:a="http://schemas.openxmlformats.org/drawingml/2006/main">
              <a:ext uri="{FF2B5EF4-FFF2-40B4-BE49-F238E27FC236}">
                <a16:creationId xmlns:a16="http://schemas.microsoft.com/office/drawing/2014/main" id="{1EA93705-47AF-4743-9698-DFF7D3506A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52850" y="609600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Retained tokens</a:t>
            </a:r>
          </a:p>
        </p:txBody>
      </p:sp>
      <p:sp>
        <p:nvSpPr>
          <p:cNvPr id="29" name="weights-label">
            <a:extLst xmlns:a="http://schemas.openxmlformats.org/drawingml/2006/main">
              <a:ext uri="{FF2B5EF4-FFF2-40B4-BE49-F238E27FC236}">
                <a16:creationId xmlns:a16="http://schemas.microsoft.com/office/drawing/2014/main" id="{504A4D9F-AC78-4B1F-8A71-7FB08BD6E9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1933575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Normalized weights</a:t>
            </a:r>
          </a:p>
        </p:txBody>
      </p:sp>
      <p:sp>
        <p:nvSpPr>
          <p:cNvPr id="30" name="mask-label">
            <a:extLst xmlns:a="http://schemas.openxmlformats.org/drawingml/2006/main">
              <a:ext uri="{FF2B5EF4-FFF2-40B4-BE49-F238E27FC236}">
                <a16:creationId xmlns:a16="http://schemas.microsoft.com/office/drawing/2014/main" id="{A8FC43E3-B02E-498D-A934-430F3A4E11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13335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Gray: omitted tokens</a:t>
            </a:r>
          </a:p>
        </p:txBody>
      </p:sp>
    </p:spTree>
    <p:extLst>
      <p:ext uri="{BB962C8B-B14F-4D97-AF65-F5344CB8AC3E}">
        <p14:creationId xmlns:p14="http://schemas.microsoft.com/office/powerpoint/2010/main" val="781302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2026-09-29T09:47:03.7000000Z</dcterms:created>
  <dcterms:modified xsi:type="dcterms:W3CDTF">2026-09-29T09:47:03.7000000Z</dcterms:modified>
</coreProperties>
</file>