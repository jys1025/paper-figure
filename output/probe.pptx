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59b42e130f43e3" /><Relationship Type="http://schemas.openxmlformats.org/officeDocument/2006/relationships/extended-properties" Target="/docProps/app.xml" Id="Rd751cf63d5a9405d" /><Relationship Type="http://schemas.openxmlformats.org/officeDocument/2006/relationships/officeDocument" Target="/ppt/presentation.xml" Id="R5929f4826d8b4e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789733328480f"/>
  </p:sldMasterIdLst>
  <p:notesMasterIdLst>
    <p:notesMasterId xmlns:r="http://schemas.openxmlformats.org/officeDocument/2006/relationships" r:id="Rd92998d11a1d4058"/>
  </p:notesMasterIdLst>
  <p:sldIdLst>
    <p:sldId xmlns:r="http://schemas.openxmlformats.org/officeDocument/2006/relationships" id="256" r:id="R87af70b4061b4b9e"/>
  </p:sldIdLst>
  <p:sldSz cx="6400800" cy="285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03c16a13ff447f" /><Relationship Type="http://schemas.openxmlformats.org/officeDocument/2006/relationships/slideMaster" Target="/ppt/slideMasters/slideMaster1.xml" Id="R871789733328480f" /><Relationship Type="http://schemas.openxmlformats.org/officeDocument/2006/relationships/notesMaster" Target="/ppt/notesMasters/notesMaster1.xml" Id="Rd92998d11a1d4058" /><Relationship Type="http://schemas.openxmlformats.org/officeDocument/2006/relationships/presProps" Target="/ppt/presProps.xml" Id="R63a13da1751a4a20" /><Relationship Type="http://schemas.openxmlformats.org/officeDocument/2006/relationships/tableStyles" Target="/ppt/tableStyles.xml" Id="R1e58cd87ec0b4372" /><Relationship Type="http://schemas.openxmlformats.org/officeDocument/2006/relationships/slide" Target="/ppt/slides/slide1.xml" Id="R87af70b4061b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ffb5b2f03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6d6691574a4921" /><Relationship Type="http://schemas.openxmlformats.org/officeDocument/2006/relationships/notesMaster" Target="/ppt/notesMasters/notesMaster1.xml" Id="R9be2b2d001df43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57eeaea1e48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bcc225eb44b94" /><Relationship Type="http://schemas.openxmlformats.org/officeDocument/2006/relationships/slideLayout" Target="/ppt/slideLayouts/slideLayout1.xml" Id="Ra4f70ae8cd26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70ae8cd26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3c0a9a3a04f86" /><Relationship Type="http://schemas.openxmlformats.org/officeDocument/2006/relationships/notesSlide" Target="/ppt/notesSlides/notesSlide1.xml" Id="R69e066d14bd745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D50341E6-4C14-4087-9ED3-ACA429D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04875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305A80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42735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2" name="encoder">
            <a:extLst xmlns:a="http://schemas.openxmlformats.org/drawingml/2006/main">
              <a:ext uri="{FF2B5EF4-FFF2-40B4-BE49-F238E27FC236}">
                <a16:creationId xmlns:a16="http://schemas.microsoft.com/office/drawing/2014/main" id="{B7F13BA4-A0F4-488F-9388-E2B52F0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04875"/>
            <a:ext cx="128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305A80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42735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" name="output">
            <a:extLst xmlns:a="http://schemas.openxmlformats.org/drawingml/2006/main">
              <a:ext uri="{FF2B5EF4-FFF2-40B4-BE49-F238E27FC236}">
                <a16:creationId xmlns:a16="http://schemas.microsoft.com/office/drawing/2014/main" id="{6D2932F3-FCDD-4CE7-BA76-53A46B9B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04875"/>
            <a:ext cx="1190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305A80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42735"/>
                </a:solidFill>
                <a:latin typeface="Arial"/>
                <a:ea typeface="Arial"/>
                <a:cs typeface="Arial"/>
              </a:rPr>
              <a:t>Output y</a:t>
            </a:r>
          </a:p>
        </p:txBody>
      </p:sp>
      <p:cxnSp>
        <p:nvCxnSpPr>
          <p:cNvPr id="10" name="edge-input-encoder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381125" y="1143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33947"/>
            </a:solidFill>
            <a:headEnd type="triangle" w="med" len="med"/>
          </a:ln>
        </p:spPr>
      </p:cxnSp>
      <p:cxnSp>
        <p:nvCxnSpPr>
          <p:cNvPr id="11" name="edge-encoder-output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62375" y="1143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33947"/>
            </a:solidFill>
            <a:tailEnd type="triangle" w="med" len="med"/>
          </a:ln>
        </p:spPr>
      </p:cxn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E276CD77-2317-4459-8CA3-8CB5AFC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305A80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42735"/>
                </a:solidFill>
                <a:latin typeface="Arial"/>
                <a:ea typeface="Arial"/>
                <a:cs typeface="Arial"/>
              </a:rPr>
              <a:t>y = fθ(x)</a:t>
            </a:r>
          </a:p>
        </p:txBody>
      </p:sp>
    </p:spTree>
    <p:extLst>
      <p:ext uri="{BB962C8B-B14F-4D97-AF65-F5344CB8AC3E}">
        <p14:creationId xmlns:p14="http://schemas.microsoft.com/office/powerpoint/2010/main" val="319109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2026-09-29T09:27:38.6180000Z</dcterms:created>
  <dcterms:modified xsi:type="dcterms:W3CDTF">2026-09-29T09:27:38.6180000Z</dcterms:modified>
</coreProperties>
</file>